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7256" y="712235"/>
            <a:ext cx="7465695" cy="2392680"/>
          </a:xfrm>
          <a:custGeom>
            <a:avLst/>
            <a:gdLst/>
            <a:ahLst/>
            <a:cxnLst/>
            <a:rect l="l" t="t" r="r" b="b"/>
            <a:pathLst>
              <a:path w="7465695" h="2392680">
                <a:moveTo>
                  <a:pt x="7465466" y="2392337"/>
                </a:moveTo>
                <a:lnTo>
                  <a:pt x="0" y="2392337"/>
                </a:lnTo>
                <a:lnTo>
                  <a:pt x="0" y="0"/>
                </a:lnTo>
                <a:lnTo>
                  <a:pt x="7465466" y="0"/>
                </a:lnTo>
                <a:lnTo>
                  <a:pt x="7465466" y="2392337"/>
                </a:lnTo>
                <a:close/>
              </a:path>
            </a:pathLst>
          </a:custGeom>
          <a:ln w="3175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Relationship Id="rId96" Type="http://schemas.openxmlformats.org/officeDocument/2006/relationships/image" Target="../media/image95.png"/><Relationship Id="rId97" Type="http://schemas.openxmlformats.org/officeDocument/2006/relationships/image" Target="../media/image96.png"/><Relationship Id="rId98" Type="http://schemas.openxmlformats.org/officeDocument/2006/relationships/image" Target="../media/image97.png"/><Relationship Id="rId99" Type="http://schemas.openxmlformats.org/officeDocument/2006/relationships/image" Target="../media/image98.png"/><Relationship Id="rId100" Type="http://schemas.openxmlformats.org/officeDocument/2006/relationships/image" Target="../media/image99.png"/><Relationship Id="rId101" Type="http://schemas.openxmlformats.org/officeDocument/2006/relationships/image" Target="../media/image100.png"/><Relationship Id="rId102" Type="http://schemas.openxmlformats.org/officeDocument/2006/relationships/image" Target="../media/image101.png"/><Relationship Id="rId103" Type="http://schemas.openxmlformats.org/officeDocument/2006/relationships/image" Target="../media/image102.png"/><Relationship Id="rId104" Type="http://schemas.openxmlformats.org/officeDocument/2006/relationships/image" Target="../media/image10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Relationship Id="rId14" Type="http://schemas.openxmlformats.org/officeDocument/2006/relationships/image" Target="../media/image116.png"/><Relationship Id="rId15" Type="http://schemas.openxmlformats.org/officeDocument/2006/relationships/image" Target="../media/image117.png"/><Relationship Id="rId16" Type="http://schemas.openxmlformats.org/officeDocument/2006/relationships/image" Target="../media/image118.png"/><Relationship Id="rId17" Type="http://schemas.openxmlformats.org/officeDocument/2006/relationships/image" Target="../media/image119.png"/><Relationship Id="rId18" Type="http://schemas.openxmlformats.org/officeDocument/2006/relationships/image" Target="../media/image120.png"/><Relationship Id="rId19" Type="http://schemas.openxmlformats.org/officeDocument/2006/relationships/image" Target="../media/image121.png"/><Relationship Id="rId20" Type="http://schemas.openxmlformats.org/officeDocument/2006/relationships/image" Target="../media/image122.png"/><Relationship Id="rId21" Type="http://schemas.openxmlformats.org/officeDocument/2006/relationships/image" Target="../media/image123.png"/><Relationship Id="rId22" Type="http://schemas.openxmlformats.org/officeDocument/2006/relationships/image" Target="../media/image124.png"/><Relationship Id="rId23" Type="http://schemas.openxmlformats.org/officeDocument/2006/relationships/image" Target="../media/image125.png"/><Relationship Id="rId24" Type="http://schemas.openxmlformats.org/officeDocument/2006/relationships/image" Target="../media/image126.png"/><Relationship Id="rId25" Type="http://schemas.openxmlformats.org/officeDocument/2006/relationships/image" Target="../media/image127.png"/><Relationship Id="rId26" Type="http://schemas.openxmlformats.org/officeDocument/2006/relationships/image" Target="../media/image128.png"/><Relationship Id="rId27" Type="http://schemas.openxmlformats.org/officeDocument/2006/relationships/image" Target="../media/image129.png"/><Relationship Id="rId28" Type="http://schemas.openxmlformats.org/officeDocument/2006/relationships/image" Target="../media/image130.png"/><Relationship Id="rId29" Type="http://schemas.openxmlformats.org/officeDocument/2006/relationships/image" Target="../media/image131.png"/><Relationship Id="rId30" Type="http://schemas.openxmlformats.org/officeDocument/2006/relationships/image" Target="../media/image132.png"/><Relationship Id="rId31" Type="http://schemas.openxmlformats.org/officeDocument/2006/relationships/image" Target="../media/image133.png"/><Relationship Id="rId32" Type="http://schemas.openxmlformats.org/officeDocument/2006/relationships/image" Target="../media/image134.png"/><Relationship Id="rId33" Type="http://schemas.openxmlformats.org/officeDocument/2006/relationships/image" Target="../media/image135.png"/><Relationship Id="rId34" Type="http://schemas.openxmlformats.org/officeDocument/2006/relationships/image" Target="../media/image136.png"/><Relationship Id="rId35" Type="http://schemas.openxmlformats.org/officeDocument/2006/relationships/image" Target="../media/image137.png"/><Relationship Id="rId36" Type="http://schemas.openxmlformats.org/officeDocument/2006/relationships/image" Target="../media/image138.png"/><Relationship Id="rId37" Type="http://schemas.openxmlformats.org/officeDocument/2006/relationships/image" Target="../media/image139.png"/><Relationship Id="rId38" Type="http://schemas.openxmlformats.org/officeDocument/2006/relationships/image" Target="../media/image140.png"/><Relationship Id="rId39" Type="http://schemas.openxmlformats.org/officeDocument/2006/relationships/image" Target="../media/image141.png"/><Relationship Id="rId40" Type="http://schemas.openxmlformats.org/officeDocument/2006/relationships/image" Target="../media/image142.png"/><Relationship Id="rId41" Type="http://schemas.openxmlformats.org/officeDocument/2006/relationships/image" Target="../media/image143.png"/><Relationship Id="rId42" Type="http://schemas.openxmlformats.org/officeDocument/2006/relationships/image" Target="../media/image144.png"/><Relationship Id="rId43" Type="http://schemas.openxmlformats.org/officeDocument/2006/relationships/image" Target="../media/image145.png"/><Relationship Id="rId44" Type="http://schemas.openxmlformats.org/officeDocument/2006/relationships/image" Target="../media/image146.png"/><Relationship Id="rId45" Type="http://schemas.openxmlformats.org/officeDocument/2006/relationships/image" Target="../media/image147.png"/><Relationship Id="rId46" Type="http://schemas.openxmlformats.org/officeDocument/2006/relationships/image" Target="../media/image148.png"/><Relationship Id="rId47" Type="http://schemas.openxmlformats.org/officeDocument/2006/relationships/image" Target="../media/image149.png"/><Relationship Id="rId48" Type="http://schemas.openxmlformats.org/officeDocument/2006/relationships/image" Target="../media/image150.png"/><Relationship Id="rId49" Type="http://schemas.openxmlformats.org/officeDocument/2006/relationships/image" Target="../media/image151.png"/><Relationship Id="rId50" Type="http://schemas.openxmlformats.org/officeDocument/2006/relationships/image" Target="../media/image152.png"/><Relationship Id="rId51" Type="http://schemas.openxmlformats.org/officeDocument/2006/relationships/image" Target="../media/image153.png"/><Relationship Id="rId52" Type="http://schemas.openxmlformats.org/officeDocument/2006/relationships/image" Target="../media/image154.png"/><Relationship Id="rId53" Type="http://schemas.openxmlformats.org/officeDocument/2006/relationships/image" Target="../media/image155.png"/><Relationship Id="rId54" Type="http://schemas.openxmlformats.org/officeDocument/2006/relationships/image" Target="../media/image156.png"/><Relationship Id="rId55" Type="http://schemas.openxmlformats.org/officeDocument/2006/relationships/image" Target="../media/image157.png"/><Relationship Id="rId56" Type="http://schemas.openxmlformats.org/officeDocument/2006/relationships/image" Target="../media/image158.png"/><Relationship Id="rId57" Type="http://schemas.openxmlformats.org/officeDocument/2006/relationships/image" Target="../media/image159.png"/><Relationship Id="rId58" Type="http://schemas.openxmlformats.org/officeDocument/2006/relationships/image" Target="../media/image160.png"/><Relationship Id="rId59" Type="http://schemas.openxmlformats.org/officeDocument/2006/relationships/image" Target="../media/image161.png"/><Relationship Id="rId60" Type="http://schemas.openxmlformats.org/officeDocument/2006/relationships/image" Target="../media/image162.png"/><Relationship Id="rId61" Type="http://schemas.openxmlformats.org/officeDocument/2006/relationships/image" Target="../media/image163.png"/><Relationship Id="rId62" Type="http://schemas.openxmlformats.org/officeDocument/2006/relationships/image" Target="../media/image164.png"/><Relationship Id="rId63" Type="http://schemas.openxmlformats.org/officeDocument/2006/relationships/image" Target="../media/image165.png"/><Relationship Id="rId64" Type="http://schemas.openxmlformats.org/officeDocument/2006/relationships/image" Target="../media/image166.png"/><Relationship Id="rId65" Type="http://schemas.openxmlformats.org/officeDocument/2006/relationships/image" Target="../media/image167.png"/><Relationship Id="rId66" Type="http://schemas.openxmlformats.org/officeDocument/2006/relationships/image" Target="../media/image168.png"/><Relationship Id="rId67" Type="http://schemas.openxmlformats.org/officeDocument/2006/relationships/image" Target="../media/image169.png"/><Relationship Id="rId68" Type="http://schemas.openxmlformats.org/officeDocument/2006/relationships/image" Target="../media/image170.png"/><Relationship Id="rId69" Type="http://schemas.openxmlformats.org/officeDocument/2006/relationships/image" Target="../media/image171.png"/><Relationship Id="rId70" Type="http://schemas.openxmlformats.org/officeDocument/2006/relationships/image" Target="../media/image172.png"/><Relationship Id="rId71" Type="http://schemas.openxmlformats.org/officeDocument/2006/relationships/image" Target="../media/image173.png"/><Relationship Id="rId72" Type="http://schemas.openxmlformats.org/officeDocument/2006/relationships/image" Target="../media/image174.png"/><Relationship Id="rId73" Type="http://schemas.openxmlformats.org/officeDocument/2006/relationships/image" Target="../media/image175.png"/><Relationship Id="rId74" Type="http://schemas.openxmlformats.org/officeDocument/2006/relationships/image" Target="../media/image176.png"/><Relationship Id="rId75" Type="http://schemas.openxmlformats.org/officeDocument/2006/relationships/image" Target="../media/image177.png"/><Relationship Id="rId76" Type="http://schemas.openxmlformats.org/officeDocument/2006/relationships/image" Target="../media/image178.png"/><Relationship Id="rId77" Type="http://schemas.openxmlformats.org/officeDocument/2006/relationships/image" Target="../media/image179.png"/><Relationship Id="rId78" Type="http://schemas.openxmlformats.org/officeDocument/2006/relationships/image" Target="../media/image180.png"/><Relationship Id="rId79" Type="http://schemas.openxmlformats.org/officeDocument/2006/relationships/image" Target="../media/image181.png"/><Relationship Id="rId80" Type="http://schemas.openxmlformats.org/officeDocument/2006/relationships/image" Target="../media/image182.png"/><Relationship Id="rId81" Type="http://schemas.openxmlformats.org/officeDocument/2006/relationships/image" Target="../media/image183.png"/><Relationship Id="rId82" Type="http://schemas.openxmlformats.org/officeDocument/2006/relationships/image" Target="../media/image184.png"/><Relationship Id="rId83" Type="http://schemas.openxmlformats.org/officeDocument/2006/relationships/image" Target="../media/image101.png"/><Relationship Id="rId84" Type="http://schemas.openxmlformats.org/officeDocument/2006/relationships/image" Target="../media/image102.png"/><Relationship Id="rId85" Type="http://schemas.openxmlformats.org/officeDocument/2006/relationships/image" Target="../media/image103.png"/><Relationship Id="rId86" Type="http://schemas.openxmlformats.org/officeDocument/2006/relationships/image" Target="../media/image18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380" y="711358"/>
            <a:ext cx="7467600" cy="7248525"/>
            <a:chOff x="46380" y="711358"/>
            <a:chExt cx="7467600" cy="7248525"/>
          </a:xfrm>
        </p:grpSpPr>
        <p:sp>
          <p:nvSpPr>
            <p:cNvPr id="3" name="object 3"/>
            <p:cNvSpPr/>
            <p:nvPr/>
          </p:nvSpPr>
          <p:spPr>
            <a:xfrm>
              <a:off x="47256" y="712235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80">
                  <a:moveTo>
                    <a:pt x="7465466" y="2392337"/>
                  </a:moveTo>
                  <a:lnTo>
                    <a:pt x="0" y="2392337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37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5178" y="813723"/>
              <a:ext cx="757250" cy="7734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6854" y="2506524"/>
              <a:ext cx="66332" cy="753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54904" y="2661174"/>
              <a:ext cx="67017" cy="738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6209" y="1616099"/>
              <a:ext cx="627717" cy="6978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773989" y="2343733"/>
              <a:ext cx="446405" cy="701040"/>
            </a:xfrm>
            <a:custGeom>
              <a:avLst/>
              <a:gdLst/>
              <a:ahLst/>
              <a:cxnLst/>
              <a:rect l="l" t="t" r="r" b="b"/>
              <a:pathLst>
                <a:path w="446404" h="701039">
                  <a:moveTo>
                    <a:pt x="354838" y="287464"/>
                  </a:moveTo>
                  <a:lnTo>
                    <a:pt x="313613" y="287464"/>
                  </a:lnTo>
                  <a:lnTo>
                    <a:pt x="313613" y="255803"/>
                  </a:lnTo>
                  <a:lnTo>
                    <a:pt x="346367" y="255803"/>
                  </a:lnTo>
                  <a:lnTo>
                    <a:pt x="346367" y="211277"/>
                  </a:lnTo>
                  <a:lnTo>
                    <a:pt x="313613" y="211277"/>
                  </a:lnTo>
                  <a:lnTo>
                    <a:pt x="313613" y="180721"/>
                  </a:lnTo>
                  <a:lnTo>
                    <a:pt x="346367" y="180721"/>
                  </a:lnTo>
                  <a:lnTo>
                    <a:pt x="346367" y="163410"/>
                  </a:lnTo>
                  <a:lnTo>
                    <a:pt x="346367" y="157530"/>
                  </a:lnTo>
                  <a:lnTo>
                    <a:pt x="346367" y="136550"/>
                  </a:lnTo>
                  <a:lnTo>
                    <a:pt x="313613" y="136550"/>
                  </a:lnTo>
                  <a:lnTo>
                    <a:pt x="313613" y="106375"/>
                  </a:lnTo>
                  <a:lnTo>
                    <a:pt x="351891" y="106375"/>
                  </a:lnTo>
                  <a:lnTo>
                    <a:pt x="351891" y="57785"/>
                  </a:lnTo>
                  <a:lnTo>
                    <a:pt x="312140" y="57785"/>
                  </a:lnTo>
                  <a:lnTo>
                    <a:pt x="318490" y="43434"/>
                  </a:lnTo>
                  <a:lnTo>
                    <a:pt x="324091" y="28765"/>
                  </a:lnTo>
                  <a:lnTo>
                    <a:pt x="328587" y="15811"/>
                  </a:lnTo>
                  <a:lnTo>
                    <a:pt x="331647" y="6616"/>
                  </a:lnTo>
                  <a:lnTo>
                    <a:pt x="278638" y="1828"/>
                  </a:lnTo>
                  <a:lnTo>
                    <a:pt x="276733" y="9956"/>
                  </a:lnTo>
                  <a:lnTo>
                    <a:pt x="273342" y="24015"/>
                  </a:lnTo>
                  <a:lnTo>
                    <a:pt x="268643" y="40970"/>
                  </a:lnTo>
                  <a:lnTo>
                    <a:pt x="265760" y="49288"/>
                  </a:lnTo>
                  <a:lnTo>
                    <a:pt x="265760" y="106375"/>
                  </a:lnTo>
                  <a:lnTo>
                    <a:pt x="265760" y="287464"/>
                  </a:lnTo>
                  <a:lnTo>
                    <a:pt x="235572" y="287464"/>
                  </a:lnTo>
                  <a:lnTo>
                    <a:pt x="235572" y="255803"/>
                  </a:lnTo>
                  <a:lnTo>
                    <a:pt x="265760" y="255803"/>
                  </a:lnTo>
                  <a:lnTo>
                    <a:pt x="265760" y="211277"/>
                  </a:lnTo>
                  <a:lnTo>
                    <a:pt x="235572" y="211277"/>
                  </a:lnTo>
                  <a:lnTo>
                    <a:pt x="235572" y="180721"/>
                  </a:lnTo>
                  <a:lnTo>
                    <a:pt x="265760" y="180721"/>
                  </a:lnTo>
                  <a:lnTo>
                    <a:pt x="265760" y="136550"/>
                  </a:lnTo>
                  <a:lnTo>
                    <a:pt x="235572" y="136550"/>
                  </a:lnTo>
                  <a:lnTo>
                    <a:pt x="235572" y="122186"/>
                  </a:lnTo>
                  <a:lnTo>
                    <a:pt x="235572" y="106375"/>
                  </a:lnTo>
                  <a:lnTo>
                    <a:pt x="265760" y="106375"/>
                  </a:lnTo>
                  <a:lnTo>
                    <a:pt x="265760" y="49288"/>
                  </a:lnTo>
                  <a:lnTo>
                    <a:pt x="262813" y="57785"/>
                  </a:lnTo>
                  <a:lnTo>
                    <a:pt x="238518" y="57785"/>
                  </a:lnTo>
                  <a:lnTo>
                    <a:pt x="250545" y="15811"/>
                  </a:lnTo>
                  <a:lnTo>
                    <a:pt x="252869" y="5143"/>
                  </a:lnTo>
                  <a:lnTo>
                    <a:pt x="199872" y="0"/>
                  </a:lnTo>
                  <a:lnTo>
                    <a:pt x="191884" y="30899"/>
                  </a:lnTo>
                  <a:lnTo>
                    <a:pt x="181000" y="63030"/>
                  </a:lnTo>
                  <a:lnTo>
                    <a:pt x="166116" y="94195"/>
                  </a:lnTo>
                  <a:lnTo>
                    <a:pt x="146126" y="122186"/>
                  </a:lnTo>
                  <a:lnTo>
                    <a:pt x="146126" y="63296"/>
                  </a:lnTo>
                  <a:lnTo>
                    <a:pt x="164172" y="63296"/>
                  </a:lnTo>
                  <a:lnTo>
                    <a:pt x="164172" y="13246"/>
                  </a:lnTo>
                  <a:lnTo>
                    <a:pt x="94234" y="13246"/>
                  </a:lnTo>
                  <a:lnTo>
                    <a:pt x="94234" y="63296"/>
                  </a:lnTo>
                  <a:lnTo>
                    <a:pt x="94234" y="124040"/>
                  </a:lnTo>
                  <a:lnTo>
                    <a:pt x="66636" y="124040"/>
                  </a:lnTo>
                  <a:lnTo>
                    <a:pt x="66636" y="63296"/>
                  </a:lnTo>
                  <a:lnTo>
                    <a:pt x="94234" y="63296"/>
                  </a:lnTo>
                  <a:lnTo>
                    <a:pt x="94234" y="13246"/>
                  </a:lnTo>
                  <a:lnTo>
                    <a:pt x="10693" y="13246"/>
                  </a:lnTo>
                  <a:lnTo>
                    <a:pt x="10693" y="63296"/>
                  </a:lnTo>
                  <a:lnTo>
                    <a:pt x="20980" y="63296"/>
                  </a:lnTo>
                  <a:lnTo>
                    <a:pt x="20980" y="124040"/>
                  </a:lnTo>
                  <a:lnTo>
                    <a:pt x="6629" y="124040"/>
                  </a:lnTo>
                  <a:lnTo>
                    <a:pt x="6629" y="174459"/>
                  </a:lnTo>
                  <a:lnTo>
                    <a:pt x="71780" y="174459"/>
                  </a:lnTo>
                  <a:lnTo>
                    <a:pt x="61912" y="189585"/>
                  </a:lnTo>
                  <a:lnTo>
                    <a:pt x="47205" y="208978"/>
                  </a:lnTo>
                  <a:lnTo>
                    <a:pt x="26847" y="231000"/>
                  </a:lnTo>
                  <a:lnTo>
                    <a:pt x="0" y="253974"/>
                  </a:lnTo>
                  <a:lnTo>
                    <a:pt x="21729" y="312483"/>
                  </a:lnTo>
                  <a:lnTo>
                    <a:pt x="46151" y="288912"/>
                  </a:lnTo>
                  <a:lnTo>
                    <a:pt x="65290" y="266585"/>
                  </a:lnTo>
                  <a:lnTo>
                    <a:pt x="80772" y="244386"/>
                  </a:lnTo>
                  <a:lnTo>
                    <a:pt x="94234" y="221208"/>
                  </a:lnTo>
                  <a:lnTo>
                    <a:pt x="94234" y="294081"/>
                  </a:lnTo>
                  <a:lnTo>
                    <a:pt x="90195" y="295186"/>
                  </a:lnTo>
                  <a:lnTo>
                    <a:pt x="45656" y="295186"/>
                  </a:lnTo>
                  <a:lnTo>
                    <a:pt x="56324" y="350405"/>
                  </a:lnTo>
                  <a:lnTo>
                    <a:pt x="115214" y="350405"/>
                  </a:lnTo>
                  <a:lnTo>
                    <a:pt x="126720" y="348538"/>
                  </a:lnTo>
                  <a:lnTo>
                    <a:pt x="136601" y="343141"/>
                  </a:lnTo>
                  <a:lnTo>
                    <a:pt x="143522" y="334568"/>
                  </a:lnTo>
                  <a:lnTo>
                    <a:pt x="146126" y="323164"/>
                  </a:lnTo>
                  <a:lnTo>
                    <a:pt x="146126" y="221208"/>
                  </a:lnTo>
                  <a:lnTo>
                    <a:pt x="146126" y="174459"/>
                  </a:lnTo>
                  <a:lnTo>
                    <a:pt x="162699" y="174459"/>
                  </a:lnTo>
                  <a:lnTo>
                    <a:pt x="162699" y="157530"/>
                  </a:lnTo>
                  <a:lnTo>
                    <a:pt x="173367" y="174091"/>
                  </a:lnTo>
                  <a:lnTo>
                    <a:pt x="178523" y="168567"/>
                  </a:lnTo>
                  <a:lnTo>
                    <a:pt x="180365" y="166725"/>
                  </a:lnTo>
                  <a:lnTo>
                    <a:pt x="182575" y="163410"/>
                  </a:lnTo>
                  <a:lnTo>
                    <a:pt x="182575" y="350405"/>
                  </a:lnTo>
                  <a:lnTo>
                    <a:pt x="235572" y="350405"/>
                  </a:lnTo>
                  <a:lnTo>
                    <a:pt x="235572" y="337527"/>
                  </a:lnTo>
                  <a:lnTo>
                    <a:pt x="354838" y="337527"/>
                  </a:lnTo>
                  <a:lnTo>
                    <a:pt x="354838" y="287464"/>
                  </a:lnTo>
                  <a:close/>
                </a:path>
                <a:path w="446404" h="701039">
                  <a:moveTo>
                    <a:pt x="360349" y="647065"/>
                  </a:moveTo>
                  <a:lnTo>
                    <a:pt x="306006" y="615226"/>
                  </a:lnTo>
                  <a:lnTo>
                    <a:pt x="273024" y="585152"/>
                  </a:lnTo>
                  <a:lnTo>
                    <a:pt x="244779" y="543636"/>
                  </a:lnTo>
                  <a:lnTo>
                    <a:pt x="227368" y="500595"/>
                  </a:lnTo>
                  <a:lnTo>
                    <a:pt x="217068" y="461556"/>
                  </a:lnTo>
                  <a:lnTo>
                    <a:pt x="210908" y="409282"/>
                  </a:lnTo>
                  <a:lnTo>
                    <a:pt x="210908" y="352234"/>
                  </a:lnTo>
                  <a:lnTo>
                    <a:pt x="151282" y="352234"/>
                  </a:lnTo>
                  <a:lnTo>
                    <a:pt x="151282" y="409282"/>
                  </a:lnTo>
                  <a:lnTo>
                    <a:pt x="149199" y="441502"/>
                  </a:lnTo>
                  <a:lnTo>
                    <a:pt x="133743" y="506336"/>
                  </a:lnTo>
                  <a:lnTo>
                    <a:pt x="98983" y="572389"/>
                  </a:lnTo>
                  <a:lnTo>
                    <a:pt x="71640" y="602703"/>
                  </a:lnTo>
                  <a:lnTo>
                    <a:pt x="38849" y="627786"/>
                  </a:lnTo>
                  <a:lnTo>
                    <a:pt x="368" y="648169"/>
                  </a:lnTo>
                  <a:lnTo>
                    <a:pt x="37553" y="700443"/>
                  </a:lnTo>
                  <a:lnTo>
                    <a:pt x="72999" y="677570"/>
                  </a:lnTo>
                  <a:lnTo>
                    <a:pt x="106997" y="648779"/>
                  </a:lnTo>
                  <a:lnTo>
                    <a:pt x="137617" y="614172"/>
                  </a:lnTo>
                  <a:lnTo>
                    <a:pt x="162953" y="573811"/>
                  </a:lnTo>
                  <a:lnTo>
                    <a:pt x="181102" y="527812"/>
                  </a:lnTo>
                  <a:lnTo>
                    <a:pt x="199085" y="572795"/>
                  </a:lnTo>
                  <a:lnTo>
                    <a:pt x="223024" y="612419"/>
                  </a:lnTo>
                  <a:lnTo>
                    <a:pt x="252196" y="646823"/>
                  </a:lnTo>
                  <a:lnTo>
                    <a:pt x="285940" y="676122"/>
                  </a:lnTo>
                  <a:lnTo>
                    <a:pt x="323545" y="700443"/>
                  </a:lnTo>
                  <a:lnTo>
                    <a:pt x="360349" y="647065"/>
                  </a:lnTo>
                  <a:close/>
                </a:path>
                <a:path w="446404" h="701039">
                  <a:moveTo>
                    <a:pt x="445808" y="535698"/>
                  </a:moveTo>
                  <a:lnTo>
                    <a:pt x="438759" y="536816"/>
                  </a:lnTo>
                  <a:lnTo>
                    <a:pt x="431698" y="537705"/>
                  </a:lnTo>
                  <a:lnTo>
                    <a:pt x="424611" y="538289"/>
                  </a:lnTo>
                  <a:lnTo>
                    <a:pt x="417461" y="538492"/>
                  </a:lnTo>
                  <a:lnTo>
                    <a:pt x="409473" y="538187"/>
                  </a:lnTo>
                  <a:lnTo>
                    <a:pt x="401231" y="536600"/>
                  </a:lnTo>
                  <a:lnTo>
                    <a:pt x="394779" y="532752"/>
                  </a:lnTo>
                  <a:lnTo>
                    <a:pt x="392163" y="525640"/>
                  </a:lnTo>
                  <a:lnTo>
                    <a:pt x="397979" y="515175"/>
                  </a:lnTo>
                  <a:lnTo>
                    <a:pt x="411937" y="508381"/>
                  </a:lnTo>
                  <a:lnTo>
                    <a:pt x="428853" y="504482"/>
                  </a:lnTo>
                  <a:lnTo>
                    <a:pt x="443522" y="502716"/>
                  </a:lnTo>
                  <a:lnTo>
                    <a:pt x="441223" y="494677"/>
                  </a:lnTo>
                  <a:lnTo>
                    <a:pt x="434517" y="495554"/>
                  </a:lnTo>
                  <a:lnTo>
                    <a:pt x="427888" y="496658"/>
                  </a:lnTo>
                  <a:lnTo>
                    <a:pt x="421424" y="498005"/>
                  </a:lnTo>
                  <a:lnTo>
                    <a:pt x="415175" y="499579"/>
                  </a:lnTo>
                  <a:lnTo>
                    <a:pt x="412724" y="493661"/>
                  </a:lnTo>
                  <a:lnTo>
                    <a:pt x="411695" y="485114"/>
                  </a:lnTo>
                  <a:lnTo>
                    <a:pt x="411695" y="477837"/>
                  </a:lnTo>
                  <a:lnTo>
                    <a:pt x="411873" y="473354"/>
                  </a:lnTo>
                  <a:lnTo>
                    <a:pt x="402996" y="473354"/>
                  </a:lnTo>
                  <a:lnTo>
                    <a:pt x="403212" y="479577"/>
                  </a:lnTo>
                  <a:lnTo>
                    <a:pt x="403834" y="487070"/>
                  </a:lnTo>
                  <a:lnTo>
                    <a:pt x="405193" y="494906"/>
                  </a:lnTo>
                  <a:lnTo>
                    <a:pt x="407644" y="502119"/>
                  </a:lnTo>
                  <a:lnTo>
                    <a:pt x="399364" y="505790"/>
                  </a:lnTo>
                  <a:lnTo>
                    <a:pt x="391845" y="510895"/>
                  </a:lnTo>
                  <a:lnTo>
                    <a:pt x="386397" y="517715"/>
                  </a:lnTo>
                  <a:lnTo>
                    <a:pt x="384289" y="526567"/>
                  </a:lnTo>
                  <a:lnTo>
                    <a:pt x="388035" y="537248"/>
                  </a:lnTo>
                  <a:lnTo>
                    <a:pt x="397205" y="543153"/>
                  </a:lnTo>
                  <a:lnTo>
                    <a:pt x="408673" y="545668"/>
                  </a:lnTo>
                  <a:lnTo>
                    <a:pt x="419315" y="546201"/>
                  </a:lnTo>
                  <a:lnTo>
                    <a:pt x="425894" y="546061"/>
                  </a:lnTo>
                  <a:lnTo>
                    <a:pt x="432422" y="545668"/>
                  </a:lnTo>
                  <a:lnTo>
                    <a:pt x="438950" y="545033"/>
                  </a:lnTo>
                  <a:lnTo>
                    <a:pt x="445465" y="544169"/>
                  </a:lnTo>
                  <a:lnTo>
                    <a:pt x="445808" y="5356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2697" y="2737927"/>
              <a:ext cx="243578" cy="29748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7119" y="732142"/>
              <a:ext cx="6403975" cy="668655"/>
            </a:xfrm>
            <a:custGeom>
              <a:avLst/>
              <a:gdLst/>
              <a:ahLst/>
              <a:cxnLst/>
              <a:rect l="l" t="t" r="r" b="b"/>
              <a:pathLst>
                <a:path w="6403975" h="668655">
                  <a:moveTo>
                    <a:pt x="6403606" y="0"/>
                  </a:moveTo>
                  <a:lnTo>
                    <a:pt x="0" y="0"/>
                  </a:lnTo>
                  <a:lnTo>
                    <a:pt x="0" y="668324"/>
                  </a:lnTo>
                  <a:lnTo>
                    <a:pt x="6403606" y="668324"/>
                  </a:lnTo>
                  <a:lnTo>
                    <a:pt x="640360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0206" y="1358723"/>
              <a:ext cx="0" cy="1694180"/>
            </a:xfrm>
            <a:custGeom>
              <a:avLst/>
              <a:gdLst/>
              <a:ahLst/>
              <a:cxnLst/>
              <a:rect l="l" t="t" r="r" b="b"/>
              <a:pathLst>
                <a:path w="0" h="1694180">
                  <a:moveTo>
                    <a:pt x="0" y="0"/>
                  </a:moveTo>
                  <a:lnTo>
                    <a:pt x="0" y="1693621"/>
                  </a:lnTo>
                </a:path>
              </a:pathLst>
            </a:custGeom>
            <a:ln w="702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801" y="1868828"/>
              <a:ext cx="140385" cy="2839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222" y="2176349"/>
              <a:ext cx="130530" cy="1178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178" y="2322426"/>
              <a:ext cx="133513" cy="42149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047" y="2763639"/>
              <a:ext cx="122923" cy="1273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2222" y="2922394"/>
              <a:ext cx="130530" cy="11785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5292" y="1735276"/>
              <a:ext cx="445134" cy="1316355"/>
            </a:xfrm>
            <a:custGeom>
              <a:avLst/>
              <a:gdLst/>
              <a:ahLst/>
              <a:cxnLst/>
              <a:rect l="l" t="t" r="r" b="b"/>
              <a:pathLst>
                <a:path w="445134" h="1316355">
                  <a:moveTo>
                    <a:pt x="433044" y="759256"/>
                  </a:moveTo>
                  <a:lnTo>
                    <a:pt x="328841" y="759256"/>
                  </a:lnTo>
                  <a:lnTo>
                    <a:pt x="312394" y="776122"/>
                  </a:lnTo>
                  <a:lnTo>
                    <a:pt x="298564" y="760437"/>
                  </a:lnTo>
                  <a:lnTo>
                    <a:pt x="286867" y="739343"/>
                  </a:lnTo>
                  <a:lnTo>
                    <a:pt x="277126" y="714654"/>
                  </a:lnTo>
                  <a:lnTo>
                    <a:pt x="269214" y="688149"/>
                  </a:lnTo>
                  <a:lnTo>
                    <a:pt x="337108" y="688149"/>
                  </a:lnTo>
                  <a:lnTo>
                    <a:pt x="402297" y="625424"/>
                  </a:lnTo>
                  <a:lnTo>
                    <a:pt x="256298" y="625424"/>
                  </a:lnTo>
                  <a:lnTo>
                    <a:pt x="254190" y="610831"/>
                  </a:lnTo>
                  <a:lnTo>
                    <a:pt x="252780" y="599516"/>
                  </a:lnTo>
                  <a:lnTo>
                    <a:pt x="251968" y="592188"/>
                  </a:lnTo>
                  <a:lnTo>
                    <a:pt x="251726" y="589572"/>
                  </a:lnTo>
                  <a:lnTo>
                    <a:pt x="364464" y="589572"/>
                  </a:lnTo>
                  <a:lnTo>
                    <a:pt x="369912" y="588683"/>
                  </a:lnTo>
                  <a:lnTo>
                    <a:pt x="379615" y="587108"/>
                  </a:lnTo>
                  <a:lnTo>
                    <a:pt x="391985" y="580390"/>
                  </a:lnTo>
                  <a:lnTo>
                    <a:pt x="400342" y="570433"/>
                  </a:lnTo>
                  <a:lnTo>
                    <a:pt x="403415" y="558279"/>
                  </a:lnTo>
                  <a:lnTo>
                    <a:pt x="403415" y="529031"/>
                  </a:lnTo>
                  <a:lnTo>
                    <a:pt x="403415" y="512673"/>
                  </a:lnTo>
                  <a:lnTo>
                    <a:pt x="403415" y="481380"/>
                  </a:lnTo>
                  <a:lnTo>
                    <a:pt x="400380" y="469176"/>
                  </a:lnTo>
                  <a:lnTo>
                    <a:pt x="392112" y="459130"/>
                  </a:lnTo>
                  <a:lnTo>
                    <a:pt x="379818" y="452323"/>
                  </a:lnTo>
                  <a:lnTo>
                    <a:pt x="364705" y="449808"/>
                  </a:lnTo>
                  <a:lnTo>
                    <a:pt x="323646" y="449770"/>
                  </a:lnTo>
                  <a:lnTo>
                    <a:pt x="323646" y="512673"/>
                  </a:lnTo>
                  <a:lnTo>
                    <a:pt x="323646" y="529031"/>
                  </a:lnTo>
                  <a:lnTo>
                    <a:pt x="174561" y="529031"/>
                  </a:lnTo>
                  <a:lnTo>
                    <a:pt x="174561" y="625424"/>
                  </a:lnTo>
                  <a:lnTo>
                    <a:pt x="88290" y="625424"/>
                  </a:lnTo>
                  <a:lnTo>
                    <a:pt x="88290" y="588683"/>
                  </a:lnTo>
                  <a:lnTo>
                    <a:pt x="172986" y="588683"/>
                  </a:lnTo>
                  <a:lnTo>
                    <a:pt x="173024" y="592188"/>
                  </a:lnTo>
                  <a:lnTo>
                    <a:pt x="173151" y="599516"/>
                  </a:lnTo>
                  <a:lnTo>
                    <a:pt x="173431" y="607479"/>
                  </a:lnTo>
                  <a:lnTo>
                    <a:pt x="173926" y="616559"/>
                  </a:lnTo>
                  <a:lnTo>
                    <a:pt x="174561" y="625424"/>
                  </a:lnTo>
                  <a:lnTo>
                    <a:pt x="174561" y="529031"/>
                  </a:lnTo>
                  <a:lnTo>
                    <a:pt x="89789" y="529031"/>
                  </a:lnTo>
                  <a:lnTo>
                    <a:pt x="89789" y="512673"/>
                  </a:lnTo>
                  <a:lnTo>
                    <a:pt x="323646" y="512673"/>
                  </a:lnTo>
                  <a:lnTo>
                    <a:pt x="323646" y="449770"/>
                  </a:lnTo>
                  <a:lnTo>
                    <a:pt x="11899" y="449453"/>
                  </a:lnTo>
                  <a:lnTo>
                    <a:pt x="11899" y="828598"/>
                  </a:lnTo>
                  <a:lnTo>
                    <a:pt x="14947" y="840816"/>
                  </a:lnTo>
                  <a:lnTo>
                    <a:pt x="23279" y="850785"/>
                  </a:lnTo>
                  <a:lnTo>
                    <a:pt x="35648" y="857491"/>
                  </a:lnTo>
                  <a:lnTo>
                    <a:pt x="50812" y="859942"/>
                  </a:lnTo>
                  <a:lnTo>
                    <a:pt x="59232" y="859282"/>
                  </a:lnTo>
                  <a:lnTo>
                    <a:pt x="173736" y="759891"/>
                  </a:lnTo>
                  <a:lnTo>
                    <a:pt x="87541" y="759891"/>
                  </a:lnTo>
                  <a:lnTo>
                    <a:pt x="87541" y="689368"/>
                  </a:lnTo>
                  <a:lnTo>
                    <a:pt x="184226" y="689368"/>
                  </a:lnTo>
                  <a:lnTo>
                    <a:pt x="184658" y="688149"/>
                  </a:lnTo>
                  <a:lnTo>
                    <a:pt x="212979" y="763676"/>
                  </a:lnTo>
                  <a:lnTo>
                    <a:pt x="246900" y="814539"/>
                  </a:lnTo>
                  <a:lnTo>
                    <a:pt x="275374" y="843216"/>
                  </a:lnTo>
                  <a:lnTo>
                    <a:pt x="302501" y="859040"/>
                  </a:lnTo>
                  <a:lnTo>
                    <a:pt x="311645" y="859040"/>
                  </a:lnTo>
                  <a:lnTo>
                    <a:pt x="415696" y="776122"/>
                  </a:lnTo>
                  <a:lnTo>
                    <a:pt x="433044" y="759256"/>
                  </a:lnTo>
                  <a:close/>
                </a:path>
                <a:path w="445134" h="1316355">
                  <a:moveTo>
                    <a:pt x="438848" y="1212265"/>
                  </a:moveTo>
                  <a:lnTo>
                    <a:pt x="333959" y="1212265"/>
                  </a:lnTo>
                  <a:lnTo>
                    <a:pt x="292747" y="1251800"/>
                  </a:lnTo>
                  <a:lnTo>
                    <a:pt x="278904" y="1251800"/>
                  </a:lnTo>
                  <a:lnTo>
                    <a:pt x="278904" y="1184719"/>
                  </a:lnTo>
                  <a:lnTo>
                    <a:pt x="278904" y="1175804"/>
                  </a:lnTo>
                  <a:lnTo>
                    <a:pt x="330314" y="1175804"/>
                  </a:lnTo>
                  <a:lnTo>
                    <a:pt x="345719" y="1173327"/>
                  </a:lnTo>
                  <a:lnTo>
                    <a:pt x="358114" y="1166634"/>
                  </a:lnTo>
                  <a:lnTo>
                    <a:pt x="366483" y="1156690"/>
                  </a:lnTo>
                  <a:lnTo>
                    <a:pt x="369557" y="1144473"/>
                  </a:lnTo>
                  <a:lnTo>
                    <a:pt x="369557" y="1113091"/>
                  </a:lnTo>
                  <a:lnTo>
                    <a:pt x="369557" y="1089380"/>
                  </a:lnTo>
                  <a:lnTo>
                    <a:pt x="369557" y="1066469"/>
                  </a:lnTo>
                  <a:lnTo>
                    <a:pt x="374446" y="1066469"/>
                  </a:lnTo>
                  <a:lnTo>
                    <a:pt x="389585" y="1064006"/>
                  </a:lnTo>
                  <a:lnTo>
                    <a:pt x="401955" y="1057275"/>
                  </a:lnTo>
                  <a:lnTo>
                    <a:pt x="410298" y="1047305"/>
                  </a:lnTo>
                  <a:lnTo>
                    <a:pt x="413359" y="1035126"/>
                  </a:lnTo>
                  <a:lnTo>
                    <a:pt x="413359" y="1028179"/>
                  </a:lnTo>
                  <a:lnTo>
                    <a:pt x="413359" y="1008862"/>
                  </a:lnTo>
                  <a:lnTo>
                    <a:pt x="413359" y="944943"/>
                  </a:lnTo>
                  <a:lnTo>
                    <a:pt x="413359" y="944613"/>
                  </a:lnTo>
                  <a:lnTo>
                    <a:pt x="351917" y="944613"/>
                  </a:lnTo>
                  <a:lnTo>
                    <a:pt x="359232" y="933869"/>
                  </a:lnTo>
                  <a:lnTo>
                    <a:pt x="360845" y="930465"/>
                  </a:lnTo>
                  <a:lnTo>
                    <a:pt x="361683" y="926833"/>
                  </a:lnTo>
                  <a:lnTo>
                    <a:pt x="361683" y="922985"/>
                  </a:lnTo>
                  <a:lnTo>
                    <a:pt x="358609" y="910780"/>
                  </a:lnTo>
                  <a:lnTo>
                    <a:pt x="350266" y="900836"/>
                  </a:lnTo>
                  <a:lnTo>
                    <a:pt x="338035" y="894219"/>
                  </a:lnTo>
                  <a:lnTo>
                    <a:pt x="338416" y="894219"/>
                  </a:lnTo>
                  <a:lnTo>
                    <a:pt x="333959" y="893508"/>
                  </a:lnTo>
                  <a:lnTo>
                    <a:pt x="333959" y="1008862"/>
                  </a:lnTo>
                  <a:lnTo>
                    <a:pt x="333959" y="1028179"/>
                  </a:lnTo>
                  <a:lnTo>
                    <a:pt x="288963" y="1028179"/>
                  </a:lnTo>
                  <a:lnTo>
                    <a:pt x="288963" y="1089380"/>
                  </a:lnTo>
                  <a:lnTo>
                    <a:pt x="288963" y="1113091"/>
                  </a:lnTo>
                  <a:lnTo>
                    <a:pt x="133489" y="1113091"/>
                  </a:lnTo>
                  <a:lnTo>
                    <a:pt x="133489" y="1089380"/>
                  </a:lnTo>
                  <a:lnTo>
                    <a:pt x="288963" y="1089380"/>
                  </a:lnTo>
                  <a:lnTo>
                    <a:pt x="288963" y="1028179"/>
                  </a:lnTo>
                  <a:lnTo>
                    <a:pt x="92608" y="1028179"/>
                  </a:lnTo>
                  <a:lnTo>
                    <a:pt x="92608" y="1008862"/>
                  </a:lnTo>
                  <a:lnTo>
                    <a:pt x="333959" y="1008862"/>
                  </a:lnTo>
                  <a:lnTo>
                    <a:pt x="333959" y="893508"/>
                  </a:lnTo>
                  <a:lnTo>
                    <a:pt x="322707" y="891679"/>
                  </a:lnTo>
                  <a:lnTo>
                    <a:pt x="314464" y="892390"/>
                  </a:lnTo>
                  <a:lnTo>
                    <a:pt x="306819" y="894397"/>
                  </a:lnTo>
                  <a:lnTo>
                    <a:pt x="299948" y="897585"/>
                  </a:lnTo>
                  <a:lnTo>
                    <a:pt x="295363" y="900836"/>
                  </a:lnTo>
                  <a:lnTo>
                    <a:pt x="293852" y="901852"/>
                  </a:lnTo>
                  <a:lnTo>
                    <a:pt x="254927" y="938199"/>
                  </a:lnTo>
                  <a:lnTo>
                    <a:pt x="249415" y="943254"/>
                  </a:lnTo>
                  <a:lnTo>
                    <a:pt x="247421" y="944943"/>
                  </a:lnTo>
                  <a:lnTo>
                    <a:pt x="247421" y="943457"/>
                  </a:lnTo>
                  <a:lnTo>
                    <a:pt x="247421" y="921766"/>
                  </a:lnTo>
                  <a:lnTo>
                    <a:pt x="244424" y="910043"/>
                  </a:lnTo>
                  <a:lnTo>
                    <a:pt x="244348" y="909764"/>
                  </a:lnTo>
                  <a:lnTo>
                    <a:pt x="235991" y="900239"/>
                  </a:lnTo>
                  <a:lnTo>
                    <a:pt x="223685" y="894003"/>
                  </a:lnTo>
                  <a:lnTo>
                    <a:pt x="223926" y="894003"/>
                  </a:lnTo>
                  <a:lnTo>
                    <a:pt x="208381" y="891679"/>
                  </a:lnTo>
                  <a:lnTo>
                    <a:pt x="193243" y="894003"/>
                  </a:lnTo>
                  <a:lnTo>
                    <a:pt x="180924" y="900404"/>
                  </a:lnTo>
                  <a:lnTo>
                    <a:pt x="172643" y="910043"/>
                  </a:lnTo>
                  <a:lnTo>
                    <a:pt x="169697" y="921766"/>
                  </a:lnTo>
                  <a:lnTo>
                    <a:pt x="169735" y="933869"/>
                  </a:lnTo>
                  <a:lnTo>
                    <a:pt x="169837" y="943457"/>
                  </a:lnTo>
                  <a:lnTo>
                    <a:pt x="118872" y="898575"/>
                  </a:lnTo>
                  <a:lnTo>
                    <a:pt x="112141" y="894219"/>
                  </a:lnTo>
                  <a:lnTo>
                    <a:pt x="103733" y="891679"/>
                  </a:lnTo>
                  <a:lnTo>
                    <a:pt x="94538" y="891679"/>
                  </a:lnTo>
                  <a:lnTo>
                    <a:pt x="78816" y="894219"/>
                  </a:lnTo>
                  <a:lnTo>
                    <a:pt x="79197" y="894219"/>
                  </a:lnTo>
                  <a:lnTo>
                    <a:pt x="66967" y="900836"/>
                  </a:lnTo>
                  <a:lnTo>
                    <a:pt x="58623" y="910780"/>
                  </a:lnTo>
                  <a:lnTo>
                    <a:pt x="55562" y="922985"/>
                  </a:lnTo>
                  <a:lnTo>
                    <a:pt x="55562" y="929360"/>
                  </a:lnTo>
                  <a:lnTo>
                    <a:pt x="57937" y="935215"/>
                  </a:lnTo>
                  <a:lnTo>
                    <a:pt x="61988" y="940219"/>
                  </a:lnTo>
                  <a:lnTo>
                    <a:pt x="65290" y="944219"/>
                  </a:lnTo>
                  <a:lnTo>
                    <a:pt x="10185" y="944219"/>
                  </a:lnTo>
                  <a:lnTo>
                    <a:pt x="10502" y="1008862"/>
                  </a:lnTo>
                  <a:lnTo>
                    <a:pt x="14655" y="1049896"/>
                  </a:lnTo>
                  <a:lnTo>
                    <a:pt x="54051" y="1067358"/>
                  </a:lnTo>
                  <a:lnTo>
                    <a:pt x="54051" y="1176159"/>
                  </a:lnTo>
                  <a:lnTo>
                    <a:pt x="104622" y="1176159"/>
                  </a:lnTo>
                  <a:lnTo>
                    <a:pt x="12458" y="1265682"/>
                  </a:lnTo>
                  <a:lnTo>
                    <a:pt x="7378" y="1270901"/>
                  </a:lnTo>
                  <a:lnTo>
                    <a:pt x="6096" y="1277493"/>
                  </a:lnTo>
                  <a:lnTo>
                    <a:pt x="6096" y="1284655"/>
                  </a:lnTo>
                  <a:lnTo>
                    <a:pt x="9144" y="1296847"/>
                  </a:lnTo>
                  <a:lnTo>
                    <a:pt x="17500" y="1306804"/>
                  </a:lnTo>
                  <a:lnTo>
                    <a:pt x="29883" y="1313522"/>
                  </a:lnTo>
                  <a:lnTo>
                    <a:pt x="45072" y="1315986"/>
                  </a:lnTo>
                  <a:lnTo>
                    <a:pt x="52717" y="1315389"/>
                  </a:lnTo>
                  <a:lnTo>
                    <a:pt x="59855" y="1313662"/>
                  </a:lnTo>
                  <a:lnTo>
                    <a:pt x="66332" y="1310919"/>
                  </a:lnTo>
                  <a:lnTo>
                    <a:pt x="71996" y="1307274"/>
                  </a:lnTo>
                  <a:lnTo>
                    <a:pt x="199580" y="1184719"/>
                  </a:lnTo>
                  <a:lnTo>
                    <a:pt x="199644" y="1212265"/>
                  </a:lnTo>
                  <a:lnTo>
                    <a:pt x="199732" y="1251800"/>
                  </a:lnTo>
                  <a:lnTo>
                    <a:pt x="202819" y="1296187"/>
                  </a:lnTo>
                  <a:lnTo>
                    <a:pt x="238442" y="1315034"/>
                  </a:lnTo>
                  <a:lnTo>
                    <a:pt x="330225" y="1315034"/>
                  </a:lnTo>
                  <a:lnTo>
                    <a:pt x="397052" y="1251800"/>
                  </a:lnTo>
                  <a:lnTo>
                    <a:pt x="438848" y="1212265"/>
                  </a:lnTo>
                  <a:close/>
                </a:path>
                <a:path w="445134" h="1316355">
                  <a:moveTo>
                    <a:pt x="444919" y="348030"/>
                  </a:moveTo>
                  <a:lnTo>
                    <a:pt x="330581" y="348030"/>
                  </a:lnTo>
                  <a:lnTo>
                    <a:pt x="330581" y="150901"/>
                  </a:lnTo>
                  <a:lnTo>
                    <a:pt x="361467" y="150901"/>
                  </a:lnTo>
                  <a:lnTo>
                    <a:pt x="403580" y="110439"/>
                  </a:lnTo>
                  <a:lnTo>
                    <a:pt x="427558" y="87401"/>
                  </a:lnTo>
                  <a:lnTo>
                    <a:pt x="329120" y="87401"/>
                  </a:lnTo>
                  <a:lnTo>
                    <a:pt x="329247" y="71882"/>
                  </a:lnTo>
                  <a:lnTo>
                    <a:pt x="329336" y="59855"/>
                  </a:lnTo>
                  <a:lnTo>
                    <a:pt x="329412" y="49898"/>
                  </a:lnTo>
                  <a:lnTo>
                    <a:pt x="329488" y="40271"/>
                  </a:lnTo>
                  <a:lnTo>
                    <a:pt x="329565" y="31026"/>
                  </a:lnTo>
                  <a:lnTo>
                    <a:pt x="326694" y="19570"/>
                  </a:lnTo>
                  <a:lnTo>
                    <a:pt x="326593" y="19177"/>
                  </a:lnTo>
                  <a:lnTo>
                    <a:pt x="326529" y="18935"/>
                  </a:lnTo>
                  <a:lnTo>
                    <a:pt x="318249" y="9232"/>
                  </a:lnTo>
                  <a:lnTo>
                    <a:pt x="306158" y="2895"/>
                  </a:lnTo>
                  <a:lnTo>
                    <a:pt x="306705" y="2895"/>
                  </a:lnTo>
                  <a:lnTo>
                    <a:pt x="290804" y="431"/>
                  </a:lnTo>
                  <a:lnTo>
                    <a:pt x="275628" y="2895"/>
                  </a:lnTo>
                  <a:lnTo>
                    <a:pt x="263232" y="9613"/>
                  </a:lnTo>
                  <a:lnTo>
                    <a:pt x="254876" y="19570"/>
                  </a:lnTo>
                  <a:lnTo>
                    <a:pt x="251993" y="31026"/>
                  </a:lnTo>
                  <a:lnTo>
                    <a:pt x="251917" y="31330"/>
                  </a:lnTo>
                  <a:lnTo>
                    <a:pt x="251802" y="87401"/>
                  </a:lnTo>
                  <a:lnTo>
                    <a:pt x="199872" y="87401"/>
                  </a:lnTo>
                  <a:lnTo>
                    <a:pt x="206019" y="72059"/>
                  </a:lnTo>
                  <a:lnTo>
                    <a:pt x="206095" y="71882"/>
                  </a:lnTo>
                  <a:lnTo>
                    <a:pt x="209372" y="61798"/>
                  </a:lnTo>
                  <a:lnTo>
                    <a:pt x="210769" y="52730"/>
                  </a:lnTo>
                  <a:lnTo>
                    <a:pt x="211239" y="43192"/>
                  </a:lnTo>
                  <a:lnTo>
                    <a:pt x="211353" y="40728"/>
                  </a:lnTo>
                  <a:lnTo>
                    <a:pt x="211378" y="40271"/>
                  </a:lnTo>
                  <a:lnTo>
                    <a:pt x="151688" y="40271"/>
                  </a:lnTo>
                  <a:lnTo>
                    <a:pt x="151638" y="31026"/>
                  </a:lnTo>
                  <a:lnTo>
                    <a:pt x="148755" y="19570"/>
                  </a:lnTo>
                  <a:lnTo>
                    <a:pt x="148653" y="19177"/>
                  </a:lnTo>
                  <a:lnTo>
                    <a:pt x="140322" y="9232"/>
                  </a:lnTo>
                  <a:lnTo>
                    <a:pt x="127927" y="2476"/>
                  </a:lnTo>
                  <a:lnTo>
                    <a:pt x="112776" y="0"/>
                  </a:lnTo>
                  <a:lnTo>
                    <a:pt x="97586" y="2476"/>
                  </a:lnTo>
                  <a:lnTo>
                    <a:pt x="85191" y="9232"/>
                  </a:lnTo>
                  <a:lnTo>
                    <a:pt x="76873" y="19177"/>
                  </a:lnTo>
                  <a:lnTo>
                    <a:pt x="73901" y="31026"/>
                  </a:lnTo>
                  <a:lnTo>
                    <a:pt x="73825" y="40728"/>
                  </a:lnTo>
                  <a:lnTo>
                    <a:pt x="52285" y="40728"/>
                  </a:lnTo>
                  <a:lnTo>
                    <a:pt x="37134" y="43192"/>
                  </a:lnTo>
                  <a:lnTo>
                    <a:pt x="24752" y="49898"/>
                  </a:lnTo>
                  <a:lnTo>
                    <a:pt x="16395" y="59855"/>
                  </a:lnTo>
                  <a:lnTo>
                    <a:pt x="13373" y="71882"/>
                  </a:lnTo>
                  <a:lnTo>
                    <a:pt x="13322" y="72059"/>
                  </a:lnTo>
                  <a:lnTo>
                    <a:pt x="16395" y="84239"/>
                  </a:lnTo>
                  <a:lnTo>
                    <a:pt x="24752" y="94195"/>
                  </a:lnTo>
                  <a:lnTo>
                    <a:pt x="37134" y="100926"/>
                  </a:lnTo>
                  <a:lnTo>
                    <a:pt x="52285" y="103403"/>
                  </a:lnTo>
                  <a:lnTo>
                    <a:pt x="115379" y="103403"/>
                  </a:lnTo>
                  <a:lnTo>
                    <a:pt x="87223" y="163144"/>
                  </a:lnTo>
                  <a:lnTo>
                    <a:pt x="66471" y="201129"/>
                  </a:lnTo>
                  <a:lnTo>
                    <a:pt x="42926" y="233616"/>
                  </a:lnTo>
                  <a:lnTo>
                    <a:pt x="4305" y="279298"/>
                  </a:lnTo>
                  <a:lnTo>
                    <a:pt x="2501" y="281368"/>
                  </a:lnTo>
                  <a:lnTo>
                    <a:pt x="0" y="287489"/>
                  </a:lnTo>
                  <a:lnTo>
                    <a:pt x="0" y="294017"/>
                  </a:lnTo>
                  <a:lnTo>
                    <a:pt x="3073" y="306209"/>
                  </a:lnTo>
                  <a:lnTo>
                    <a:pt x="11430" y="316141"/>
                  </a:lnTo>
                  <a:lnTo>
                    <a:pt x="23837" y="322846"/>
                  </a:lnTo>
                  <a:lnTo>
                    <a:pt x="39039" y="325297"/>
                  </a:lnTo>
                  <a:lnTo>
                    <a:pt x="48742" y="324319"/>
                  </a:lnTo>
                  <a:lnTo>
                    <a:pt x="57569" y="321538"/>
                  </a:lnTo>
                  <a:lnTo>
                    <a:pt x="65189" y="317207"/>
                  </a:lnTo>
                  <a:lnTo>
                    <a:pt x="71297" y="311531"/>
                  </a:lnTo>
                  <a:lnTo>
                    <a:pt x="71297" y="410908"/>
                  </a:lnTo>
                  <a:lnTo>
                    <a:pt x="152641" y="410908"/>
                  </a:lnTo>
                  <a:lnTo>
                    <a:pt x="152641" y="311531"/>
                  </a:lnTo>
                  <a:lnTo>
                    <a:pt x="152641" y="237820"/>
                  </a:lnTo>
                  <a:lnTo>
                    <a:pt x="163931" y="245224"/>
                  </a:lnTo>
                  <a:lnTo>
                    <a:pt x="166065" y="247078"/>
                  </a:lnTo>
                  <a:lnTo>
                    <a:pt x="168541" y="248666"/>
                  </a:lnTo>
                  <a:lnTo>
                    <a:pt x="171386" y="250088"/>
                  </a:lnTo>
                  <a:lnTo>
                    <a:pt x="177355" y="253136"/>
                  </a:lnTo>
                  <a:lnTo>
                    <a:pt x="184302" y="254838"/>
                  </a:lnTo>
                  <a:lnTo>
                    <a:pt x="191871" y="254838"/>
                  </a:lnTo>
                  <a:lnTo>
                    <a:pt x="207022" y="252374"/>
                  </a:lnTo>
                  <a:lnTo>
                    <a:pt x="219405" y="245668"/>
                  </a:lnTo>
                  <a:lnTo>
                    <a:pt x="225983" y="237820"/>
                  </a:lnTo>
                  <a:lnTo>
                    <a:pt x="227761" y="235699"/>
                  </a:lnTo>
                  <a:lnTo>
                    <a:pt x="230822" y="223494"/>
                  </a:lnTo>
                  <a:lnTo>
                    <a:pt x="230822" y="216077"/>
                  </a:lnTo>
                  <a:lnTo>
                    <a:pt x="227622" y="209296"/>
                  </a:lnTo>
                  <a:lnTo>
                    <a:pt x="222313" y="203936"/>
                  </a:lnTo>
                  <a:lnTo>
                    <a:pt x="172072" y="156146"/>
                  </a:lnTo>
                  <a:lnTo>
                    <a:pt x="184086" y="132384"/>
                  </a:lnTo>
                  <a:lnTo>
                    <a:pt x="190347" y="119710"/>
                  </a:lnTo>
                  <a:lnTo>
                    <a:pt x="192862" y="113817"/>
                  </a:lnTo>
                  <a:lnTo>
                    <a:pt x="193662" y="110439"/>
                  </a:lnTo>
                  <a:lnTo>
                    <a:pt x="193662" y="150520"/>
                  </a:lnTo>
                  <a:lnTo>
                    <a:pt x="250164" y="150520"/>
                  </a:lnTo>
                  <a:lnTo>
                    <a:pt x="250164" y="348234"/>
                  </a:lnTo>
                  <a:lnTo>
                    <a:pt x="178739" y="348234"/>
                  </a:lnTo>
                  <a:lnTo>
                    <a:pt x="178739" y="411060"/>
                  </a:lnTo>
                  <a:lnTo>
                    <a:pt x="376097" y="411060"/>
                  </a:lnTo>
                  <a:lnTo>
                    <a:pt x="444919" y="34803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1340" y="1502313"/>
              <a:ext cx="689610" cy="168275"/>
            </a:xfrm>
            <a:custGeom>
              <a:avLst/>
              <a:gdLst/>
              <a:ahLst/>
              <a:cxnLst/>
              <a:rect l="l" t="t" r="r" b="b"/>
              <a:pathLst>
                <a:path w="689610" h="168275">
                  <a:moveTo>
                    <a:pt x="689178" y="84137"/>
                  </a:moveTo>
                  <a:lnTo>
                    <a:pt x="681586" y="116807"/>
                  </a:lnTo>
                  <a:lnTo>
                    <a:pt x="660914" y="143560"/>
                  </a:lnTo>
                  <a:lnTo>
                    <a:pt x="630317" y="161636"/>
                  </a:lnTo>
                  <a:lnTo>
                    <a:pt x="592950" y="168275"/>
                  </a:lnTo>
                  <a:lnTo>
                    <a:pt x="96215" y="168275"/>
                  </a:lnTo>
                  <a:lnTo>
                    <a:pt x="58855" y="161636"/>
                  </a:lnTo>
                  <a:lnTo>
                    <a:pt x="28262" y="143560"/>
                  </a:lnTo>
                  <a:lnTo>
                    <a:pt x="7591" y="116807"/>
                  </a:lnTo>
                  <a:lnTo>
                    <a:pt x="0" y="84137"/>
                  </a:lnTo>
                  <a:lnTo>
                    <a:pt x="7591" y="51467"/>
                  </a:lnTo>
                  <a:lnTo>
                    <a:pt x="28262" y="24714"/>
                  </a:lnTo>
                  <a:lnTo>
                    <a:pt x="58855" y="6638"/>
                  </a:lnTo>
                  <a:lnTo>
                    <a:pt x="96215" y="0"/>
                  </a:lnTo>
                  <a:lnTo>
                    <a:pt x="592950" y="0"/>
                  </a:lnTo>
                  <a:lnTo>
                    <a:pt x="630317" y="6638"/>
                  </a:lnTo>
                  <a:lnTo>
                    <a:pt x="660914" y="24714"/>
                  </a:lnTo>
                  <a:lnTo>
                    <a:pt x="681586" y="51467"/>
                  </a:lnTo>
                  <a:lnTo>
                    <a:pt x="689178" y="84137"/>
                  </a:lnTo>
                  <a:close/>
                </a:path>
              </a:pathLst>
            </a:custGeom>
            <a:ln w="1436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1543" y="1526297"/>
              <a:ext cx="502335" cy="12049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11821" y="812978"/>
              <a:ext cx="1417637" cy="2000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06353" y="1100683"/>
              <a:ext cx="204647" cy="19916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01218" y="781633"/>
              <a:ext cx="6031865" cy="557530"/>
            </a:xfrm>
            <a:custGeom>
              <a:avLst/>
              <a:gdLst/>
              <a:ahLst/>
              <a:cxnLst/>
              <a:rect l="l" t="t" r="r" b="b"/>
              <a:pathLst>
                <a:path w="6031865" h="557530">
                  <a:moveTo>
                    <a:pt x="239903" y="352044"/>
                  </a:moveTo>
                  <a:lnTo>
                    <a:pt x="174625" y="303085"/>
                  </a:lnTo>
                  <a:lnTo>
                    <a:pt x="151307" y="354380"/>
                  </a:lnTo>
                  <a:lnTo>
                    <a:pt x="143141" y="370713"/>
                  </a:lnTo>
                  <a:lnTo>
                    <a:pt x="134988" y="382371"/>
                  </a:lnTo>
                  <a:lnTo>
                    <a:pt x="126822" y="389356"/>
                  </a:lnTo>
                  <a:lnTo>
                    <a:pt x="118681" y="391680"/>
                  </a:lnTo>
                  <a:lnTo>
                    <a:pt x="112991" y="390372"/>
                  </a:lnTo>
                  <a:lnTo>
                    <a:pt x="91274" y="351472"/>
                  </a:lnTo>
                  <a:lnTo>
                    <a:pt x="83121" y="304406"/>
                  </a:lnTo>
                  <a:lnTo>
                    <a:pt x="80784" y="268274"/>
                  </a:lnTo>
                  <a:lnTo>
                    <a:pt x="81368" y="254127"/>
                  </a:lnTo>
                  <a:lnTo>
                    <a:pt x="84861" y="215099"/>
                  </a:lnTo>
                  <a:lnTo>
                    <a:pt x="90690" y="172529"/>
                  </a:lnTo>
                  <a:lnTo>
                    <a:pt x="100012" y="122999"/>
                  </a:lnTo>
                  <a:lnTo>
                    <a:pt x="114007" y="76936"/>
                  </a:lnTo>
                  <a:lnTo>
                    <a:pt x="30086" y="51295"/>
                  </a:lnTo>
                  <a:lnTo>
                    <a:pt x="15709" y="115912"/>
                  </a:lnTo>
                  <a:lnTo>
                    <a:pt x="5905" y="176542"/>
                  </a:lnTo>
                  <a:lnTo>
                    <a:pt x="660" y="233159"/>
                  </a:lnTo>
                  <a:lnTo>
                    <a:pt x="0" y="285038"/>
                  </a:lnTo>
                  <a:lnTo>
                    <a:pt x="0" y="285788"/>
                  </a:lnTo>
                  <a:lnTo>
                    <a:pt x="3898" y="334416"/>
                  </a:lnTo>
                  <a:lnTo>
                    <a:pt x="12369" y="379044"/>
                  </a:lnTo>
                  <a:lnTo>
                    <a:pt x="25412" y="419658"/>
                  </a:lnTo>
                  <a:lnTo>
                    <a:pt x="44069" y="454634"/>
                  </a:lnTo>
                  <a:lnTo>
                    <a:pt x="72047" y="484936"/>
                  </a:lnTo>
                  <a:lnTo>
                    <a:pt x="119684" y="506793"/>
                  </a:lnTo>
                  <a:lnTo>
                    <a:pt x="134988" y="503593"/>
                  </a:lnTo>
                  <a:lnTo>
                    <a:pt x="181762" y="463816"/>
                  </a:lnTo>
                  <a:lnTo>
                    <a:pt x="211061" y="418503"/>
                  </a:lnTo>
                  <a:lnTo>
                    <a:pt x="224447" y="391680"/>
                  </a:lnTo>
                  <a:lnTo>
                    <a:pt x="232041" y="374205"/>
                  </a:lnTo>
                  <a:lnTo>
                    <a:pt x="239903" y="352044"/>
                  </a:lnTo>
                  <a:close/>
                </a:path>
                <a:path w="6031865" h="557530">
                  <a:moveTo>
                    <a:pt x="501027" y="363702"/>
                  </a:moveTo>
                  <a:lnTo>
                    <a:pt x="489038" y="315988"/>
                  </a:lnTo>
                  <a:lnTo>
                    <a:pt x="474840" y="269163"/>
                  </a:lnTo>
                  <a:lnTo>
                    <a:pt x="458457" y="223253"/>
                  </a:lnTo>
                  <a:lnTo>
                    <a:pt x="439877" y="178244"/>
                  </a:lnTo>
                  <a:lnTo>
                    <a:pt x="419087" y="134137"/>
                  </a:lnTo>
                  <a:lnTo>
                    <a:pt x="396100" y="90932"/>
                  </a:lnTo>
                  <a:lnTo>
                    <a:pt x="323837" y="128231"/>
                  </a:lnTo>
                  <a:lnTo>
                    <a:pt x="343979" y="169303"/>
                  </a:lnTo>
                  <a:lnTo>
                    <a:pt x="362432" y="211658"/>
                  </a:lnTo>
                  <a:lnTo>
                    <a:pt x="379196" y="255308"/>
                  </a:lnTo>
                  <a:lnTo>
                    <a:pt x="394284" y="300253"/>
                  </a:lnTo>
                  <a:lnTo>
                    <a:pt x="407695" y="346494"/>
                  </a:lnTo>
                  <a:lnTo>
                    <a:pt x="419417" y="394017"/>
                  </a:lnTo>
                  <a:lnTo>
                    <a:pt x="501027" y="363702"/>
                  </a:lnTo>
                  <a:close/>
                </a:path>
                <a:path w="6031865" h="557530">
                  <a:moveTo>
                    <a:pt x="968311" y="424319"/>
                  </a:moveTo>
                  <a:lnTo>
                    <a:pt x="927658" y="401739"/>
                  </a:lnTo>
                  <a:lnTo>
                    <a:pt x="884961" y="382943"/>
                  </a:lnTo>
                  <a:lnTo>
                    <a:pt x="840219" y="367944"/>
                  </a:lnTo>
                  <a:lnTo>
                    <a:pt x="793445" y="356704"/>
                  </a:lnTo>
                  <a:lnTo>
                    <a:pt x="792988" y="347980"/>
                  </a:lnTo>
                  <a:lnTo>
                    <a:pt x="792962" y="347383"/>
                  </a:lnTo>
                  <a:lnTo>
                    <a:pt x="791425" y="318249"/>
                  </a:lnTo>
                  <a:lnTo>
                    <a:pt x="791362" y="317080"/>
                  </a:lnTo>
                  <a:lnTo>
                    <a:pt x="791222" y="314325"/>
                  </a:lnTo>
                  <a:lnTo>
                    <a:pt x="791121" y="312420"/>
                  </a:lnTo>
                  <a:lnTo>
                    <a:pt x="834974" y="307771"/>
                  </a:lnTo>
                  <a:lnTo>
                    <a:pt x="873290" y="303110"/>
                  </a:lnTo>
                  <a:lnTo>
                    <a:pt x="906081" y="298437"/>
                  </a:lnTo>
                  <a:lnTo>
                    <a:pt x="933335" y="293763"/>
                  </a:lnTo>
                  <a:lnTo>
                    <a:pt x="933335" y="241312"/>
                  </a:lnTo>
                  <a:lnTo>
                    <a:pt x="933335" y="235496"/>
                  </a:lnTo>
                  <a:lnTo>
                    <a:pt x="933335" y="214490"/>
                  </a:lnTo>
                  <a:lnTo>
                    <a:pt x="891070" y="222808"/>
                  </a:lnTo>
                  <a:lnTo>
                    <a:pt x="852893" y="229082"/>
                  </a:lnTo>
                  <a:lnTo>
                    <a:pt x="818807" y="233299"/>
                  </a:lnTo>
                  <a:lnTo>
                    <a:pt x="788784" y="235483"/>
                  </a:lnTo>
                  <a:lnTo>
                    <a:pt x="788784" y="165531"/>
                  </a:lnTo>
                  <a:lnTo>
                    <a:pt x="869226" y="163804"/>
                  </a:lnTo>
                  <a:lnTo>
                    <a:pt x="947331" y="163207"/>
                  </a:lnTo>
                  <a:lnTo>
                    <a:pt x="947331" y="88595"/>
                  </a:lnTo>
                  <a:lnTo>
                    <a:pt x="791121" y="88595"/>
                  </a:lnTo>
                  <a:lnTo>
                    <a:pt x="793445" y="27978"/>
                  </a:lnTo>
                  <a:lnTo>
                    <a:pt x="709955" y="21564"/>
                  </a:lnTo>
                  <a:lnTo>
                    <a:pt x="709955" y="432790"/>
                  </a:lnTo>
                  <a:lnTo>
                    <a:pt x="704278" y="446481"/>
                  </a:lnTo>
                  <a:lnTo>
                    <a:pt x="692467" y="456095"/>
                  </a:lnTo>
                  <a:lnTo>
                    <a:pt x="674547" y="461632"/>
                  </a:lnTo>
                  <a:lnTo>
                    <a:pt x="656323" y="463537"/>
                  </a:lnTo>
                  <a:lnTo>
                    <a:pt x="641324" y="462229"/>
                  </a:lnTo>
                  <a:lnTo>
                    <a:pt x="629526" y="457708"/>
                  </a:lnTo>
                  <a:lnTo>
                    <a:pt x="620928" y="449961"/>
                  </a:lnTo>
                  <a:lnTo>
                    <a:pt x="615823" y="440055"/>
                  </a:lnTo>
                  <a:lnTo>
                    <a:pt x="616839" y="431330"/>
                  </a:lnTo>
                  <a:lnTo>
                    <a:pt x="653999" y="412826"/>
                  </a:lnTo>
                  <a:lnTo>
                    <a:pt x="709523" y="414997"/>
                  </a:lnTo>
                  <a:lnTo>
                    <a:pt x="709955" y="432790"/>
                  </a:lnTo>
                  <a:lnTo>
                    <a:pt x="709955" y="21564"/>
                  </a:lnTo>
                  <a:lnTo>
                    <a:pt x="702525" y="20980"/>
                  </a:lnTo>
                  <a:lnTo>
                    <a:pt x="704786" y="88595"/>
                  </a:lnTo>
                  <a:lnTo>
                    <a:pt x="704862" y="90932"/>
                  </a:lnTo>
                  <a:lnTo>
                    <a:pt x="610425" y="96189"/>
                  </a:lnTo>
                  <a:lnTo>
                    <a:pt x="518350" y="102590"/>
                  </a:lnTo>
                  <a:lnTo>
                    <a:pt x="518350" y="179527"/>
                  </a:lnTo>
                  <a:lnTo>
                    <a:pt x="704862" y="165531"/>
                  </a:lnTo>
                  <a:lnTo>
                    <a:pt x="706983" y="233299"/>
                  </a:lnTo>
                  <a:lnTo>
                    <a:pt x="707034" y="234721"/>
                  </a:lnTo>
                  <a:lnTo>
                    <a:pt x="707148" y="238607"/>
                  </a:lnTo>
                  <a:lnTo>
                    <a:pt x="707199" y="240144"/>
                  </a:lnTo>
                  <a:lnTo>
                    <a:pt x="691883" y="241020"/>
                  </a:lnTo>
                  <a:lnTo>
                    <a:pt x="676287" y="241312"/>
                  </a:lnTo>
                  <a:lnTo>
                    <a:pt x="660412" y="241020"/>
                  </a:lnTo>
                  <a:lnTo>
                    <a:pt x="644245" y="240144"/>
                  </a:lnTo>
                  <a:lnTo>
                    <a:pt x="636447" y="238607"/>
                  </a:lnTo>
                  <a:lnTo>
                    <a:pt x="633349" y="234721"/>
                  </a:lnTo>
                  <a:lnTo>
                    <a:pt x="634923" y="228485"/>
                  </a:lnTo>
                  <a:lnTo>
                    <a:pt x="636447" y="225386"/>
                  </a:lnTo>
                  <a:lnTo>
                    <a:pt x="641108" y="218389"/>
                  </a:lnTo>
                  <a:lnTo>
                    <a:pt x="648906" y="207505"/>
                  </a:lnTo>
                  <a:lnTo>
                    <a:pt x="564972" y="193509"/>
                  </a:lnTo>
                  <a:lnTo>
                    <a:pt x="547052" y="235496"/>
                  </a:lnTo>
                  <a:lnTo>
                    <a:pt x="541655" y="256184"/>
                  </a:lnTo>
                  <a:lnTo>
                    <a:pt x="541655" y="266966"/>
                  </a:lnTo>
                  <a:lnTo>
                    <a:pt x="573709" y="308343"/>
                  </a:lnTo>
                  <a:lnTo>
                    <a:pt x="616267" y="317080"/>
                  </a:lnTo>
                  <a:lnTo>
                    <a:pt x="655307" y="318249"/>
                  </a:lnTo>
                  <a:lnTo>
                    <a:pt x="679653" y="317957"/>
                  </a:lnTo>
                  <a:lnTo>
                    <a:pt x="707199" y="317080"/>
                  </a:lnTo>
                  <a:lnTo>
                    <a:pt x="709498" y="346964"/>
                  </a:lnTo>
                  <a:lnTo>
                    <a:pt x="709523" y="347383"/>
                  </a:lnTo>
                  <a:lnTo>
                    <a:pt x="674687" y="346964"/>
                  </a:lnTo>
                  <a:lnTo>
                    <a:pt x="644817" y="347980"/>
                  </a:lnTo>
                  <a:lnTo>
                    <a:pt x="599948" y="354380"/>
                  </a:lnTo>
                  <a:lnTo>
                    <a:pt x="553313" y="380034"/>
                  </a:lnTo>
                  <a:lnTo>
                    <a:pt x="530009" y="424319"/>
                  </a:lnTo>
                  <a:lnTo>
                    <a:pt x="526961" y="446481"/>
                  </a:lnTo>
                  <a:lnTo>
                    <a:pt x="526935" y="446633"/>
                  </a:lnTo>
                  <a:lnTo>
                    <a:pt x="537425" y="485101"/>
                  </a:lnTo>
                  <a:lnTo>
                    <a:pt x="568172" y="513791"/>
                  </a:lnTo>
                  <a:lnTo>
                    <a:pt x="614807" y="530098"/>
                  </a:lnTo>
                  <a:lnTo>
                    <a:pt x="665226" y="534174"/>
                  </a:lnTo>
                  <a:lnTo>
                    <a:pt x="686206" y="532726"/>
                  </a:lnTo>
                  <a:lnTo>
                    <a:pt x="728167" y="524573"/>
                  </a:lnTo>
                  <a:lnTo>
                    <a:pt x="780630" y="490778"/>
                  </a:lnTo>
                  <a:lnTo>
                    <a:pt x="793838" y="463537"/>
                  </a:lnTo>
                  <a:lnTo>
                    <a:pt x="798118" y="431330"/>
                  </a:lnTo>
                  <a:lnTo>
                    <a:pt x="828713" y="442112"/>
                  </a:lnTo>
                  <a:lnTo>
                    <a:pt x="859891" y="455803"/>
                  </a:lnTo>
                  <a:lnTo>
                    <a:pt x="891654" y="472414"/>
                  </a:lnTo>
                  <a:lnTo>
                    <a:pt x="924013" y="491934"/>
                  </a:lnTo>
                  <a:lnTo>
                    <a:pt x="963726" y="431330"/>
                  </a:lnTo>
                  <a:lnTo>
                    <a:pt x="968311" y="424319"/>
                  </a:lnTo>
                  <a:close/>
                </a:path>
                <a:path w="6031865" h="557530">
                  <a:moveTo>
                    <a:pt x="1325587" y="186524"/>
                  </a:moveTo>
                  <a:lnTo>
                    <a:pt x="1318183" y="123583"/>
                  </a:lnTo>
                  <a:lnTo>
                    <a:pt x="1316266" y="107251"/>
                  </a:lnTo>
                  <a:lnTo>
                    <a:pt x="1297889" y="110896"/>
                  </a:lnTo>
                  <a:lnTo>
                    <a:pt x="1275448" y="114846"/>
                  </a:lnTo>
                  <a:lnTo>
                    <a:pt x="1248918" y="119075"/>
                  </a:lnTo>
                  <a:lnTo>
                    <a:pt x="1218336" y="123583"/>
                  </a:lnTo>
                  <a:lnTo>
                    <a:pt x="1222844" y="103619"/>
                  </a:lnTo>
                  <a:lnTo>
                    <a:pt x="1227074" y="83362"/>
                  </a:lnTo>
                  <a:lnTo>
                    <a:pt x="1231023" y="62814"/>
                  </a:lnTo>
                  <a:lnTo>
                    <a:pt x="1234668" y="41973"/>
                  </a:lnTo>
                  <a:lnTo>
                    <a:pt x="1148397" y="27990"/>
                  </a:lnTo>
                  <a:lnTo>
                    <a:pt x="1144460" y="55676"/>
                  </a:lnTo>
                  <a:lnTo>
                    <a:pt x="1139659" y="82778"/>
                  </a:lnTo>
                  <a:lnTo>
                    <a:pt x="1127417" y="135242"/>
                  </a:lnTo>
                  <a:lnTo>
                    <a:pt x="1067968" y="141071"/>
                  </a:lnTo>
                  <a:lnTo>
                    <a:pt x="1006182" y="144551"/>
                  </a:lnTo>
                  <a:lnTo>
                    <a:pt x="1006182" y="221488"/>
                  </a:lnTo>
                  <a:lnTo>
                    <a:pt x="1031824" y="221043"/>
                  </a:lnTo>
                  <a:lnTo>
                    <a:pt x="1057465" y="219735"/>
                  </a:lnTo>
                  <a:lnTo>
                    <a:pt x="1083119" y="217551"/>
                  </a:lnTo>
                  <a:lnTo>
                    <a:pt x="1108773" y="214503"/>
                  </a:lnTo>
                  <a:lnTo>
                    <a:pt x="1093101" y="262305"/>
                  </a:lnTo>
                  <a:lnTo>
                    <a:pt x="1075613" y="309321"/>
                  </a:lnTo>
                  <a:lnTo>
                    <a:pt x="1056309" y="355561"/>
                  </a:lnTo>
                  <a:lnTo>
                    <a:pt x="1035202" y="401027"/>
                  </a:lnTo>
                  <a:lnTo>
                    <a:pt x="1012278" y="445706"/>
                  </a:lnTo>
                  <a:lnTo>
                    <a:pt x="987539" y="489610"/>
                  </a:lnTo>
                  <a:lnTo>
                    <a:pt x="1064475" y="531571"/>
                  </a:lnTo>
                  <a:lnTo>
                    <a:pt x="1087691" y="488416"/>
                  </a:lnTo>
                  <a:lnTo>
                    <a:pt x="1109383" y="444220"/>
                  </a:lnTo>
                  <a:lnTo>
                    <a:pt x="1129550" y="398983"/>
                  </a:lnTo>
                  <a:lnTo>
                    <a:pt x="1148207" y="352679"/>
                  </a:lnTo>
                  <a:lnTo>
                    <a:pt x="1165326" y="305333"/>
                  </a:lnTo>
                  <a:lnTo>
                    <a:pt x="1180934" y="256933"/>
                  </a:lnTo>
                  <a:lnTo>
                    <a:pt x="1193038" y="214503"/>
                  </a:lnTo>
                  <a:lnTo>
                    <a:pt x="1195031" y="207505"/>
                  </a:lnTo>
                  <a:lnTo>
                    <a:pt x="1230287" y="203568"/>
                  </a:lnTo>
                  <a:lnTo>
                    <a:pt x="1263789" y="198767"/>
                  </a:lnTo>
                  <a:lnTo>
                    <a:pt x="1295565" y="193078"/>
                  </a:lnTo>
                  <a:lnTo>
                    <a:pt x="1325587" y="186524"/>
                  </a:lnTo>
                  <a:close/>
                </a:path>
                <a:path w="6031865" h="557530">
                  <a:moveTo>
                    <a:pt x="1435163" y="135242"/>
                  </a:moveTo>
                  <a:lnTo>
                    <a:pt x="1386205" y="74612"/>
                  </a:lnTo>
                  <a:lnTo>
                    <a:pt x="1346568" y="102590"/>
                  </a:lnTo>
                  <a:lnTo>
                    <a:pt x="1395526" y="167868"/>
                  </a:lnTo>
                  <a:lnTo>
                    <a:pt x="1435163" y="135242"/>
                  </a:lnTo>
                  <a:close/>
                </a:path>
                <a:path w="6031865" h="557530">
                  <a:moveTo>
                    <a:pt x="1460817" y="300761"/>
                  </a:moveTo>
                  <a:lnTo>
                    <a:pt x="1458620" y="228485"/>
                  </a:lnTo>
                  <a:lnTo>
                    <a:pt x="1458544" y="225869"/>
                  </a:lnTo>
                  <a:lnTo>
                    <a:pt x="1458480" y="223824"/>
                  </a:lnTo>
                  <a:lnTo>
                    <a:pt x="1409522" y="225869"/>
                  </a:lnTo>
                  <a:lnTo>
                    <a:pt x="1360551" y="227330"/>
                  </a:lnTo>
                  <a:lnTo>
                    <a:pt x="1311592" y="228193"/>
                  </a:lnTo>
                  <a:lnTo>
                    <a:pt x="1262634" y="228485"/>
                  </a:lnTo>
                  <a:lnTo>
                    <a:pt x="1262634" y="303098"/>
                  </a:lnTo>
                  <a:lnTo>
                    <a:pt x="1410830" y="301790"/>
                  </a:lnTo>
                  <a:lnTo>
                    <a:pt x="1460817" y="300761"/>
                  </a:lnTo>
                  <a:close/>
                </a:path>
                <a:path w="6031865" h="557530">
                  <a:moveTo>
                    <a:pt x="1474800" y="498932"/>
                  </a:moveTo>
                  <a:lnTo>
                    <a:pt x="1468958" y="434682"/>
                  </a:lnTo>
                  <a:lnTo>
                    <a:pt x="1467802" y="421995"/>
                  </a:lnTo>
                  <a:lnTo>
                    <a:pt x="1446657" y="425348"/>
                  </a:lnTo>
                  <a:lnTo>
                    <a:pt x="1422908" y="428409"/>
                  </a:lnTo>
                  <a:lnTo>
                    <a:pt x="1396542" y="431177"/>
                  </a:lnTo>
                  <a:lnTo>
                    <a:pt x="1367548" y="433654"/>
                  </a:lnTo>
                  <a:lnTo>
                    <a:pt x="1334757" y="434682"/>
                  </a:lnTo>
                  <a:lnTo>
                    <a:pt x="1308671" y="433082"/>
                  </a:lnTo>
                  <a:lnTo>
                    <a:pt x="1289291" y="428853"/>
                  </a:lnTo>
                  <a:lnTo>
                    <a:pt x="1276629" y="421995"/>
                  </a:lnTo>
                  <a:lnTo>
                    <a:pt x="1270939" y="413689"/>
                  </a:lnTo>
                  <a:lnTo>
                    <a:pt x="1270203" y="402755"/>
                  </a:lnTo>
                  <a:lnTo>
                    <a:pt x="1274432" y="389204"/>
                  </a:lnTo>
                  <a:lnTo>
                    <a:pt x="1283627" y="373037"/>
                  </a:lnTo>
                  <a:lnTo>
                    <a:pt x="1209014" y="349719"/>
                  </a:lnTo>
                  <a:lnTo>
                    <a:pt x="1195603" y="376097"/>
                  </a:lnTo>
                  <a:lnTo>
                    <a:pt x="1188021" y="401599"/>
                  </a:lnTo>
                  <a:lnTo>
                    <a:pt x="1186345" y="425348"/>
                  </a:lnTo>
                  <a:lnTo>
                    <a:pt x="1186281" y="426224"/>
                  </a:lnTo>
                  <a:lnTo>
                    <a:pt x="1200277" y="471106"/>
                  </a:lnTo>
                  <a:lnTo>
                    <a:pt x="1237564" y="500227"/>
                  </a:lnTo>
                  <a:lnTo>
                    <a:pt x="1306931" y="512914"/>
                  </a:lnTo>
                  <a:lnTo>
                    <a:pt x="1355839" y="512914"/>
                  </a:lnTo>
                  <a:lnTo>
                    <a:pt x="1411782" y="508254"/>
                  </a:lnTo>
                  <a:lnTo>
                    <a:pt x="1474800" y="498932"/>
                  </a:lnTo>
                  <a:close/>
                </a:path>
                <a:path w="6031865" h="557530">
                  <a:moveTo>
                    <a:pt x="1486458" y="95592"/>
                  </a:moveTo>
                  <a:lnTo>
                    <a:pt x="1435163" y="37312"/>
                  </a:lnTo>
                  <a:lnTo>
                    <a:pt x="1397863" y="65290"/>
                  </a:lnTo>
                  <a:lnTo>
                    <a:pt x="1446822" y="128244"/>
                  </a:lnTo>
                  <a:lnTo>
                    <a:pt x="1486458" y="95592"/>
                  </a:lnTo>
                  <a:close/>
                </a:path>
                <a:path w="6031865" h="557530">
                  <a:moveTo>
                    <a:pt x="1882724" y="288671"/>
                  </a:moveTo>
                  <a:lnTo>
                    <a:pt x="1882635" y="280568"/>
                  </a:lnTo>
                  <a:lnTo>
                    <a:pt x="1882521" y="271208"/>
                  </a:lnTo>
                  <a:lnTo>
                    <a:pt x="1882406" y="261124"/>
                  </a:lnTo>
                  <a:lnTo>
                    <a:pt x="1882279" y="250063"/>
                  </a:lnTo>
                  <a:lnTo>
                    <a:pt x="1877758" y="222808"/>
                  </a:lnTo>
                  <a:lnTo>
                    <a:pt x="1877644" y="222084"/>
                  </a:lnTo>
                  <a:lnTo>
                    <a:pt x="1877542" y="221488"/>
                  </a:lnTo>
                  <a:lnTo>
                    <a:pt x="1876894" y="217563"/>
                  </a:lnTo>
                  <a:lnTo>
                    <a:pt x="1866544" y="191185"/>
                  </a:lnTo>
                  <a:lnTo>
                    <a:pt x="1847888" y="166573"/>
                  </a:lnTo>
                  <a:lnTo>
                    <a:pt x="1822234" y="150977"/>
                  </a:lnTo>
                  <a:lnTo>
                    <a:pt x="1801914" y="146888"/>
                  </a:lnTo>
                  <a:lnTo>
                    <a:pt x="1789595" y="144411"/>
                  </a:lnTo>
                  <a:lnTo>
                    <a:pt x="1749971" y="146888"/>
                  </a:lnTo>
                  <a:lnTo>
                    <a:pt x="1777949" y="48971"/>
                  </a:lnTo>
                  <a:lnTo>
                    <a:pt x="1687029" y="30314"/>
                  </a:lnTo>
                  <a:lnTo>
                    <a:pt x="1683105" y="66179"/>
                  </a:lnTo>
                  <a:lnTo>
                    <a:pt x="1678292" y="99110"/>
                  </a:lnTo>
                  <a:lnTo>
                    <a:pt x="1672602" y="129120"/>
                  </a:lnTo>
                  <a:lnTo>
                    <a:pt x="1666049" y="156210"/>
                  </a:lnTo>
                  <a:lnTo>
                    <a:pt x="1521498" y="179527"/>
                  </a:lnTo>
                  <a:lnTo>
                    <a:pt x="1540141" y="261124"/>
                  </a:lnTo>
                  <a:lnTo>
                    <a:pt x="1602498" y="245389"/>
                  </a:lnTo>
                  <a:lnTo>
                    <a:pt x="1626260" y="239712"/>
                  </a:lnTo>
                  <a:lnTo>
                    <a:pt x="1645069" y="235483"/>
                  </a:lnTo>
                  <a:lnTo>
                    <a:pt x="1627835" y="280568"/>
                  </a:lnTo>
                  <a:lnTo>
                    <a:pt x="1608797" y="324091"/>
                  </a:lnTo>
                  <a:lnTo>
                    <a:pt x="1587944" y="366052"/>
                  </a:lnTo>
                  <a:lnTo>
                    <a:pt x="1565236" y="406527"/>
                  </a:lnTo>
                  <a:lnTo>
                    <a:pt x="1540789" y="445312"/>
                  </a:lnTo>
                  <a:lnTo>
                    <a:pt x="1514500" y="482612"/>
                  </a:lnTo>
                  <a:lnTo>
                    <a:pt x="1584452" y="531558"/>
                  </a:lnTo>
                  <a:lnTo>
                    <a:pt x="1610804" y="491020"/>
                  </a:lnTo>
                  <a:lnTo>
                    <a:pt x="1635264" y="449351"/>
                  </a:lnTo>
                  <a:lnTo>
                    <a:pt x="1657807" y="406527"/>
                  </a:lnTo>
                  <a:lnTo>
                    <a:pt x="1678457" y="362559"/>
                  </a:lnTo>
                  <a:lnTo>
                    <a:pt x="1697215" y="317461"/>
                  </a:lnTo>
                  <a:lnTo>
                    <a:pt x="1714055" y="271208"/>
                  </a:lnTo>
                  <a:lnTo>
                    <a:pt x="1728901" y="224116"/>
                  </a:lnTo>
                  <a:lnTo>
                    <a:pt x="1728990" y="223824"/>
                  </a:lnTo>
                  <a:lnTo>
                    <a:pt x="1743113" y="222808"/>
                  </a:lnTo>
                  <a:lnTo>
                    <a:pt x="1755216" y="222084"/>
                  </a:lnTo>
                  <a:lnTo>
                    <a:pt x="1765274" y="221640"/>
                  </a:lnTo>
                  <a:lnTo>
                    <a:pt x="1773288" y="221488"/>
                  </a:lnTo>
                  <a:lnTo>
                    <a:pt x="1783918" y="224116"/>
                  </a:lnTo>
                  <a:lnTo>
                    <a:pt x="1806943" y="265938"/>
                  </a:lnTo>
                  <a:lnTo>
                    <a:pt x="1807667" y="285038"/>
                  </a:lnTo>
                  <a:lnTo>
                    <a:pt x="1805774" y="306743"/>
                  </a:lnTo>
                  <a:lnTo>
                    <a:pt x="1795881" y="353961"/>
                  </a:lnTo>
                  <a:lnTo>
                    <a:pt x="1780730" y="397078"/>
                  </a:lnTo>
                  <a:lnTo>
                    <a:pt x="1758124" y="434238"/>
                  </a:lnTo>
                  <a:lnTo>
                    <a:pt x="1721993" y="444144"/>
                  </a:lnTo>
                  <a:lnTo>
                    <a:pt x="1704517" y="443852"/>
                  </a:lnTo>
                  <a:lnTo>
                    <a:pt x="1682369" y="442976"/>
                  </a:lnTo>
                  <a:lnTo>
                    <a:pt x="1701012" y="526910"/>
                  </a:lnTo>
                  <a:lnTo>
                    <a:pt x="1731454" y="528942"/>
                  </a:lnTo>
                  <a:lnTo>
                    <a:pt x="1757540" y="528053"/>
                  </a:lnTo>
                  <a:lnTo>
                    <a:pt x="1779257" y="524268"/>
                  </a:lnTo>
                  <a:lnTo>
                    <a:pt x="1813356" y="505333"/>
                  </a:lnTo>
                  <a:lnTo>
                    <a:pt x="1842503" y="463372"/>
                  </a:lnTo>
                  <a:lnTo>
                    <a:pt x="1862455" y="410781"/>
                  </a:lnTo>
                  <a:lnTo>
                    <a:pt x="1874126" y="360654"/>
                  </a:lnTo>
                  <a:lnTo>
                    <a:pt x="1878203" y="333400"/>
                  </a:lnTo>
                  <a:lnTo>
                    <a:pt x="1882724" y="288671"/>
                  </a:lnTo>
                  <a:close/>
                </a:path>
                <a:path w="6031865" h="557530">
                  <a:moveTo>
                    <a:pt x="2039073" y="321741"/>
                  </a:moveTo>
                  <a:lnTo>
                    <a:pt x="2019858" y="268973"/>
                  </a:lnTo>
                  <a:lnTo>
                    <a:pt x="1999513" y="218808"/>
                  </a:lnTo>
                  <a:lnTo>
                    <a:pt x="1978075" y="171246"/>
                  </a:lnTo>
                  <a:lnTo>
                    <a:pt x="1955507" y="126288"/>
                  </a:lnTo>
                  <a:lnTo>
                    <a:pt x="1931822" y="83934"/>
                  </a:lnTo>
                  <a:lnTo>
                    <a:pt x="1854885" y="123571"/>
                  </a:lnTo>
                  <a:lnTo>
                    <a:pt x="1879320" y="161353"/>
                  </a:lnTo>
                  <a:lnTo>
                    <a:pt x="1902256" y="203784"/>
                  </a:lnTo>
                  <a:lnTo>
                    <a:pt x="1923707" y="250875"/>
                  </a:lnTo>
                  <a:lnTo>
                    <a:pt x="1943671" y="302628"/>
                  </a:lnTo>
                  <a:lnTo>
                    <a:pt x="1962137" y="359041"/>
                  </a:lnTo>
                  <a:lnTo>
                    <a:pt x="2039073" y="321741"/>
                  </a:lnTo>
                  <a:close/>
                </a:path>
                <a:path w="6031865" h="557530">
                  <a:moveTo>
                    <a:pt x="2392807" y="76936"/>
                  </a:moveTo>
                  <a:lnTo>
                    <a:pt x="2352573" y="62382"/>
                  </a:lnTo>
                  <a:lnTo>
                    <a:pt x="2306523" y="48971"/>
                  </a:lnTo>
                  <a:lnTo>
                    <a:pt x="2254656" y="36728"/>
                  </a:lnTo>
                  <a:lnTo>
                    <a:pt x="2196960" y="25654"/>
                  </a:lnTo>
                  <a:lnTo>
                    <a:pt x="2171319" y="100253"/>
                  </a:lnTo>
                  <a:lnTo>
                    <a:pt x="2224062" y="112509"/>
                  </a:lnTo>
                  <a:lnTo>
                    <a:pt x="2272728" y="125920"/>
                  </a:lnTo>
                  <a:lnTo>
                    <a:pt x="2317318" y="140487"/>
                  </a:lnTo>
                  <a:lnTo>
                    <a:pt x="2357831" y="156210"/>
                  </a:lnTo>
                  <a:lnTo>
                    <a:pt x="2392807" y="76936"/>
                  </a:lnTo>
                  <a:close/>
                </a:path>
                <a:path w="6031865" h="557530">
                  <a:moveTo>
                    <a:pt x="2517076" y="360807"/>
                  </a:moveTo>
                  <a:lnTo>
                    <a:pt x="2511260" y="307174"/>
                  </a:lnTo>
                  <a:lnTo>
                    <a:pt x="2498445" y="279768"/>
                  </a:lnTo>
                  <a:lnTo>
                    <a:pt x="2484158" y="258800"/>
                  </a:lnTo>
                  <a:lnTo>
                    <a:pt x="2464473" y="240157"/>
                  </a:lnTo>
                  <a:lnTo>
                    <a:pt x="2441016" y="226161"/>
                  </a:lnTo>
                  <a:lnTo>
                    <a:pt x="2413787" y="216827"/>
                  </a:lnTo>
                  <a:lnTo>
                    <a:pt x="2369286" y="211150"/>
                  </a:lnTo>
                  <a:lnTo>
                    <a:pt x="2323503" y="214604"/>
                  </a:lnTo>
                  <a:lnTo>
                    <a:pt x="2276411" y="227190"/>
                  </a:lnTo>
                  <a:lnTo>
                    <a:pt x="2228011" y="248920"/>
                  </a:lnTo>
                  <a:lnTo>
                    <a:pt x="2178316" y="279768"/>
                  </a:lnTo>
                  <a:lnTo>
                    <a:pt x="2187486" y="250355"/>
                  </a:lnTo>
                  <a:lnTo>
                    <a:pt x="2196363" y="220332"/>
                  </a:lnTo>
                  <a:lnTo>
                    <a:pt x="2204961" y="189738"/>
                  </a:lnTo>
                  <a:lnTo>
                    <a:pt x="2213279" y="158546"/>
                  </a:lnTo>
                  <a:lnTo>
                    <a:pt x="2131695" y="132892"/>
                  </a:lnTo>
                  <a:lnTo>
                    <a:pt x="2116671" y="187553"/>
                  </a:lnTo>
                  <a:lnTo>
                    <a:pt x="2101951" y="241909"/>
                  </a:lnTo>
                  <a:lnTo>
                    <a:pt x="2087537" y="295973"/>
                  </a:lnTo>
                  <a:lnTo>
                    <a:pt x="2073402" y="349719"/>
                  </a:lnTo>
                  <a:lnTo>
                    <a:pt x="2161997" y="384683"/>
                  </a:lnTo>
                  <a:lnTo>
                    <a:pt x="2198408" y="354101"/>
                  </a:lnTo>
                  <a:lnTo>
                    <a:pt x="2235416" y="329907"/>
                  </a:lnTo>
                  <a:lnTo>
                    <a:pt x="2273020" y="312127"/>
                  </a:lnTo>
                  <a:lnTo>
                    <a:pt x="2311209" y="300748"/>
                  </a:lnTo>
                  <a:lnTo>
                    <a:pt x="2352294" y="297548"/>
                  </a:lnTo>
                  <a:lnTo>
                    <a:pt x="2384641" y="301929"/>
                  </a:lnTo>
                  <a:lnTo>
                    <a:pt x="2408250" y="313880"/>
                  </a:lnTo>
                  <a:lnTo>
                    <a:pt x="2423109" y="333413"/>
                  </a:lnTo>
                  <a:lnTo>
                    <a:pt x="2426449" y="344043"/>
                  </a:lnTo>
                  <a:lnTo>
                    <a:pt x="2427109" y="354101"/>
                  </a:lnTo>
                  <a:lnTo>
                    <a:pt x="2427173" y="354977"/>
                  </a:lnTo>
                  <a:lnTo>
                    <a:pt x="2404440" y="399859"/>
                  </a:lnTo>
                  <a:lnTo>
                    <a:pt x="2346160" y="434962"/>
                  </a:lnTo>
                  <a:lnTo>
                    <a:pt x="2306066" y="445414"/>
                  </a:lnTo>
                  <a:lnTo>
                    <a:pt x="2258504" y="451002"/>
                  </a:lnTo>
                  <a:lnTo>
                    <a:pt x="2203488" y="451751"/>
                  </a:lnTo>
                  <a:lnTo>
                    <a:pt x="2141016" y="447636"/>
                  </a:lnTo>
                  <a:lnTo>
                    <a:pt x="2159660" y="526897"/>
                  </a:lnTo>
                  <a:lnTo>
                    <a:pt x="2216467" y="528066"/>
                  </a:lnTo>
                  <a:lnTo>
                    <a:pt x="2265578" y="526897"/>
                  </a:lnTo>
                  <a:lnTo>
                    <a:pt x="2307399" y="523405"/>
                  </a:lnTo>
                  <a:lnTo>
                    <a:pt x="2395309" y="501256"/>
                  </a:lnTo>
                  <a:lnTo>
                    <a:pt x="2439238" y="480275"/>
                  </a:lnTo>
                  <a:lnTo>
                    <a:pt x="2473274" y="454634"/>
                  </a:lnTo>
                  <a:lnTo>
                    <a:pt x="2497429" y="424332"/>
                  </a:lnTo>
                  <a:lnTo>
                    <a:pt x="2511704" y="389343"/>
                  </a:lnTo>
                  <a:lnTo>
                    <a:pt x="2517076" y="360807"/>
                  </a:lnTo>
                  <a:close/>
                </a:path>
                <a:path w="6031865" h="557530">
                  <a:moveTo>
                    <a:pt x="2836926" y="324065"/>
                  </a:moveTo>
                  <a:lnTo>
                    <a:pt x="2808211" y="305282"/>
                  </a:lnTo>
                  <a:lnTo>
                    <a:pt x="2785033" y="288531"/>
                  </a:lnTo>
                  <a:lnTo>
                    <a:pt x="2767406" y="273812"/>
                  </a:lnTo>
                  <a:lnTo>
                    <a:pt x="2755328" y="261124"/>
                  </a:lnTo>
                  <a:lnTo>
                    <a:pt x="2766682" y="245694"/>
                  </a:lnTo>
                  <a:lnTo>
                    <a:pt x="2777452" y="229666"/>
                  </a:lnTo>
                  <a:lnTo>
                    <a:pt x="2797276" y="195846"/>
                  </a:lnTo>
                  <a:lnTo>
                    <a:pt x="2817812" y="153441"/>
                  </a:lnTo>
                  <a:lnTo>
                    <a:pt x="2822930" y="142227"/>
                  </a:lnTo>
                  <a:lnTo>
                    <a:pt x="2759989" y="97929"/>
                  </a:lnTo>
                  <a:lnTo>
                    <a:pt x="2757652" y="102590"/>
                  </a:lnTo>
                  <a:lnTo>
                    <a:pt x="2729674" y="102590"/>
                  </a:lnTo>
                  <a:lnTo>
                    <a:pt x="2729674" y="4673"/>
                  </a:lnTo>
                  <a:lnTo>
                    <a:pt x="2650413" y="4673"/>
                  </a:lnTo>
                  <a:lnTo>
                    <a:pt x="2650413" y="102590"/>
                  </a:lnTo>
                  <a:lnTo>
                    <a:pt x="2566479" y="102590"/>
                  </a:lnTo>
                  <a:lnTo>
                    <a:pt x="2566479" y="174866"/>
                  </a:lnTo>
                  <a:lnTo>
                    <a:pt x="2720340" y="174866"/>
                  </a:lnTo>
                  <a:lnTo>
                    <a:pt x="2707221" y="199491"/>
                  </a:lnTo>
                  <a:lnTo>
                    <a:pt x="2672372" y="249478"/>
                  </a:lnTo>
                  <a:lnTo>
                    <a:pt x="2626220" y="300482"/>
                  </a:lnTo>
                  <a:lnTo>
                    <a:pt x="2579573" y="342442"/>
                  </a:lnTo>
                  <a:lnTo>
                    <a:pt x="2557145" y="359041"/>
                  </a:lnTo>
                  <a:lnTo>
                    <a:pt x="2592120" y="440651"/>
                  </a:lnTo>
                  <a:lnTo>
                    <a:pt x="2609735" y="425945"/>
                  </a:lnTo>
                  <a:lnTo>
                    <a:pt x="2625331" y="412102"/>
                  </a:lnTo>
                  <a:lnTo>
                    <a:pt x="2638895" y="399122"/>
                  </a:lnTo>
                  <a:lnTo>
                    <a:pt x="2650413" y="387032"/>
                  </a:lnTo>
                  <a:lnTo>
                    <a:pt x="2650413" y="547890"/>
                  </a:lnTo>
                  <a:lnTo>
                    <a:pt x="2734335" y="547890"/>
                  </a:lnTo>
                  <a:lnTo>
                    <a:pt x="2734335" y="387032"/>
                  </a:lnTo>
                  <a:lnTo>
                    <a:pt x="2734335" y="345059"/>
                  </a:lnTo>
                  <a:lnTo>
                    <a:pt x="2748762" y="359346"/>
                  </a:lnTo>
                  <a:lnTo>
                    <a:pt x="2764066" y="374205"/>
                  </a:lnTo>
                  <a:lnTo>
                    <a:pt x="2780233" y="389648"/>
                  </a:lnTo>
                  <a:lnTo>
                    <a:pt x="2797276" y="405676"/>
                  </a:lnTo>
                  <a:lnTo>
                    <a:pt x="2826728" y="345059"/>
                  </a:lnTo>
                  <a:lnTo>
                    <a:pt x="2836926" y="324065"/>
                  </a:lnTo>
                  <a:close/>
                </a:path>
                <a:path w="6031865" h="557530">
                  <a:moveTo>
                    <a:pt x="3107359" y="454634"/>
                  </a:moveTo>
                  <a:lnTo>
                    <a:pt x="2986125" y="454634"/>
                  </a:lnTo>
                  <a:lnTo>
                    <a:pt x="2986125" y="249478"/>
                  </a:lnTo>
                  <a:lnTo>
                    <a:pt x="3084055" y="249478"/>
                  </a:lnTo>
                  <a:lnTo>
                    <a:pt x="3084055" y="172542"/>
                  </a:lnTo>
                  <a:lnTo>
                    <a:pt x="2986125" y="172542"/>
                  </a:lnTo>
                  <a:lnTo>
                    <a:pt x="2986125" y="6997"/>
                  </a:lnTo>
                  <a:lnTo>
                    <a:pt x="2904540" y="6997"/>
                  </a:lnTo>
                  <a:lnTo>
                    <a:pt x="2904540" y="172542"/>
                  </a:lnTo>
                  <a:lnTo>
                    <a:pt x="2811272" y="172542"/>
                  </a:lnTo>
                  <a:lnTo>
                    <a:pt x="2811272" y="249478"/>
                  </a:lnTo>
                  <a:lnTo>
                    <a:pt x="2904540" y="249478"/>
                  </a:lnTo>
                  <a:lnTo>
                    <a:pt x="2904540" y="454634"/>
                  </a:lnTo>
                  <a:lnTo>
                    <a:pt x="2773972" y="454634"/>
                  </a:lnTo>
                  <a:lnTo>
                    <a:pt x="2773972" y="529234"/>
                  </a:lnTo>
                  <a:lnTo>
                    <a:pt x="3107359" y="529234"/>
                  </a:lnTo>
                  <a:lnTo>
                    <a:pt x="3107359" y="454634"/>
                  </a:lnTo>
                  <a:close/>
                </a:path>
                <a:path w="6031865" h="557530">
                  <a:moveTo>
                    <a:pt x="3693833" y="414997"/>
                  </a:moveTo>
                  <a:lnTo>
                    <a:pt x="3616896" y="373024"/>
                  </a:lnTo>
                  <a:lnTo>
                    <a:pt x="3612959" y="390525"/>
                  </a:lnTo>
                  <a:lnTo>
                    <a:pt x="3608146" y="405676"/>
                  </a:lnTo>
                  <a:lnTo>
                    <a:pt x="3602469" y="418503"/>
                  </a:lnTo>
                  <a:lnTo>
                    <a:pt x="3595916" y="428980"/>
                  </a:lnTo>
                  <a:lnTo>
                    <a:pt x="3587305" y="436854"/>
                  </a:lnTo>
                  <a:lnTo>
                    <a:pt x="3577818" y="439483"/>
                  </a:lnTo>
                  <a:lnTo>
                    <a:pt x="3567480" y="436854"/>
                  </a:lnTo>
                  <a:lnTo>
                    <a:pt x="3539350" y="409752"/>
                  </a:lnTo>
                  <a:lnTo>
                    <a:pt x="3513861" y="364591"/>
                  </a:lnTo>
                  <a:lnTo>
                    <a:pt x="3500323" y="328726"/>
                  </a:lnTo>
                  <a:lnTo>
                    <a:pt x="3679850" y="328726"/>
                  </a:lnTo>
                  <a:lnTo>
                    <a:pt x="3679850" y="254127"/>
                  </a:lnTo>
                  <a:lnTo>
                    <a:pt x="3481667" y="254127"/>
                  </a:lnTo>
                  <a:lnTo>
                    <a:pt x="3479330" y="214490"/>
                  </a:lnTo>
                  <a:lnTo>
                    <a:pt x="3633216" y="214490"/>
                  </a:lnTo>
                  <a:lnTo>
                    <a:pt x="3633216" y="139890"/>
                  </a:lnTo>
                  <a:lnTo>
                    <a:pt x="3633216" y="100253"/>
                  </a:lnTo>
                  <a:lnTo>
                    <a:pt x="3633216" y="25654"/>
                  </a:lnTo>
                  <a:lnTo>
                    <a:pt x="3551605" y="25654"/>
                  </a:lnTo>
                  <a:lnTo>
                    <a:pt x="3551605" y="100253"/>
                  </a:lnTo>
                  <a:lnTo>
                    <a:pt x="3551605" y="139890"/>
                  </a:lnTo>
                  <a:lnTo>
                    <a:pt x="3397745" y="139890"/>
                  </a:lnTo>
                  <a:lnTo>
                    <a:pt x="3397745" y="254127"/>
                  </a:lnTo>
                  <a:lnTo>
                    <a:pt x="3281172" y="254127"/>
                  </a:lnTo>
                  <a:lnTo>
                    <a:pt x="3281172" y="214490"/>
                  </a:lnTo>
                  <a:lnTo>
                    <a:pt x="3395408" y="214490"/>
                  </a:lnTo>
                  <a:lnTo>
                    <a:pt x="3397745" y="254127"/>
                  </a:lnTo>
                  <a:lnTo>
                    <a:pt x="3397745" y="139890"/>
                  </a:lnTo>
                  <a:lnTo>
                    <a:pt x="3281172" y="139890"/>
                  </a:lnTo>
                  <a:lnTo>
                    <a:pt x="3281172" y="100253"/>
                  </a:lnTo>
                  <a:lnTo>
                    <a:pt x="3551605" y="100253"/>
                  </a:lnTo>
                  <a:lnTo>
                    <a:pt x="3551605" y="25654"/>
                  </a:lnTo>
                  <a:lnTo>
                    <a:pt x="3197237" y="25654"/>
                  </a:lnTo>
                  <a:lnTo>
                    <a:pt x="3197237" y="454621"/>
                  </a:lnTo>
                  <a:lnTo>
                    <a:pt x="3152940" y="461619"/>
                  </a:lnTo>
                  <a:lnTo>
                    <a:pt x="3178594" y="547878"/>
                  </a:lnTo>
                  <a:lnTo>
                    <a:pt x="3201314" y="543661"/>
                  </a:lnTo>
                  <a:lnTo>
                    <a:pt x="3304476" y="522236"/>
                  </a:lnTo>
                  <a:lnTo>
                    <a:pt x="3345853" y="512191"/>
                  </a:lnTo>
                  <a:lnTo>
                    <a:pt x="3381413" y="503008"/>
                  </a:lnTo>
                  <a:lnTo>
                    <a:pt x="3411143" y="494703"/>
                  </a:lnTo>
                  <a:lnTo>
                    <a:pt x="3435045" y="487260"/>
                  </a:lnTo>
                  <a:lnTo>
                    <a:pt x="3418255" y="438315"/>
                  </a:lnTo>
                  <a:lnTo>
                    <a:pt x="3407067" y="405676"/>
                  </a:lnTo>
                  <a:lnTo>
                    <a:pt x="3372967" y="416458"/>
                  </a:lnTo>
                  <a:lnTo>
                    <a:pt x="3340608" y="425500"/>
                  </a:lnTo>
                  <a:lnTo>
                    <a:pt x="3310013" y="432790"/>
                  </a:lnTo>
                  <a:lnTo>
                    <a:pt x="3281172" y="438315"/>
                  </a:lnTo>
                  <a:lnTo>
                    <a:pt x="3281172" y="328726"/>
                  </a:lnTo>
                  <a:lnTo>
                    <a:pt x="3411740" y="328726"/>
                  </a:lnTo>
                  <a:lnTo>
                    <a:pt x="3417684" y="348996"/>
                  </a:lnTo>
                  <a:lnTo>
                    <a:pt x="3426282" y="372452"/>
                  </a:lnTo>
                  <a:lnTo>
                    <a:pt x="3451364" y="428980"/>
                  </a:lnTo>
                  <a:lnTo>
                    <a:pt x="3475240" y="471538"/>
                  </a:lnTo>
                  <a:lnTo>
                    <a:pt x="3500323" y="501256"/>
                  </a:lnTo>
                  <a:lnTo>
                    <a:pt x="3537039" y="528066"/>
                  </a:lnTo>
                  <a:lnTo>
                    <a:pt x="3577259" y="543217"/>
                  </a:lnTo>
                  <a:lnTo>
                    <a:pt x="3597503" y="545249"/>
                  </a:lnTo>
                  <a:lnTo>
                    <a:pt x="3616299" y="542048"/>
                  </a:lnTo>
                  <a:lnTo>
                    <a:pt x="3649535" y="519899"/>
                  </a:lnTo>
                  <a:lnTo>
                    <a:pt x="3675176" y="477939"/>
                  </a:lnTo>
                  <a:lnTo>
                    <a:pt x="3689019" y="439483"/>
                  </a:lnTo>
                  <a:lnTo>
                    <a:pt x="3691775" y="428561"/>
                  </a:lnTo>
                  <a:lnTo>
                    <a:pt x="3693833" y="414997"/>
                  </a:lnTo>
                  <a:close/>
                </a:path>
                <a:path w="6031865" h="557530">
                  <a:moveTo>
                    <a:pt x="4251363" y="97929"/>
                  </a:moveTo>
                  <a:lnTo>
                    <a:pt x="4167428" y="97929"/>
                  </a:lnTo>
                  <a:lnTo>
                    <a:pt x="4174858" y="89192"/>
                  </a:lnTo>
                  <a:lnTo>
                    <a:pt x="4183164" y="76949"/>
                  </a:lnTo>
                  <a:lnTo>
                    <a:pt x="4192346" y="61214"/>
                  </a:lnTo>
                  <a:lnTo>
                    <a:pt x="4202404" y="41973"/>
                  </a:lnTo>
                  <a:lnTo>
                    <a:pt x="4120807" y="4660"/>
                  </a:lnTo>
                  <a:lnTo>
                    <a:pt x="4115104" y="18072"/>
                  </a:lnTo>
                  <a:lnTo>
                    <a:pt x="4109707" y="30327"/>
                  </a:lnTo>
                  <a:lnTo>
                    <a:pt x="4091063" y="67335"/>
                  </a:lnTo>
                  <a:lnTo>
                    <a:pt x="4071848" y="97929"/>
                  </a:lnTo>
                  <a:lnTo>
                    <a:pt x="4034548" y="97929"/>
                  </a:lnTo>
                  <a:lnTo>
                    <a:pt x="4034548" y="4660"/>
                  </a:lnTo>
                  <a:lnTo>
                    <a:pt x="3950614" y="4660"/>
                  </a:lnTo>
                  <a:lnTo>
                    <a:pt x="3950614" y="97929"/>
                  </a:lnTo>
                  <a:lnTo>
                    <a:pt x="3864356" y="97929"/>
                  </a:lnTo>
                  <a:lnTo>
                    <a:pt x="3901643" y="76949"/>
                  </a:lnTo>
                  <a:lnTo>
                    <a:pt x="3850360" y="0"/>
                  </a:lnTo>
                  <a:lnTo>
                    <a:pt x="3775760" y="39636"/>
                  </a:lnTo>
                  <a:lnTo>
                    <a:pt x="3815397" y="97929"/>
                  </a:lnTo>
                  <a:lnTo>
                    <a:pt x="3733800" y="97929"/>
                  </a:lnTo>
                  <a:lnTo>
                    <a:pt x="3733800" y="247129"/>
                  </a:lnTo>
                  <a:lnTo>
                    <a:pt x="3815397" y="247129"/>
                  </a:lnTo>
                  <a:lnTo>
                    <a:pt x="3815397" y="167868"/>
                  </a:lnTo>
                  <a:lnTo>
                    <a:pt x="4169765" y="167868"/>
                  </a:lnTo>
                  <a:lnTo>
                    <a:pt x="4169765" y="247129"/>
                  </a:lnTo>
                  <a:lnTo>
                    <a:pt x="4251363" y="247129"/>
                  </a:lnTo>
                  <a:lnTo>
                    <a:pt x="4251363" y="167868"/>
                  </a:lnTo>
                  <a:lnTo>
                    <a:pt x="4251363" y="97929"/>
                  </a:lnTo>
                  <a:close/>
                </a:path>
                <a:path w="6031865" h="557530">
                  <a:moveTo>
                    <a:pt x="4263021" y="403339"/>
                  </a:moveTo>
                  <a:lnTo>
                    <a:pt x="4183748" y="384695"/>
                  </a:lnTo>
                  <a:lnTo>
                    <a:pt x="4179087" y="435978"/>
                  </a:lnTo>
                  <a:lnTo>
                    <a:pt x="4177334" y="449249"/>
                  </a:lnTo>
                  <a:lnTo>
                    <a:pt x="4174413" y="458711"/>
                  </a:lnTo>
                  <a:lnTo>
                    <a:pt x="4170337" y="464400"/>
                  </a:lnTo>
                  <a:lnTo>
                    <a:pt x="4165104" y="466280"/>
                  </a:lnTo>
                  <a:lnTo>
                    <a:pt x="4102150" y="466280"/>
                  </a:lnTo>
                  <a:lnTo>
                    <a:pt x="4092968" y="465124"/>
                  </a:lnTo>
                  <a:lnTo>
                    <a:pt x="4086415" y="461632"/>
                  </a:lnTo>
                  <a:lnTo>
                    <a:pt x="4082478" y="455803"/>
                  </a:lnTo>
                  <a:lnTo>
                    <a:pt x="4081170" y="447636"/>
                  </a:lnTo>
                  <a:lnTo>
                    <a:pt x="4081170" y="373024"/>
                  </a:lnTo>
                  <a:lnTo>
                    <a:pt x="4151122" y="373024"/>
                  </a:lnTo>
                  <a:lnTo>
                    <a:pt x="4151122" y="303085"/>
                  </a:lnTo>
                  <a:lnTo>
                    <a:pt x="4151122" y="265785"/>
                  </a:lnTo>
                  <a:lnTo>
                    <a:pt x="4151122" y="195834"/>
                  </a:lnTo>
                  <a:lnTo>
                    <a:pt x="4071848" y="195834"/>
                  </a:lnTo>
                  <a:lnTo>
                    <a:pt x="4071848" y="265785"/>
                  </a:lnTo>
                  <a:lnTo>
                    <a:pt x="4071848" y="303085"/>
                  </a:lnTo>
                  <a:lnTo>
                    <a:pt x="3913314" y="303085"/>
                  </a:lnTo>
                  <a:lnTo>
                    <a:pt x="3913314" y="265785"/>
                  </a:lnTo>
                  <a:lnTo>
                    <a:pt x="4071848" y="265785"/>
                  </a:lnTo>
                  <a:lnTo>
                    <a:pt x="4071848" y="195834"/>
                  </a:lnTo>
                  <a:lnTo>
                    <a:pt x="3834041" y="195834"/>
                  </a:lnTo>
                  <a:lnTo>
                    <a:pt x="3834041" y="373024"/>
                  </a:lnTo>
                  <a:lnTo>
                    <a:pt x="3887673" y="373024"/>
                  </a:lnTo>
                  <a:lnTo>
                    <a:pt x="3882694" y="396049"/>
                  </a:lnTo>
                  <a:lnTo>
                    <a:pt x="3857040" y="433362"/>
                  </a:lnTo>
                  <a:lnTo>
                    <a:pt x="3812019" y="459308"/>
                  </a:lnTo>
                  <a:lnTo>
                    <a:pt x="3757244" y="475627"/>
                  </a:lnTo>
                  <a:lnTo>
                    <a:pt x="3726802" y="480275"/>
                  </a:lnTo>
                  <a:lnTo>
                    <a:pt x="3775760" y="557212"/>
                  </a:lnTo>
                  <a:lnTo>
                    <a:pt x="3822801" y="546430"/>
                  </a:lnTo>
                  <a:lnTo>
                    <a:pt x="3863746" y="530390"/>
                  </a:lnTo>
                  <a:lnTo>
                    <a:pt x="3898582" y="509117"/>
                  </a:lnTo>
                  <a:lnTo>
                    <a:pt x="3927297" y="482600"/>
                  </a:lnTo>
                  <a:lnTo>
                    <a:pt x="3943781" y="459308"/>
                  </a:lnTo>
                  <a:lnTo>
                    <a:pt x="3943896" y="459155"/>
                  </a:lnTo>
                  <a:lnTo>
                    <a:pt x="3956418" y="433082"/>
                  </a:lnTo>
                  <a:lnTo>
                    <a:pt x="3964876" y="404368"/>
                  </a:lnTo>
                  <a:lnTo>
                    <a:pt x="3969258" y="373024"/>
                  </a:lnTo>
                  <a:lnTo>
                    <a:pt x="3999573" y="373024"/>
                  </a:lnTo>
                  <a:lnTo>
                    <a:pt x="3999573" y="496595"/>
                  </a:lnTo>
                  <a:lnTo>
                    <a:pt x="4002773" y="516991"/>
                  </a:lnTo>
                  <a:lnTo>
                    <a:pt x="4012387" y="531571"/>
                  </a:lnTo>
                  <a:lnTo>
                    <a:pt x="4028414" y="540308"/>
                  </a:lnTo>
                  <a:lnTo>
                    <a:pt x="4050868" y="543217"/>
                  </a:lnTo>
                  <a:lnTo>
                    <a:pt x="4188422" y="543217"/>
                  </a:lnTo>
                  <a:lnTo>
                    <a:pt x="4226280" y="533882"/>
                  </a:lnTo>
                  <a:lnTo>
                    <a:pt x="4252074" y="491655"/>
                  </a:lnTo>
                  <a:lnTo>
                    <a:pt x="4257027" y="466280"/>
                  </a:lnTo>
                  <a:lnTo>
                    <a:pt x="4260227" y="440359"/>
                  </a:lnTo>
                  <a:lnTo>
                    <a:pt x="4262933" y="404368"/>
                  </a:lnTo>
                  <a:lnTo>
                    <a:pt x="4263021" y="403339"/>
                  </a:lnTo>
                  <a:close/>
                </a:path>
                <a:path w="6031865" h="557530">
                  <a:moveTo>
                    <a:pt x="4962144" y="337820"/>
                  </a:moveTo>
                  <a:lnTo>
                    <a:pt x="4937315" y="333184"/>
                  </a:lnTo>
                  <a:lnTo>
                    <a:pt x="4912207" y="330568"/>
                  </a:lnTo>
                  <a:lnTo>
                    <a:pt x="4886934" y="329425"/>
                  </a:lnTo>
                  <a:lnTo>
                    <a:pt x="4861623" y="329171"/>
                  </a:lnTo>
                  <a:lnTo>
                    <a:pt x="4852771" y="356158"/>
                  </a:lnTo>
                  <a:lnTo>
                    <a:pt x="4878336" y="356527"/>
                  </a:lnTo>
                  <a:lnTo>
                    <a:pt x="4903978" y="357974"/>
                  </a:lnTo>
                  <a:lnTo>
                    <a:pt x="4929467" y="361048"/>
                  </a:lnTo>
                  <a:lnTo>
                    <a:pt x="4954562" y="366268"/>
                  </a:lnTo>
                  <a:lnTo>
                    <a:pt x="4962144" y="337820"/>
                  </a:lnTo>
                  <a:close/>
                </a:path>
                <a:path w="6031865" h="557530">
                  <a:moveTo>
                    <a:pt x="5000510" y="451408"/>
                  </a:moveTo>
                  <a:lnTo>
                    <a:pt x="4994668" y="427405"/>
                  </a:lnTo>
                  <a:lnTo>
                    <a:pt x="4994237" y="426961"/>
                  </a:lnTo>
                  <a:lnTo>
                    <a:pt x="4987937" y="420433"/>
                  </a:lnTo>
                  <a:lnTo>
                    <a:pt x="4979390" y="411581"/>
                  </a:lnTo>
                  <a:lnTo>
                    <a:pt x="4958016" y="402856"/>
                  </a:lnTo>
                  <a:lnTo>
                    <a:pt x="4933912" y="400189"/>
                  </a:lnTo>
                  <a:lnTo>
                    <a:pt x="4910582" y="402399"/>
                  </a:lnTo>
                  <a:lnTo>
                    <a:pt x="4890414" y="407784"/>
                  </a:lnTo>
                  <a:lnTo>
                    <a:pt x="4874247" y="414426"/>
                  </a:lnTo>
                  <a:lnTo>
                    <a:pt x="4862881" y="420433"/>
                  </a:lnTo>
                  <a:lnTo>
                    <a:pt x="4864544" y="409371"/>
                  </a:lnTo>
                  <a:lnTo>
                    <a:pt x="4866614" y="397141"/>
                  </a:lnTo>
                  <a:lnTo>
                    <a:pt x="4868926" y="384390"/>
                  </a:lnTo>
                  <a:lnTo>
                    <a:pt x="4871313" y="371322"/>
                  </a:lnTo>
                  <a:lnTo>
                    <a:pt x="4842230" y="368160"/>
                  </a:lnTo>
                  <a:lnTo>
                    <a:pt x="4839678" y="388442"/>
                  </a:lnTo>
                  <a:lnTo>
                    <a:pt x="4836960" y="409371"/>
                  </a:lnTo>
                  <a:lnTo>
                    <a:pt x="4834407" y="430288"/>
                  </a:lnTo>
                  <a:lnTo>
                    <a:pt x="4832324" y="450570"/>
                  </a:lnTo>
                  <a:lnTo>
                    <a:pt x="4856556" y="456476"/>
                  </a:lnTo>
                  <a:lnTo>
                    <a:pt x="4866144" y="448843"/>
                  </a:lnTo>
                  <a:lnTo>
                    <a:pt x="4882413" y="439051"/>
                  </a:lnTo>
                  <a:lnTo>
                    <a:pt x="4904905" y="430568"/>
                  </a:lnTo>
                  <a:lnTo>
                    <a:pt x="4932845" y="426961"/>
                  </a:lnTo>
                  <a:lnTo>
                    <a:pt x="4946688" y="428205"/>
                  </a:lnTo>
                  <a:lnTo>
                    <a:pt x="4958626" y="432130"/>
                  </a:lnTo>
                  <a:lnTo>
                    <a:pt x="4966995" y="439051"/>
                  </a:lnTo>
                  <a:lnTo>
                    <a:pt x="4970157" y="449300"/>
                  </a:lnTo>
                  <a:lnTo>
                    <a:pt x="4962639" y="466966"/>
                  </a:lnTo>
                  <a:lnTo>
                    <a:pt x="4944491" y="477278"/>
                  </a:lnTo>
                  <a:lnTo>
                    <a:pt x="4922774" y="482053"/>
                  </a:lnTo>
                  <a:lnTo>
                    <a:pt x="4903978" y="483235"/>
                  </a:lnTo>
                  <a:lnTo>
                    <a:pt x="4888433" y="482942"/>
                  </a:lnTo>
                  <a:lnTo>
                    <a:pt x="4873739" y="482053"/>
                  </a:lnTo>
                  <a:lnTo>
                    <a:pt x="4873345" y="482053"/>
                  </a:lnTo>
                  <a:lnTo>
                    <a:pt x="4857331" y="480301"/>
                  </a:lnTo>
                  <a:lnTo>
                    <a:pt x="4842014" y="477761"/>
                  </a:lnTo>
                  <a:lnTo>
                    <a:pt x="4850866" y="508736"/>
                  </a:lnTo>
                  <a:lnTo>
                    <a:pt x="4864659" y="510184"/>
                  </a:lnTo>
                  <a:lnTo>
                    <a:pt x="4878476" y="511086"/>
                  </a:lnTo>
                  <a:lnTo>
                    <a:pt x="4892306" y="511556"/>
                  </a:lnTo>
                  <a:lnTo>
                    <a:pt x="4906086" y="511683"/>
                  </a:lnTo>
                  <a:lnTo>
                    <a:pt x="4944491" y="507746"/>
                  </a:lnTo>
                  <a:lnTo>
                    <a:pt x="4974323" y="496163"/>
                  </a:lnTo>
                  <a:lnTo>
                    <a:pt x="4987544" y="483235"/>
                  </a:lnTo>
                  <a:lnTo>
                    <a:pt x="4993640" y="477278"/>
                  </a:lnTo>
                  <a:lnTo>
                    <a:pt x="5000510" y="451408"/>
                  </a:lnTo>
                  <a:close/>
                </a:path>
                <a:path w="6031865" h="557530">
                  <a:moveTo>
                    <a:pt x="5206035" y="398513"/>
                  </a:moveTo>
                  <a:lnTo>
                    <a:pt x="5205628" y="371538"/>
                  </a:lnTo>
                  <a:lnTo>
                    <a:pt x="5167046" y="372376"/>
                  </a:lnTo>
                  <a:lnTo>
                    <a:pt x="5167477" y="356577"/>
                  </a:lnTo>
                  <a:lnTo>
                    <a:pt x="5167477" y="342239"/>
                  </a:lnTo>
                  <a:lnTo>
                    <a:pt x="5167046" y="329171"/>
                  </a:lnTo>
                  <a:lnTo>
                    <a:pt x="5137543" y="328955"/>
                  </a:lnTo>
                  <a:lnTo>
                    <a:pt x="5137759" y="373011"/>
                  </a:lnTo>
                  <a:lnTo>
                    <a:pt x="5074742" y="374484"/>
                  </a:lnTo>
                  <a:lnTo>
                    <a:pt x="5074945" y="363156"/>
                  </a:lnTo>
                  <a:lnTo>
                    <a:pt x="5076215" y="328536"/>
                  </a:lnTo>
                  <a:lnTo>
                    <a:pt x="5046078" y="328536"/>
                  </a:lnTo>
                  <a:lnTo>
                    <a:pt x="5045443" y="375119"/>
                  </a:lnTo>
                  <a:lnTo>
                    <a:pt x="5008346" y="375958"/>
                  </a:lnTo>
                  <a:lnTo>
                    <a:pt x="5008765" y="402729"/>
                  </a:lnTo>
                  <a:lnTo>
                    <a:pt x="5045443" y="402094"/>
                  </a:lnTo>
                  <a:lnTo>
                    <a:pt x="5045659" y="463003"/>
                  </a:lnTo>
                  <a:lnTo>
                    <a:pt x="5052961" y="489343"/>
                  </a:lnTo>
                  <a:lnTo>
                    <a:pt x="5070792" y="503313"/>
                  </a:lnTo>
                  <a:lnTo>
                    <a:pt x="5095329" y="508825"/>
                  </a:lnTo>
                  <a:lnTo>
                    <a:pt x="5122786" y="509790"/>
                  </a:lnTo>
                  <a:lnTo>
                    <a:pt x="5135181" y="509638"/>
                  </a:lnTo>
                  <a:lnTo>
                    <a:pt x="5148580" y="509155"/>
                  </a:lnTo>
                  <a:lnTo>
                    <a:pt x="5162893" y="508368"/>
                  </a:lnTo>
                  <a:lnTo>
                    <a:pt x="5178006" y="507263"/>
                  </a:lnTo>
                  <a:lnTo>
                    <a:pt x="5178437" y="477761"/>
                  </a:lnTo>
                  <a:lnTo>
                    <a:pt x="5159375" y="479907"/>
                  </a:lnTo>
                  <a:lnTo>
                    <a:pt x="5142573" y="481342"/>
                  </a:lnTo>
                  <a:lnTo>
                    <a:pt x="5127955" y="482142"/>
                  </a:lnTo>
                  <a:lnTo>
                    <a:pt x="5115407" y="482396"/>
                  </a:lnTo>
                  <a:lnTo>
                    <a:pt x="5099850" y="482041"/>
                  </a:lnTo>
                  <a:lnTo>
                    <a:pt x="5087124" y="479704"/>
                  </a:lnTo>
                  <a:lnTo>
                    <a:pt x="5078425" y="473506"/>
                  </a:lnTo>
                  <a:lnTo>
                    <a:pt x="5074945" y="461530"/>
                  </a:lnTo>
                  <a:lnTo>
                    <a:pt x="5074526" y="401459"/>
                  </a:lnTo>
                  <a:lnTo>
                    <a:pt x="5137328" y="399986"/>
                  </a:lnTo>
                  <a:lnTo>
                    <a:pt x="5114772" y="432231"/>
                  </a:lnTo>
                  <a:lnTo>
                    <a:pt x="5098974" y="430961"/>
                  </a:lnTo>
                  <a:lnTo>
                    <a:pt x="5108880" y="460044"/>
                  </a:lnTo>
                  <a:lnTo>
                    <a:pt x="5117731" y="460044"/>
                  </a:lnTo>
                  <a:lnTo>
                    <a:pt x="5133467" y="459511"/>
                  </a:lnTo>
                  <a:lnTo>
                    <a:pt x="5164950" y="425919"/>
                  </a:lnTo>
                  <a:lnTo>
                    <a:pt x="5166195" y="399351"/>
                  </a:lnTo>
                  <a:lnTo>
                    <a:pt x="5206035" y="398513"/>
                  </a:lnTo>
                  <a:close/>
                </a:path>
                <a:path w="6031865" h="557530">
                  <a:moveTo>
                    <a:pt x="5391366" y="450989"/>
                  </a:moveTo>
                  <a:lnTo>
                    <a:pt x="5386184" y="427812"/>
                  </a:lnTo>
                  <a:lnTo>
                    <a:pt x="5386159" y="427672"/>
                  </a:lnTo>
                  <a:lnTo>
                    <a:pt x="5380025" y="420433"/>
                  </a:lnTo>
                  <a:lnTo>
                    <a:pt x="5372290" y="411314"/>
                  </a:lnTo>
                  <a:lnTo>
                    <a:pt x="5364150" y="407365"/>
                  </a:lnTo>
                  <a:lnTo>
                    <a:pt x="5352415" y="401675"/>
                  </a:lnTo>
                  <a:lnTo>
                    <a:pt x="5329186" y="398513"/>
                  </a:lnTo>
                  <a:lnTo>
                    <a:pt x="5318849" y="399097"/>
                  </a:lnTo>
                  <a:lnTo>
                    <a:pt x="5308435" y="400773"/>
                  </a:lnTo>
                  <a:lnTo>
                    <a:pt x="5298008" y="403491"/>
                  </a:lnTo>
                  <a:lnTo>
                    <a:pt x="5287670" y="407149"/>
                  </a:lnTo>
                  <a:lnTo>
                    <a:pt x="5287251" y="407365"/>
                  </a:lnTo>
                  <a:lnTo>
                    <a:pt x="5286197" y="407365"/>
                  </a:lnTo>
                  <a:lnTo>
                    <a:pt x="5286197" y="406946"/>
                  </a:lnTo>
                  <a:lnTo>
                    <a:pt x="5286413" y="406742"/>
                  </a:lnTo>
                  <a:lnTo>
                    <a:pt x="5287048" y="406311"/>
                  </a:lnTo>
                  <a:lnTo>
                    <a:pt x="5292293" y="403275"/>
                  </a:lnTo>
                  <a:lnTo>
                    <a:pt x="5298948" y="399567"/>
                  </a:lnTo>
                  <a:lnTo>
                    <a:pt x="5305768" y="395706"/>
                  </a:lnTo>
                  <a:lnTo>
                    <a:pt x="5311483" y="392188"/>
                  </a:lnTo>
                  <a:lnTo>
                    <a:pt x="5348567" y="367919"/>
                  </a:lnTo>
                  <a:lnTo>
                    <a:pt x="5361889" y="358889"/>
                  </a:lnTo>
                  <a:lnTo>
                    <a:pt x="5363121" y="358051"/>
                  </a:lnTo>
                  <a:lnTo>
                    <a:pt x="5362727" y="336550"/>
                  </a:lnTo>
                  <a:lnTo>
                    <a:pt x="5362702" y="335076"/>
                  </a:lnTo>
                  <a:lnTo>
                    <a:pt x="5238788" y="336550"/>
                  </a:lnTo>
                  <a:lnTo>
                    <a:pt x="5239296" y="358051"/>
                  </a:lnTo>
                  <a:lnTo>
                    <a:pt x="5239410" y="363105"/>
                  </a:lnTo>
                  <a:lnTo>
                    <a:pt x="5262384" y="362521"/>
                  </a:lnTo>
                  <a:lnTo>
                    <a:pt x="5278539" y="361924"/>
                  </a:lnTo>
                  <a:lnTo>
                    <a:pt x="5294846" y="360997"/>
                  </a:lnTo>
                  <a:lnTo>
                    <a:pt x="5323916" y="358889"/>
                  </a:lnTo>
                  <a:lnTo>
                    <a:pt x="5306326" y="370446"/>
                  </a:lnTo>
                  <a:lnTo>
                    <a:pt x="5253698" y="403999"/>
                  </a:lnTo>
                  <a:lnTo>
                    <a:pt x="5217211" y="425538"/>
                  </a:lnTo>
                  <a:lnTo>
                    <a:pt x="5211381" y="428650"/>
                  </a:lnTo>
                  <a:lnTo>
                    <a:pt x="5226774" y="452259"/>
                  </a:lnTo>
                  <a:lnTo>
                    <a:pt x="5251805" y="437680"/>
                  </a:lnTo>
                  <a:lnTo>
                    <a:pt x="5275504" y="427812"/>
                  </a:lnTo>
                  <a:lnTo>
                    <a:pt x="5296433" y="422249"/>
                  </a:lnTo>
                  <a:lnTo>
                    <a:pt x="5296179" y="422249"/>
                  </a:lnTo>
                  <a:lnTo>
                    <a:pt x="5313807" y="420433"/>
                  </a:lnTo>
                  <a:lnTo>
                    <a:pt x="5330507" y="421652"/>
                  </a:lnTo>
                  <a:lnTo>
                    <a:pt x="5345481" y="426440"/>
                  </a:lnTo>
                  <a:lnTo>
                    <a:pt x="5356250" y="436435"/>
                  </a:lnTo>
                  <a:lnTo>
                    <a:pt x="5360390" y="453313"/>
                  </a:lnTo>
                  <a:lnTo>
                    <a:pt x="5357215" y="465010"/>
                  </a:lnTo>
                  <a:lnTo>
                    <a:pt x="5348402" y="475462"/>
                  </a:lnTo>
                  <a:lnTo>
                    <a:pt x="5335054" y="483743"/>
                  </a:lnTo>
                  <a:lnTo>
                    <a:pt x="5318239" y="488924"/>
                  </a:lnTo>
                  <a:lnTo>
                    <a:pt x="5312537" y="470738"/>
                  </a:lnTo>
                  <a:lnTo>
                    <a:pt x="5308701" y="465747"/>
                  </a:lnTo>
                  <a:lnTo>
                    <a:pt x="5302148" y="457238"/>
                  </a:lnTo>
                  <a:lnTo>
                    <a:pt x="5291683" y="450964"/>
                  </a:lnTo>
                  <a:lnTo>
                    <a:pt x="5291683" y="489775"/>
                  </a:lnTo>
                  <a:lnTo>
                    <a:pt x="5278602" y="487692"/>
                  </a:lnTo>
                  <a:lnTo>
                    <a:pt x="5268341" y="484314"/>
                  </a:lnTo>
                  <a:lnTo>
                    <a:pt x="5261622" y="479729"/>
                  </a:lnTo>
                  <a:lnTo>
                    <a:pt x="5259222" y="473964"/>
                  </a:lnTo>
                  <a:lnTo>
                    <a:pt x="5259222" y="467004"/>
                  </a:lnTo>
                  <a:lnTo>
                    <a:pt x="5267020" y="465747"/>
                  </a:lnTo>
                  <a:lnTo>
                    <a:pt x="5272290" y="465747"/>
                  </a:lnTo>
                  <a:lnTo>
                    <a:pt x="5279593" y="467779"/>
                  </a:lnTo>
                  <a:lnTo>
                    <a:pt x="5285143" y="473176"/>
                  </a:lnTo>
                  <a:lnTo>
                    <a:pt x="5289118" y="480872"/>
                  </a:lnTo>
                  <a:lnTo>
                    <a:pt x="5291683" y="489775"/>
                  </a:lnTo>
                  <a:lnTo>
                    <a:pt x="5291683" y="450964"/>
                  </a:lnTo>
                  <a:lnTo>
                    <a:pt x="5288153" y="448830"/>
                  </a:lnTo>
                  <a:lnTo>
                    <a:pt x="5271655" y="445935"/>
                  </a:lnTo>
                  <a:lnTo>
                    <a:pt x="5258270" y="447421"/>
                  </a:lnTo>
                  <a:lnTo>
                    <a:pt x="5246052" y="452259"/>
                  </a:lnTo>
                  <a:lnTo>
                    <a:pt x="5237162" y="461048"/>
                  </a:lnTo>
                  <a:lnTo>
                    <a:pt x="5233835" y="473964"/>
                  </a:lnTo>
                  <a:lnTo>
                    <a:pt x="5233721" y="474383"/>
                  </a:lnTo>
                  <a:lnTo>
                    <a:pt x="5241264" y="494055"/>
                  </a:lnTo>
                  <a:lnTo>
                    <a:pt x="5259565" y="506107"/>
                  </a:lnTo>
                  <a:lnTo>
                    <a:pt x="5282184" y="512152"/>
                  </a:lnTo>
                  <a:lnTo>
                    <a:pt x="5302643" y="513803"/>
                  </a:lnTo>
                  <a:lnTo>
                    <a:pt x="5336235" y="509587"/>
                  </a:lnTo>
                  <a:lnTo>
                    <a:pt x="5364543" y="497332"/>
                  </a:lnTo>
                  <a:lnTo>
                    <a:pt x="5372024" y="489775"/>
                  </a:lnTo>
                  <a:lnTo>
                    <a:pt x="5372874" y="488924"/>
                  </a:lnTo>
                  <a:lnTo>
                    <a:pt x="5384076" y="477608"/>
                  </a:lnTo>
                  <a:lnTo>
                    <a:pt x="5391366" y="450989"/>
                  </a:lnTo>
                  <a:close/>
                </a:path>
                <a:path w="6031865" h="557530">
                  <a:moveTo>
                    <a:pt x="5507545" y="426974"/>
                  </a:moveTo>
                  <a:lnTo>
                    <a:pt x="5499989" y="423443"/>
                  </a:lnTo>
                  <a:lnTo>
                    <a:pt x="5491708" y="419061"/>
                  </a:lnTo>
                  <a:lnTo>
                    <a:pt x="5483390" y="414045"/>
                  </a:lnTo>
                  <a:lnTo>
                    <a:pt x="5475719" y="408635"/>
                  </a:lnTo>
                  <a:lnTo>
                    <a:pt x="5482564" y="400050"/>
                  </a:lnTo>
                  <a:lnTo>
                    <a:pt x="5488889" y="391058"/>
                  </a:lnTo>
                  <a:lnTo>
                    <a:pt x="5494744" y="381635"/>
                  </a:lnTo>
                  <a:lnTo>
                    <a:pt x="5500167" y="371754"/>
                  </a:lnTo>
                  <a:lnTo>
                    <a:pt x="5500167" y="348780"/>
                  </a:lnTo>
                  <a:lnTo>
                    <a:pt x="5471503" y="348780"/>
                  </a:lnTo>
                  <a:lnTo>
                    <a:pt x="5471503" y="319062"/>
                  </a:lnTo>
                  <a:lnTo>
                    <a:pt x="5444744" y="319062"/>
                  </a:lnTo>
                  <a:lnTo>
                    <a:pt x="5444744" y="348780"/>
                  </a:lnTo>
                  <a:lnTo>
                    <a:pt x="5420499" y="348780"/>
                  </a:lnTo>
                  <a:lnTo>
                    <a:pt x="5420499" y="375119"/>
                  </a:lnTo>
                  <a:lnTo>
                    <a:pt x="5471503" y="375119"/>
                  </a:lnTo>
                  <a:lnTo>
                    <a:pt x="5460390" y="389331"/>
                  </a:lnTo>
                  <a:lnTo>
                    <a:pt x="5446001" y="403491"/>
                  </a:lnTo>
                  <a:lnTo>
                    <a:pt x="5428754" y="416585"/>
                  </a:lnTo>
                  <a:lnTo>
                    <a:pt x="5409108" y="427609"/>
                  </a:lnTo>
                  <a:lnTo>
                    <a:pt x="5420499" y="454367"/>
                  </a:lnTo>
                  <a:lnTo>
                    <a:pt x="5426875" y="450430"/>
                  </a:lnTo>
                  <a:lnTo>
                    <a:pt x="5432831" y="446506"/>
                  </a:lnTo>
                  <a:lnTo>
                    <a:pt x="5438457" y="442506"/>
                  </a:lnTo>
                  <a:lnTo>
                    <a:pt x="5443893" y="438353"/>
                  </a:lnTo>
                  <a:lnTo>
                    <a:pt x="5443893" y="518223"/>
                  </a:lnTo>
                  <a:lnTo>
                    <a:pt x="5470652" y="518223"/>
                  </a:lnTo>
                  <a:lnTo>
                    <a:pt x="5470652" y="438353"/>
                  </a:lnTo>
                  <a:lnTo>
                    <a:pt x="5470652" y="431190"/>
                  </a:lnTo>
                  <a:lnTo>
                    <a:pt x="5476659" y="437413"/>
                  </a:lnTo>
                  <a:lnTo>
                    <a:pt x="5483149" y="443509"/>
                  </a:lnTo>
                  <a:lnTo>
                    <a:pt x="5489854" y="449148"/>
                  </a:lnTo>
                  <a:lnTo>
                    <a:pt x="5496572" y="453948"/>
                  </a:lnTo>
                  <a:lnTo>
                    <a:pt x="5505831" y="431190"/>
                  </a:lnTo>
                  <a:lnTo>
                    <a:pt x="5507545" y="426974"/>
                  </a:lnTo>
                  <a:close/>
                </a:path>
                <a:path w="6031865" h="557530">
                  <a:moveTo>
                    <a:pt x="5609755" y="486829"/>
                  </a:moveTo>
                  <a:lnTo>
                    <a:pt x="5565914" y="486829"/>
                  </a:lnTo>
                  <a:lnTo>
                    <a:pt x="5565914" y="409054"/>
                  </a:lnTo>
                  <a:lnTo>
                    <a:pt x="5604268" y="409054"/>
                  </a:lnTo>
                  <a:lnTo>
                    <a:pt x="5604268" y="382079"/>
                  </a:lnTo>
                  <a:lnTo>
                    <a:pt x="5565914" y="382079"/>
                  </a:lnTo>
                  <a:lnTo>
                    <a:pt x="5565914" y="319062"/>
                  </a:lnTo>
                  <a:lnTo>
                    <a:pt x="5537682" y="319062"/>
                  </a:lnTo>
                  <a:lnTo>
                    <a:pt x="5537682" y="382079"/>
                  </a:lnTo>
                  <a:lnTo>
                    <a:pt x="5499951" y="382079"/>
                  </a:lnTo>
                  <a:lnTo>
                    <a:pt x="5499951" y="409054"/>
                  </a:lnTo>
                  <a:lnTo>
                    <a:pt x="5537682" y="409054"/>
                  </a:lnTo>
                  <a:lnTo>
                    <a:pt x="5537682" y="486829"/>
                  </a:lnTo>
                  <a:lnTo>
                    <a:pt x="5490261" y="486829"/>
                  </a:lnTo>
                  <a:lnTo>
                    <a:pt x="5490261" y="513803"/>
                  </a:lnTo>
                  <a:lnTo>
                    <a:pt x="5609755" y="513803"/>
                  </a:lnTo>
                  <a:lnTo>
                    <a:pt x="5609755" y="486829"/>
                  </a:lnTo>
                  <a:close/>
                </a:path>
                <a:path w="6031865" h="557530">
                  <a:moveTo>
                    <a:pt x="5815190" y="497776"/>
                  </a:moveTo>
                  <a:lnTo>
                    <a:pt x="5805792" y="486384"/>
                  </a:lnTo>
                  <a:lnTo>
                    <a:pt x="5800382" y="480288"/>
                  </a:lnTo>
                  <a:lnTo>
                    <a:pt x="5793968" y="473049"/>
                  </a:lnTo>
                  <a:lnTo>
                    <a:pt x="5781395" y="459574"/>
                  </a:lnTo>
                  <a:lnTo>
                    <a:pt x="5769876" y="447827"/>
                  </a:lnTo>
                  <a:lnTo>
                    <a:pt x="5810986" y="447827"/>
                  </a:lnTo>
                  <a:lnTo>
                    <a:pt x="5810986" y="421271"/>
                  </a:lnTo>
                  <a:lnTo>
                    <a:pt x="5760821" y="421271"/>
                  </a:lnTo>
                  <a:lnTo>
                    <a:pt x="5760821" y="447827"/>
                  </a:lnTo>
                  <a:lnTo>
                    <a:pt x="5743753" y="458571"/>
                  </a:lnTo>
                  <a:lnTo>
                    <a:pt x="5748172" y="463207"/>
                  </a:lnTo>
                  <a:lnTo>
                    <a:pt x="5758713" y="475437"/>
                  </a:lnTo>
                  <a:lnTo>
                    <a:pt x="5743067" y="477139"/>
                  </a:lnTo>
                  <a:lnTo>
                    <a:pt x="5727014" y="478497"/>
                  </a:lnTo>
                  <a:lnTo>
                    <a:pt x="5710847" y="479526"/>
                  </a:lnTo>
                  <a:lnTo>
                    <a:pt x="5694858" y="480288"/>
                  </a:lnTo>
                  <a:lnTo>
                    <a:pt x="5700306" y="473049"/>
                  </a:lnTo>
                  <a:lnTo>
                    <a:pt x="5705716" y="465213"/>
                  </a:lnTo>
                  <a:lnTo>
                    <a:pt x="5711139" y="456628"/>
                  </a:lnTo>
                  <a:lnTo>
                    <a:pt x="5716143" y="447827"/>
                  </a:lnTo>
                  <a:lnTo>
                    <a:pt x="5760821" y="447827"/>
                  </a:lnTo>
                  <a:lnTo>
                    <a:pt x="5760821" y="421271"/>
                  </a:lnTo>
                  <a:lnTo>
                    <a:pt x="5629313" y="421271"/>
                  </a:lnTo>
                  <a:lnTo>
                    <a:pt x="5629313" y="447827"/>
                  </a:lnTo>
                  <a:lnTo>
                    <a:pt x="5681777" y="447827"/>
                  </a:lnTo>
                  <a:lnTo>
                    <a:pt x="5676938" y="456628"/>
                  </a:lnTo>
                  <a:lnTo>
                    <a:pt x="5671718" y="465086"/>
                  </a:lnTo>
                  <a:lnTo>
                    <a:pt x="5665990" y="473494"/>
                  </a:lnTo>
                  <a:lnTo>
                    <a:pt x="5660085" y="481330"/>
                  </a:lnTo>
                  <a:lnTo>
                    <a:pt x="5643219" y="481685"/>
                  </a:lnTo>
                  <a:lnTo>
                    <a:pt x="5628259" y="482180"/>
                  </a:lnTo>
                  <a:lnTo>
                    <a:pt x="5634736" y="511898"/>
                  </a:lnTo>
                  <a:lnTo>
                    <a:pt x="5634787" y="512114"/>
                  </a:lnTo>
                  <a:lnTo>
                    <a:pt x="5671058" y="509790"/>
                  </a:lnTo>
                  <a:lnTo>
                    <a:pt x="5708916" y="506476"/>
                  </a:lnTo>
                  <a:lnTo>
                    <a:pt x="5745264" y="502450"/>
                  </a:lnTo>
                  <a:lnTo>
                    <a:pt x="5777052" y="497992"/>
                  </a:lnTo>
                  <a:lnTo>
                    <a:pt x="5782526" y="504939"/>
                  </a:lnTo>
                  <a:lnTo>
                    <a:pt x="5787796" y="511898"/>
                  </a:lnTo>
                  <a:lnTo>
                    <a:pt x="5792228" y="518007"/>
                  </a:lnTo>
                  <a:lnTo>
                    <a:pt x="5814936" y="497992"/>
                  </a:lnTo>
                  <a:lnTo>
                    <a:pt x="5815190" y="497776"/>
                  </a:lnTo>
                  <a:close/>
                </a:path>
                <a:path w="6031865" h="557530">
                  <a:moveTo>
                    <a:pt x="5823623" y="373227"/>
                  </a:moveTo>
                  <a:lnTo>
                    <a:pt x="5799226" y="364261"/>
                  </a:lnTo>
                  <a:lnTo>
                    <a:pt x="5775591" y="352247"/>
                  </a:lnTo>
                  <a:lnTo>
                    <a:pt x="5766079" y="345821"/>
                  </a:lnTo>
                  <a:lnTo>
                    <a:pt x="5761240" y="342569"/>
                  </a:lnTo>
                  <a:lnTo>
                    <a:pt x="5761240" y="379539"/>
                  </a:lnTo>
                  <a:lnTo>
                    <a:pt x="5679681" y="379539"/>
                  </a:lnTo>
                  <a:lnTo>
                    <a:pt x="5690692" y="372021"/>
                  </a:lnTo>
                  <a:lnTo>
                    <a:pt x="5701068" y="363943"/>
                  </a:lnTo>
                  <a:lnTo>
                    <a:pt x="5710974" y="355244"/>
                  </a:lnTo>
                  <a:lnTo>
                    <a:pt x="5720562" y="345821"/>
                  </a:lnTo>
                  <a:lnTo>
                    <a:pt x="5729910" y="355066"/>
                  </a:lnTo>
                  <a:lnTo>
                    <a:pt x="5739866" y="363791"/>
                  </a:lnTo>
                  <a:lnTo>
                    <a:pt x="5750433" y="372021"/>
                  </a:lnTo>
                  <a:lnTo>
                    <a:pt x="5761240" y="379539"/>
                  </a:lnTo>
                  <a:lnTo>
                    <a:pt x="5761240" y="342569"/>
                  </a:lnTo>
                  <a:lnTo>
                    <a:pt x="5754065" y="337718"/>
                  </a:lnTo>
                  <a:lnTo>
                    <a:pt x="5735955" y="321157"/>
                  </a:lnTo>
                  <a:lnTo>
                    <a:pt x="5704967" y="321157"/>
                  </a:lnTo>
                  <a:lnTo>
                    <a:pt x="5686298" y="338213"/>
                  </a:lnTo>
                  <a:lnTo>
                    <a:pt x="5664555" y="352958"/>
                  </a:lnTo>
                  <a:lnTo>
                    <a:pt x="5641302" y="364820"/>
                  </a:lnTo>
                  <a:lnTo>
                    <a:pt x="5618137" y="373227"/>
                  </a:lnTo>
                  <a:lnTo>
                    <a:pt x="5635422" y="401675"/>
                  </a:lnTo>
                  <a:lnTo>
                    <a:pt x="5645112" y="397764"/>
                  </a:lnTo>
                  <a:lnTo>
                    <a:pt x="5654281" y="393636"/>
                  </a:lnTo>
                  <a:lnTo>
                    <a:pt x="5662981" y="389318"/>
                  </a:lnTo>
                  <a:lnTo>
                    <a:pt x="5671248" y="384810"/>
                  </a:lnTo>
                  <a:lnTo>
                    <a:pt x="5671248" y="405676"/>
                  </a:lnTo>
                  <a:lnTo>
                    <a:pt x="5770308" y="405676"/>
                  </a:lnTo>
                  <a:lnTo>
                    <a:pt x="5770308" y="385229"/>
                  </a:lnTo>
                  <a:lnTo>
                    <a:pt x="5778995" y="390220"/>
                  </a:lnTo>
                  <a:lnTo>
                    <a:pt x="5787669" y="394741"/>
                  </a:lnTo>
                  <a:lnTo>
                    <a:pt x="5796292" y="398843"/>
                  </a:lnTo>
                  <a:lnTo>
                    <a:pt x="5804865" y="402513"/>
                  </a:lnTo>
                  <a:lnTo>
                    <a:pt x="5815927" y="385229"/>
                  </a:lnTo>
                  <a:lnTo>
                    <a:pt x="5816193" y="384810"/>
                  </a:lnTo>
                  <a:lnTo>
                    <a:pt x="5819572" y="379539"/>
                  </a:lnTo>
                  <a:lnTo>
                    <a:pt x="5823623" y="373227"/>
                  </a:lnTo>
                  <a:close/>
                </a:path>
                <a:path w="6031865" h="557530">
                  <a:moveTo>
                    <a:pt x="6031484" y="481342"/>
                  </a:moveTo>
                  <a:lnTo>
                    <a:pt x="6017920" y="467525"/>
                  </a:lnTo>
                  <a:lnTo>
                    <a:pt x="6003493" y="451358"/>
                  </a:lnTo>
                  <a:lnTo>
                    <a:pt x="5988672" y="433857"/>
                  </a:lnTo>
                  <a:lnTo>
                    <a:pt x="5944273" y="379818"/>
                  </a:lnTo>
                  <a:lnTo>
                    <a:pt x="5936005" y="370484"/>
                  </a:lnTo>
                  <a:lnTo>
                    <a:pt x="5928233" y="362940"/>
                  </a:lnTo>
                  <a:lnTo>
                    <a:pt x="5920168" y="357225"/>
                  </a:lnTo>
                  <a:lnTo>
                    <a:pt x="5911901" y="353618"/>
                  </a:lnTo>
                  <a:lnTo>
                    <a:pt x="5903544" y="352361"/>
                  </a:lnTo>
                  <a:lnTo>
                    <a:pt x="5894514" y="353834"/>
                  </a:lnTo>
                  <a:lnTo>
                    <a:pt x="5860288" y="391121"/>
                  </a:lnTo>
                  <a:lnTo>
                    <a:pt x="5839015" y="424903"/>
                  </a:lnTo>
                  <a:lnTo>
                    <a:pt x="5828728" y="439610"/>
                  </a:lnTo>
                  <a:lnTo>
                    <a:pt x="5851918" y="464477"/>
                  </a:lnTo>
                  <a:lnTo>
                    <a:pt x="5861913" y="447243"/>
                  </a:lnTo>
                  <a:lnTo>
                    <a:pt x="5881370" y="412140"/>
                  </a:lnTo>
                  <a:lnTo>
                    <a:pt x="5895124" y="387972"/>
                  </a:lnTo>
                  <a:lnTo>
                    <a:pt x="5900394" y="382917"/>
                  </a:lnTo>
                  <a:lnTo>
                    <a:pt x="5904179" y="382917"/>
                  </a:lnTo>
                  <a:lnTo>
                    <a:pt x="5909094" y="384492"/>
                  </a:lnTo>
                  <a:lnTo>
                    <a:pt x="5916854" y="391299"/>
                  </a:lnTo>
                  <a:lnTo>
                    <a:pt x="5929693" y="406387"/>
                  </a:lnTo>
                  <a:lnTo>
                    <a:pt x="5980658" y="473570"/>
                  </a:lnTo>
                  <a:lnTo>
                    <a:pt x="5995822" y="492760"/>
                  </a:lnTo>
                  <a:lnTo>
                    <a:pt x="6009983" y="509371"/>
                  </a:lnTo>
                  <a:lnTo>
                    <a:pt x="6031484" y="4813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10836" y="1161660"/>
              <a:ext cx="167868" cy="16785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22223" y="1458112"/>
              <a:ext cx="621665" cy="273685"/>
            </a:xfrm>
            <a:custGeom>
              <a:avLst/>
              <a:gdLst/>
              <a:ahLst/>
              <a:cxnLst/>
              <a:rect l="l" t="t" r="r" b="b"/>
              <a:pathLst>
                <a:path w="621665" h="273685">
                  <a:moveTo>
                    <a:pt x="312191" y="38150"/>
                  </a:moveTo>
                  <a:lnTo>
                    <a:pt x="211048" y="38150"/>
                  </a:lnTo>
                  <a:lnTo>
                    <a:pt x="221272" y="0"/>
                  </a:lnTo>
                  <a:lnTo>
                    <a:pt x="181178" y="0"/>
                  </a:lnTo>
                  <a:lnTo>
                    <a:pt x="170954" y="38150"/>
                  </a:lnTo>
                  <a:lnTo>
                    <a:pt x="68021" y="38150"/>
                  </a:lnTo>
                  <a:lnTo>
                    <a:pt x="58267" y="74574"/>
                  </a:lnTo>
                  <a:lnTo>
                    <a:pt x="161188" y="74574"/>
                  </a:lnTo>
                  <a:lnTo>
                    <a:pt x="152984" y="105206"/>
                  </a:lnTo>
                  <a:lnTo>
                    <a:pt x="39281" y="105206"/>
                  </a:lnTo>
                  <a:lnTo>
                    <a:pt x="29514" y="141630"/>
                  </a:lnTo>
                  <a:lnTo>
                    <a:pt x="127368" y="141630"/>
                  </a:lnTo>
                  <a:lnTo>
                    <a:pt x="100749" y="164122"/>
                  </a:lnTo>
                  <a:lnTo>
                    <a:pt x="69303" y="186626"/>
                  </a:lnTo>
                  <a:lnTo>
                    <a:pt x="35052" y="206641"/>
                  </a:lnTo>
                  <a:lnTo>
                    <a:pt x="0" y="221678"/>
                  </a:lnTo>
                  <a:lnTo>
                    <a:pt x="16637" y="257810"/>
                  </a:lnTo>
                  <a:lnTo>
                    <a:pt x="49085" y="240157"/>
                  </a:lnTo>
                  <a:lnTo>
                    <a:pt x="81381" y="217817"/>
                  </a:lnTo>
                  <a:lnTo>
                    <a:pt x="110972" y="193789"/>
                  </a:lnTo>
                  <a:lnTo>
                    <a:pt x="135331" y="171107"/>
                  </a:lnTo>
                  <a:lnTo>
                    <a:pt x="107988" y="273126"/>
                  </a:lnTo>
                  <a:lnTo>
                    <a:pt x="148094" y="273126"/>
                  </a:lnTo>
                  <a:lnTo>
                    <a:pt x="175729" y="169938"/>
                  </a:lnTo>
                  <a:lnTo>
                    <a:pt x="189547" y="193319"/>
                  </a:lnTo>
                  <a:lnTo>
                    <a:pt x="207340" y="217373"/>
                  </a:lnTo>
                  <a:lnTo>
                    <a:pt x="227114" y="239318"/>
                  </a:lnTo>
                  <a:lnTo>
                    <a:pt x="246824" y="256362"/>
                  </a:lnTo>
                  <a:lnTo>
                    <a:pt x="283603" y="219659"/>
                  </a:lnTo>
                  <a:lnTo>
                    <a:pt x="256489" y="204127"/>
                  </a:lnTo>
                  <a:lnTo>
                    <a:pt x="233070" y="184759"/>
                  </a:lnTo>
                  <a:lnTo>
                    <a:pt x="213741" y="163322"/>
                  </a:lnTo>
                  <a:lnTo>
                    <a:pt x="198882" y="141630"/>
                  </a:lnTo>
                  <a:lnTo>
                    <a:pt x="296125" y="141630"/>
                  </a:lnTo>
                  <a:lnTo>
                    <a:pt x="305879" y="105206"/>
                  </a:lnTo>
                  <a:lnTo>
                    <a:pt x="193090" y="105206"/>
                  </a:lnTo>
                  <a:lnTo>
                    <a:pt x="201295" y="74574"/>
                  </a:lnTo>
                  <a:lnTo>
                    <a:pt x="302425" y="74574"/>
                  </a:lnTo>
                  <a:lnTo>
                    <a:pt x="312191" y="38150"/>
                  </a:lnTo>
                  <a:close/>
                </a:path>
                <a:path w="621665" h="273685">
                  <a:moveTo>
                    <a:pt x="621182" y="28892"/>
                  </a:moveTo>
                  <a:lnTo>
                    <a:pt x="555193" y="28892"/>
                  </a:lnTo>
                  <a:lnTo>
                    <a:pt x="555193" y="62992"/>
                  </a:lnTo>
                  <a:lnTo>
                    <a:pt x="544664" y="77927"/>
                  </a:lnTo>
                  <a:lnTo>
                    <a:pt x="532371" y="93751"/>
                  </a:lnTo>
                  <a:lnTo>
                    <a:pt x="519150" y="109296"/>
                  </a:lnTo>
                  <a:lnTo>
                    <a:pt x="505802" y="123405"/>
                  </a:lnTo>
                  <a:lnTo>
                    <a:pt x="490537" y="123405"/>
                  </a:lnTo>
                  <a:lnTo>
                    <a:pt x="506730" y="62992"/>
                  </a:lnTo>
                  <a:lnTo>
                    <a:pt x="555193" y="62992"/>
                  </a:lnTo>
                  <a:lnTo>
                    <a:pt x="555193" y="28892"/>
                  </a:lnTo>
                  <a:lnTo>
                    <a:pt x="515861" y="28892"/>
                  </a:lnTo>
                  <a:lnTo>
                    <a:pt x="523608" y="0"/>
                  </a:lnTo>
                  <a:lnTo>
                    <a:pt x="485013" y="0"/>
                  </a:lnTo>
                  <a:lnTo>
                    <a:pt x="477266" y="28892"/>
                  </a:lnTo>
                  <a:lnTo>
                    <a:pt x="468122" y="28892"/>
                  </a:lnTo>
                  <a:lnTo>
                    <a:pt x="468122" y="62992"/>
                  </a:lnTo>
                  <a:lnTo>
                    <a:pt x="451942" y="123405"/>
                  </a:lnTo>
                  <a:lnTo>
                    <a:pt x="407365" y="123405"/>
                  </a:lnTo>
                  <a:lnTo>
                    <a:pt x="438759" y="108953"/>
                  </a:lnTo>
                  <a:lnTo>
                    <a:pt x="435940" y="99390"/>
                  </a:lnTo>
                  <a:lnTo>
                    <a:pt x="431863" y="87388"/>
                  </a:lnTo>
                  <a:lnTo>
                    <a:pt x="426923" y="74777"/>
                  </a:lnTo>
                  <a:lnTo>
                    <a:pt x="421449" y="62992"/>
                  </a:lnTo>
                  <a:lnTo>
                    <a:pt x="468122" y="62992"/>
                  </a:lnTo>
                  <a:lnTo>
                    <a:pt x="468122" y="28892"/>
                  </a:lnTo>
                  <a:lnTo>
                    <a:pt x="372833" y="28892"/>
                  </a:lnTo>
                  <a:lnTo>
                    <a:pt x="363702" y="62992"/>
                  </a:lnTo>
                  <a:lnTo>
                    <a:pt x="412178" y="62992"/>
                  </a:lnTo>
                  <a:lnTo>
                    <a:pt x="379349" y="77165"/>
                  </a:lnTo>
                  <a:lnTo>
                    <a:pt x="384975" y="88379"/>
                  </a:lnTo>
                  <a:lnTo>
                    <a:pt x="390525" y="100507"/>
                  </a:lnTo>
                  <a:lnTo>
                    <a:pt x="395554" y="112522"/>
                  </a:lnTo>
                  <a:lnTo>
                    <a:pt x="399580" y="123405"/>
                  </a:lnTo>
                  <a:lnTo>
                    <a:pt x="337337" y="123405"/>
                  </a:lnTo>
                  <a:lnTo>
                    <a:pt x="328447" y="156641"/>
                  </a:lnTo>
                  <a:lnTo>
                    <a:pt x="428980" y="156641"/>
                  </a:lnTo>
                  <a:lnTo>
                    <a:pt x="397459" y="177507"/>
                  </a:lnTo>
                  <a:lnTo>
                    <a:pt x="364947" y="195745"/>
                  </a:lnTo>
                  <a:lnTo>
                    <a:pt x="332308" y="210870"/>
                  </a:lnTo>
                  <a:lnTo>
                    <a:pt x="300570" y="222300"/>
                  </a:lnTo>
                  <a:lnTo>
                    <a:pt x="300697" y="222300"/>
                  </a:lnTo>
                  <a:lnTo>
                    <a:pt x="316217" y="256933"/>
                  </a:lnTo>
                  <a:lnTo>
                    <a:pt x="349504" y="241554"/>
                  </a:lnTo>
                  <a:lnTo>
                    <a:pt x="382206" y="222300"/>
                  </a:lnTo>
                  <a:lnTo>
                    <a:pt x="411873" y="201790"/>
                  </a:lnTo>
                  <a:lnTo>
                    <a:pt x="436067" y="182651"/>
                  </a:lnTo>
                  <a:lnTo>
                    <a:pt x="411822" y="273126"/>
                  </a:lnTo>
                  <a:lnTo>
                    <a:pt x="450418" y="273126"/>
                  </a:lnTo>
                  <a:lnTo>
                    <a:pt x="474662" y="182651"/>
                  </a:lnTo>
                  <a:lnTo>
                    <a:pt x="474738" y="182372"/>
                  </a:lnTo>
                  <a:lnTo>
                    <a:pt x="492252" y="205765"/>
                  </a:lnTo>
                  <a:lnTo>
                    <a:pt x="512292" y="226479"/>
                  </a:lnTo>
                  <a:lnTo>
                    <a:pt x="533692" y="243776"/>
                  </a:lnTo>
                  <a:lnTo>
                    <a:pt x="555307" y="256933"/>
                  </a:lnTo>
                  <a:lnTo>
                    <a:pt x="589800" y="221957"/>
                  </a:lnTo>
                  <a:lnTo>
                    <a:pt x="562724" y="209562"/>
                  </a:lnTo>
                  <a:lnTo>
                    <a:pt x="538353" y="194945"/>
                  </a:lnTo>
                  <a:lnTo>
                    <a:pt x="522439" y="182372"/>
                  </a:lnTo>
                  <a:lnTo>
                    <a:pt x="516255" y="177507"/>
                  </a:lnTo>
                  <a:lnTo>
                    <a:pt x="496011" y="156641"/>
                  </a:lnTo>
                  <a:lnTo>
                    <a:pt x="596836" y="156641"/>
                  </a:lnTo>
                  <a:lnTo>
                    <a:pt x="605739" y="123405"/>
                  </a:lnTo>
                  <a:lnTo>
                    <a:pt x="545592" y="123405"/>
                  </a:lnTo>
                  <a:lnTo>
                    <a:pt x="558444" y="111950"/>
                  </a:lnTo>
                  <a:lnTo>
                    <a:pt x="571068" y="99390"/>
                  </a:lnTo>
                  <a:lnTo>
                    <a:pt x="582701" y="86550"/>
                  </a:lnTo>
                  <a:lnTo>
                    <a:pt x="592569" y="74282"/>
                  </a:lnTo>
                  <a:lnTo>
                    <a:pt x="569264" y="62992"/>
                  </a:lnTo>
                  <a:lnTo>
                    <a:pt x="612051" y="62992"/>
                  </a:lnTo>
                  <a:lnTo>
                    <a:pt x="621182" y="2889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36938" y="1485253"/>
              <a:ext cx="444314" cy="2186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03094" y="1490802"/>
              <a:ext cx="200746" cy="21238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199471" y="1465337"/>
              <a:ext cx="332105" cy="266065"/>
            </a:xfrm>
            <a:custGeom>
              <a:avLst/>
              <a:gdLst/>
              <a:ahLst/>
              <a:cxnLst/>
              <a:rect l="l" t="t" r="r" b="b"/>
              <a:pathLst>
                <a:path w="332105" h="266064">
                  <a:moveTo>
                    <a:pt x="192646" y="0"/>
                  </a:moveTo>
                  <a:lnTo>
                    <a:pt x="71170" y="0"/>
                  </a:lnTo>
                  <a:lnTo>
                    <a:pt x="0" y="265607"/>
                  </a:lnTo>
                  <a:lnTo>
                    <a:pt x="37693" y="265607"/>
                  </a:lnTo>
                  <a:lnTo>
                    <a:pt x="79908" y="108089"/>
                  </a:lnTo>
                  <a:lnTo>
                    <a:pt x="163690" y="108089"/>
                  </a:lnTo>
                  <a:lnTo>
                    <a:pt x="171045" y="80632"/>
                  </a:lnTo>
                  <a:lnTo>
                    <a:pt x="87274" y="80632"/>
                  </a:lnTo>
                  <a:lnTo>
                    <a:pt x="91071" y="66471"/>
                  </a:lnTo>
                  <a:lnTo>
                    <a:pt x="174839" y="66471"/>
                  </a:lnTo>
                  <a:lnTo>
                    <a:pt x="181422" y="41897"/>
                  </a:lnTo>
                  <a:lnTo>
                    <a:pt x="97637" y="41897"/>
                  </a:lnTo>
                  <a:lnTo>
                    <a:pt x="101041" y="29184"/>
                  </a:lnTo>
                  <a:lnTo>
                    <a:pt x="184828" y="29184"/>
                  </a:lnTo>
                  <a:lnTo>
                    <a:pt x="192646" y="0"/>
                  </a:lnTo>
                  <a:close/>
                </a:path>
                <a:path w="332105" h="266064">
                  <a:moveTo>
                    <a:pt x="332079" y="0"/>
                  </a:moveTo>
                  <a:lnTo>
                    <a:pt x="207606" y="0"/>
                  </a:lnTo>
                  <a:lnTo>
                    <a:pt x="178638" y="108089"/>
                  </a:lnTo>
                  <a:lnTo>
                    <a:pt x="265417" y="108089"/>
                  </a:lnTo>
                  <a:lnTo>
                    <a:pt x="238239" y="209524"/>
                  </a:lnTo>
                  <a:lnTo>
                    <a:pt x="235088" y="219353"/>
                  </a:lnTo>
                  <a:lnTo>
                    <a:pt x="230522" y="224631"/>
                  </a:lnTo>
                  <a:lnTo>
                    <a:pt x="221753" y="226766"/>
                  </a:lnTo>
                  <a:lnTo>
                    <a:pt x="205993" y="227164"/>
                  </a:lnTo>
                  <a:lnTo>
                    <a:pt x="197611" y="227164"/>
                  </a:lnTo>
                  <a:lnTo>
                    <a:pt x="203250" y="264147"/>
                  </a:lnTo>
                  <a:lnTo>
                    <a:pt x="257103" y="251902"/>
                  </a:lnTo>
                  <a:lnTo>
                    <a:pt x="278256" y="200863"/>
                  </a:lnTo>
                  <a:lnTo>
                    <a:pt x="310473" y="80632"/>
                  </a:lnTo>
                  <a:lnTo>
                    <a:pt x="223710" y="80632"/>
                  </a:lnTo>
                  <a:lnTo>
                    <a:pt x="227495" y="66471"/>
                  </a:lnTo>
                  <a:lnTo>
                    <a:pt x="314268" y="66471"/>
                  </a:lnTo>
                  <a:lnTo>
                    <a:pt x="320852" y="41897"/>
                  </a:lnTo>
                  <a:lnTo>
                    <a:pt x="234073" y="41897"/>
                  </a:lnTo>
                  <a:lnTo>
                    <a:pt x="237489" y="29184"/>
                  </a:lnTo>
                  <a:lnTo>
                    <a:pt x="324259" y="29184"/>
                  </a:lnTo>
                  <a:lnTo>
                    <a:pt x="332079" y="0"/>
                  </a:lnTo>
                  <a:close/>
                </a:path>
                <a:path w="332105" h="266064">
                  <a:moveTo>
                    <a:pt x="133349" y="203466"/>
                  </a:moveTo>
                  <a:lnTo>
                    <a:pt x="97739" y="203466"/>
                  </a:lnTo>
                  <a:lnTo>
                    <a:pt x="90295" y="213685"/>
                  </a:lnTo>
                  <a:lnTo>
                    <a:pt x="80562" y="222607"/>
                  </a:lnTo>
                  <a:lnTo>
                    <a:pt x="67953" y="230121"/>
                  </a:lnTo>
                  <a:lnTo>
                    <a:pt x="51879" y="236118"/>
                  </a:lnTo>
                  <a:lnTo>
                    <a:pt x="74993" y="260400"/>
                  </a:lnTo>
                  <a:lnTo>
                    <a:pt x="95707" y="248899"/>
                  </a:lnTo>
                  <a:lnTo>
                    <a:pt x="111882" y="235396"/>
                  </a:lnTo>
                  <a:lnTo>
                    <a:pt x="124201" y="220161"/>
                  </a:lnTo>
                  <a:lnTo>
                    <a:pt x="133349" y="203466"/>
                  </a:lnTo>
                  <a:close/>
                </a:path>
                <a:path w="332105" h="266064">
                  <a:moveTo>
                    <a:pt x="195287" y="203466"/>
                  </a:moveTo>
                  <a:lnTo>
                    <a:pt x="160578" y="203466"/>
                  </a:lnTo>
                  <a:lnTo>
                    <a:pt x="146024" y="257797"/>
                  </a:lnTo>
                  <a:lnTo>
                    <a:pt x="180720" y="257797"/>
                  </a:lnTo>
                  <a:lnTo>
                    <a:pt x="195287" y="203466"/>
                  </a:lnTo>
                  <a:close/>
                </a:path>
                <a:path w="332105" h="266064">
                  <a:moveTo>
                    <a:pt x="236562" y="172250"/>
                  </a:moveTo>
                  <a:lnTo>
                    <a:pt x="73786" y="172250"/>
                  </a:lnTo>
                  <a:lnTo>
                    <a:pt x="65417" y="203466"/>
                  </a:lnTo>
                  <a:lnTo>
                    <a:pt x="228193" y="203466"/>
                  </a:lnTo>
                  <a:lnTo>
                    <a:pt x="236562" y="172250"/>
                  </a:lnTo>
                  <a:close/>
                </a:path>
                <a:path w="332105" h="266064">
                  <a:moveTo>
                    <a:pt x="149364" y="152590"/>
                  </a:moveTo>
                  <a:lnTo>
                    <a:pt x="114655" y="152590"/>
                  </a:lnTo>
                  <a:lnTo>
                    <a:pt x="109385" y="172250"/>
                  </a:lnTo>
                  <a:lnTo>
                    <a:pt x="144094" y="172250"/>
                  </a:lnTo>
                  <a:lnTo>
                    <a:pt x="149364" y="152590"/>
                  </a:lnTo>
                  <a:close/>
                </a:path>
                <a:path w="332105" h="266064">
                  <a:moveTo>
                    <a:pt x="208914" y="152590"/>
                  </a:moveTo>
                  <a:lnTo>
                    <a:pt x="174193" y="152590"/>
                  </a:lnTo>
                  <a:lnTo>
                    <a:pt x="168935" y="172250"/>
                  </a:lnTo>
                  <a:lnTo>
                    <a:pt x="203644" y="172250"/>
                  </a:lnTo>
                  <a:lnTo>
                    <a:pt x="208914" y="152590"/>
                  </a:lnTo>
                  <a:close/>
                </a:path>
                <a:path w="332105" h="266064">
                  <a:moveTo>
                    <a:pt x="240449" y="123113"/>
                  </a:moveTo>
                  <a:lnTo>
                    <a:pt x="95923" y="123113"/>
                  </a:lnTo>
                  <a:lnTo>
                    <a:pt x="88036" y="152590"/>
                  </a:lnTo>
                  <a:lnTo>
                    <a:pt x="232562" y="152590"/>
                  </a:lnTo>
                  <a:lnTo>
                    <a:pt x="240449" y="123113"/>
                  </a:lnTo>
                  <a:close/>
                </a:path>
                <a:path w="332105" h="266064">
                  <a:moveTo>
                    <a:pt x="174839" y="66471"/>
                  </a:moveTo>
                  <a:lnTo>
                    <a:pt x="137134" y="66471"/>
                  </a:lnTo>
                  <a:lnTo>
                    <a:pt x="133349" y="80632"/>
                  </a:lnTo>
                  <a:lnTo>
                    <a:pt x="171045" y="80632"/>
                  </a:lnTo>
                  <a:lnTo>
                    <a:pt x="174839" y="66471"/>
                  </a:lnTo>
                  <a:close/>
                </a:path>
                <a:path w="332105" h="266064">
                  <a:moveTo>
                    <a:pt x="314268" y="66471"/>
                  </a:moveTo>
                  <a:lnTo>
                    <a:pt x="276567" y="66471"/>
                  </a:lnTo>
                  <a:lnTo>
                    <a:pt x="272783" y="80632"/>
                  </a:lnTo>
                  <a:lnTo>
                    <a:pt x="310473" y="80632"/>
                  </a:lnTo>
                  <a:lnTo>
                    <a:pt x="314268" y="66471"/>
                  </a:lnTo>
                  <a:close/>
                </a:path>
                <a:path w="332105" h="266064">
                  <a:moveTo>
                    <a:pt x="184828" y="29184"/>
                  </a:moveTo>
                  <a:lnTo>
                    <a:pt x="147129" y="29184"/>
                  </a:lnTo>
                  <a:lnTo>
                    <a:pt x="143713" y="41897"/>
                  </a:lnTo>
                  <a:lnTo>
                    <a:pt x="181422" y="41897"/>
                  </a:lnTo>
                  <a:lnTo>
                    <a:pt x="184828" y="29184"/>
                  </a:lnTo>
                  <a:close/>
                </a:path>
                <a:path w="332105" h="266064">
                  <a:moveTo>
                    <a:pt x="324259" y="29184"/>
                  </a:moveTo>
                  <a:lnTo>
                    <a:pt x="286562" y="29184"/>
                  </a:lnTo>
                  <a:lnTo>
                    <a:pt x="283159" y="41897"/>
                  </a:lnTo>
                  <a:lnTo>
                    <a:pt x="320852" y="41897"/>
                  </a:lnTo>
                  <a:lnTo>
                    <a:pt x="324259" y="2918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14691" y="1488631"/>
              <a:ext cx="459973" cy="2186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93820" y="1490300"/>
              <a:ext cx="295156" cy="21432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8750" y="1804771"/>
              <a:ext cx="796560" cy="28619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19886" y="1790674"/>
              <a:ext cx="289560" cy="601980"/>
            </a:xfrm>
            <a:custGeom>
              <a:avLst/>
              <a:gdLst/>
              <a:ahLst/>
              <a:cxnLst/>
              <a:rect l="l" t="t" r="r" b="b"/>
              <a:pathLst>
                <a:path w="289559" h="601980">
                  <a:moveTo>
                    <a:pt x="289496" y="0"/>
                  </a:moveTo>
                  <a:lnTo>
                    <a:pt x="0" y="0"/>
                  </a:lnTo>
                  <a:lnTo>
                    <a:pt x="0" y="601903"/>
                  </a:lnTo>
                  <a:lnTo>
                    <a:pt x="289496" y="601903"/>
                  </a:lnTo>
                  <a:lnTo>
                    <a:pt x="289496" y="0"/>
                  </a:lnTo>
                  <a:close/>
                </a:path>
              </a:pathLst>
            </a:custGeom>
            <a:solidFill>
              <a:srgbClr val="C9C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19890" y="1790679"/>
              <a:ext cx="289560" cy="601980"/>
            </a:xfrm>
            <a:custGeom>
              <a:avLst/>
              <a:gdLst/>
              <a:ahLst/>
              <a:cxnLst/>
              <a:rect l="l" t="t" r="r" b="b"/>
              <a:pathLst>
                <a:path w="289559" h="601980">
                  <a:moveTo>
                    <a:pt x="289496" y="0"/>
                  </a:moveTo>
                  <a:lnTo>
                    <a:pt x="0" y="0"/>
                  </a:lnTo>
                  <a:lnTo>
                    <a:pt x="0" y="601903"/>
                  </a:lnTo>
                  <a:lnTo>
                    <a:pt x="289496" y="601903"/>
                  </a:lnTo>
                  <a:lnTo>
                    <a:pt x="289496" y="0"/>
                  </a:lnTo>
                  <a:close/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028194" y="1993651"/>
              <a:ext cx="54610" cy="189865"/>
            </a:xfrm>
            <a:custGeom>
              <a:avLst/>
              <a:gdLst/>
              <a:ahLst/>
              <a:cxnLst/>
              <a:rect l="l" t="t" r="r" b="b"/>
              <a:pathLst>
                <a:path w="54609" h="189864">
                  <a:moveTo>
                    <a:pt x="25222" y="0"/>
                  </a:moveTo>
                  <a:lnTo>
                    <a:pt x="12992" y="241"/>
                  </a:lnTo>
                  <a:lnTo>
                    <a:pt x="4495" y="1003"/>
                  </a:lnTo>
                  <a:lnTo>
                    <a:pt x="0" y="8242"/>
                  </a:lnTo>
                  <a:lnTo>
                    <a:pt x="0" y="22224"/>
                  </a:lnTo>
                  <a:lnTo>
                    <a:pt x="4254" y="28714"/>
                  </a:lnTo>
                  <a:lnTo>
                    <a:pt x="16230" y="28714"/>
                  </a:lnTo>
                  <a:lnTo>
                    <a:pt x="21338" y="29691"/>
                  </a:lnTo>
                  <a:lnTo>
                    <a:pt x="24293" y="34463"/>
                  </a:lnTo>
                  <a:lnTo>
                    <a:pt x="25654" y="45790"/>
                  </a:lnTo>
                  <a:lnTo>
                    <a:pt x="25984" y="66433"/>
                  </a:lnTo>
                  <a:lnTo>
                    <a:pt x="24968" y="184797"/>
                  </a:lnTo>
                  <a:lnTo>
                    <a:pt x="32473" y="189547"/>
                  </a:lnTo>
                  <a:lnTo>
                    <a:pt x="39712" y="189547"/>
                  </a:lnTo>
                  <a:lnTo>
                    <a:pt x="46951" y="189547"/>
                  </a:lnTo>
                  <a:lnTo>
                    <a:pt x="54203" y="185051"/>
                  </a:lnTo>
                  <a:lnTo>
                    <a:pt x="53759" y="152457"/>
                  </a:lnTo>
                  <a:lnTo>
                    <a:pt x="54444" y="29959"/>
                  </a:lnTo>
                  <a:lnTo>
                    <a:pt x="54203" y="26720"/>
                  </a:lnTo>
                  <a:lnTo>
                    <a:pt x="51777" y="15591"/>
                  </a:lnTo>
                  <a:lnTo>
                    <a:pt x="45889" y="7178"/>
                  </a:lnTo>
                  <a:lnTo>
                    <a:pt x="36913" y="1856"/>
                  </a:lnTo>
                  <a:lnTo>
                    <a:pt x="2522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79686" y="2172904"/>
              <a:ext cx="1423666" cy="20009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09387" y="2132356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 h="0">
                  <a:moveTo>
                    <a:pt x="1499450" y="0"/>
                  </a:moveTo>
                  <a:lnTo>
                    <a:pt x="0" y="0"/>
                  </a:lnTo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79159" y="2464693"/>
              <a:ext cx="915548" cy="28768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19886" y="2450477"/>
              <a:ext cx="289560" cy="601980"/>
            </a:xfrm>
            <a:custGeom>
              <a:avLst/>
              <a:gdLst/>
              <a:ahLst/>
              <a:cxnLst/>
              <a:rect l="l" t="t" r="r" b="b"/>
              <a:pathLst>
                <a:path w="289559" h="601980">
                  <a:moveTo>
                    <a:pt x="289496" y="0"/>
                  </a:moveTo>
                  <a:lnTo>
                    <a:pt x="0" y="0"/>
                  </a:lnTo>
                  <a:lnTo>
                    <a:pt x="0" y="601891"/>
                  </a:lnTo>
                  <a:lnTo>
                    <a:pt x="289496" y="601891"/>
                  </a:lnTo>
                  <a:lnTo>
                    <a:pt x="289496" y="0"/>
                  </a:lnTo>
                  <a:close/>
                </a:path>
              </a:pathLst>
            </a:custGeom>
            <a:solidFill>
              <a:srgbClr val="C9C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919890" y="2450471"/>
              <a:ext cx="289560" cy="601980"/>
            </a:xfrm>
            <a:custGeom>
              <a:avLst/>
              <a:gdLst/>
              <a:ahLst/>
              <a:cxnLst/>
              <a:rect l="l" t="t" r="r" b="b"/>
              <a:pathLst>
                <a:path w="289559" h="601980">
                  <a:moveTo>
                    <a:pt x="289496" y="0"/>
                  </a:moveTo>
                  <a:lnTo>
                    <a:pt x="0" y="0"/>
                  </a:lnTo>
                  <a:lnTo>
                    <a:pt x="0" y="601891"/>
                  </a:lnTo>
                  <a:lnTo>
                    <a:pt x="289496" y="601891"/>
                  </a:lnTo>
                  <a:lnTo>
                    <a:pt x="289496" y="0"/>
                  </a:lnTo>
                  <a:close/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99468" y="2652444"/>
              <a:ext cx="134365" cy="19004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79685" y="2833459"/>
              <a:ext cx="1412419" cy="20016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209387" y="2790784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 h="0">
                  <a:moveTo>
                    <a:pt x="1499450" y="0"/>
                  </a:moveTo>
                  <a:lnTo>
                    <a:pt x="0" y="0"/>
                  </a:lnTo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77052" y="1804900"/>
              <a:ext cx="916771" cy="28606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127476" y="2464701"/>
              <a:ext cx="901819" cy="28606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65004" y="2446959"/>
              <a:ext cx="1793493" cy="60891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765016" y="1787167"/>
              <a:ext cx="3642113" cy="60892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977257" y="2463761"/>
              <a:ext cx="1263650" cy="288290"/>
            </a:xfrm>
            <a:custGeom>
              <a:avLst/>
              <a:gdLst/>
              <a:ahLst/>
              <a:cxnLst/>
              <a:rect l="l" t="t" r="r" b="b"/>
              <a:pathLst>
                <a:path w="1263650" h="288289">
                  <a:moveTo>
                    <a:pt x="90779" y="114554"/>
                  </a:moveTo>
                  <a:lnTo>
                    <a:pt x="67017" y="96418"/>
                  </a:lnTo>
                  <a:lnTo>
                    <a:pt x="71869" y="91262"/>
                  </a:lnTo>
                  <a:lnTo>
                    <a:pt x="75565" y="86893"/>
                  </a:lnTo>
                  <a:lnTo>
                    <a:pt x="76377" y="85928"/>
                  </a:lnTo>
                  <a:lnTo>
                    <a:pt x="80530" y="80467"/>
                  </a:lnTo>
                  <a:lnTo>
                    <a:pt x="84340" y="74930"/>
                  </a:lnTo>
                  <a:lnTo>
                    <a:pt x="70091" y="64985"/>
                  </a:lnTo>
                  <a:lnTo>
                    <a:pt x="66268" y="71005"/>
                  </a:lnTo>
                  <a:lnTo>
                    <a:pt x="62306" y="76644"/>
                  </a:lnTo>
                  <a:lnTo>
                    <a:pt x="58127" y="81953"/>
                  </a:lnTo>
                  <a:lnTo>
                    <a:pt x="53721" y="86893"/>
                  </a:lnTo>
                  <a:lnTo>
                    <a:pt x="45415" y="81191"/>
                  </a:lnTo>
                  <a:lnTo>
                    <a:pt x="37338" y="75857"/>
                  </a:lnTo>
                  <a:lnTo>
                    <a:pt x="29654" y="71005"/>
                  </a:lnTo>
                  <a:lnTo>
                    <a:pt x="22555" y="66738"/>
                  </a:lnTo>
                  <a:lnTo>
                    <a:pt x="10744" y="78562"/>
                  </a:lnTo>
                  <a:lnTo>
                    <a:pt x="17170" y="82143"/>
                  </a:lnTo>
                  <a:lnTo>
                    <a:pt x="24574" y="86563"/>
                  </a:lnTo>
                  <a:lnTo>
                    <a:pt x="32689" y="91719"/>
                  </a:lnTo>
                  <a:lnTo>
                    <a:pt x="41224" y="97497"/>
                  </a:lnTo>
                  <a:lnTo>
                    <a:pt x="33147" y="102323"/>
                  </a:lnTo>
                  <a:lnTo>
                    <a:pt x="24104" y="106324"/>
                  </a:lnTo>
                  <a:lnTo>
                    <a:pt x="13957" y="109474"/>
                  </a:lnTo>
                  <a:lnTo>
                    <a:pt x="2552" y="111734"/>
                  </a:lnTo>
                  <a:lnTo>
                    <a:pt x="13830" y="127571"/>
                  </a:lnTo>
                  <a:lnTo>
                    <a:pt x="25019" y="123964"/>
                  </a:lnTo>
                  <a:lnTo>
                    <a:pt x="35598" y="119278"/>
                  </a:lnTo>
                  <a:lnTo>
                    <a:pt x="45504" y="113639"/>
                  </a:lnTo>
                  <a:lnTo>
                    <a:pt x="54660" y="107162"/>
                  </a:lnTo>
                  <a:lnTo>
                    <a:pt x="60998" y="112064"/>
                  </a:lnTo>
                  <a:lnTo>
                    <a:pt x="67043" y="117068"/>
                  </a:lnTo>
                  <a:lnTo>
                    <a:pt x="72745" y="122123"/>
                  </a:lnTo>
                  <a:lnTo>
                    <a:pt x="78016" y="127177"/>
                  </a:lnTo>
                  <a:lnTo>
                    <a:pt x="90779" y="114554"/>
                  </a:lnTo>
                  <a:close/>
                </a:path>
                <a:path w="1263650" h="288289">
                  <a:moveTo>
                    <a:pt x="120192" y="7785"/>
                  </a:moveTo>
                  <a:lnTo>
                    <a:pt x="48475" y="7785"/>
                  </a:lnTo>
                  <a:lnTo>
                    <a:pt x="49288" y="6045"/>
                  </a:lnTo>
                  <a:lnTo>
                    <a:pt x="50215" y="4292"/>
                  </a:lnTo>
                  <a:lnTo>
                    <a:pt x="51028" y="2413"/>
                  </a:lnTo>
                  <a:lnTo>
                    <a:pt x="31826" y="939"/>
                  </a:lnTo>
                  <a:lnTo>
                    <a:pt x="27368" y="8623"/>
                  </a:lnTo>
                  <a:lnTo>
                    <a:pt x="20916" y="15481"/>
                  </a:lnTo>
                  <a:lnTo>
                    <a:pt x="12293" y="21374"/>
                  </a:lnTo>
                  <a:lnTo>
                    <a:pt x="1333" y="26187"/>
                  </a:lnTo>
                  <a:lnTo>
                    <a:pt x="11544" y="43510"/>
                  </a:lnTo>
                  <a:lnTo>
                    <a:pt x="18669" y="39878"/>
                  </a:lnTo>
                  <a:lnTo>
                    <a:pt x="24714" y="36118"/>
                  </a:lnTo>
                  <a:lnTo>
                    <a:pt x="29946" y="31559"/>
                  </a:lnTo>
                  <a:lnTo>
                    <a:pt x="29946" y="42037"/>
                  </a:lnTo>
                  <a:lnTo>
                    <a:pt x="114681" y="42037"/>
                  </a:lnTo>
                  <a:lnTo>
                    <a:pt x="114681" y="31559"/>
                  </a:lnTo>
                  <a:lnTo>
                    <a:pt x="114681" y="28206"/>
                  </a:lnTo>
                  <a:lnTo>
                    <a:pt x="33705" y="28206"/>
                  </a:lnTo>
                  <a:lnTo>
                    <a:pt x="35458" y="26454"/>
                  </a:lnTo>
                  <a:lnTo>
                    <a:pt x="37058" y="24701"/>
                  </a:lnTo>
                  <a:lnTo>
                    <a:pt x="38671" y="22834"/>
                  </a:lnTo>
                  <a:lnTo>
                    <a:pt x="120192" y="22834"/>
                  </a:lnTo>
                  <a:lnTo>
                    <a:pt x="120192" y="7785"/>
                  </a:lnTo>
                  <a:close/>
                </a:path>
                <a:path w="1263650" h="288289">
                  <a:moveTo>
                    <a:pt x="129819" y="106324"/>
                  </a:moveTo>
                  <a:lnTo>
                    <a:pt x="129717" y="105956"/>
                  </a:lnTo>
                  <a:lnTo>
                    <a:pt x="120332" y="88900"/>
                  </a:lnTo>
                  <a:lnTo>
                    <a:pt x="118173" y="100711"/>
                  </a:lnTo>
                  <a:lnTo>
                    <a:pt x="116293" y="105638"/>
                  </a:lnTo>
                  <a:lnTo>
                    <a:pt x="116166" y="105956"/>
                  </a:lnTo>
                  <a:lnTo>
                    <a:pt x="114414" y="105956"/>
                  </a:lnTo>
                  <a:lnTo>
                    <a:pt x="112560" y="103974"/>
                  </a:lnTo>
                  <a:lnTo>
                    <a:pt x="110680" y="97015"/>
                  </a:lnTo>
                  <a:lnTo>
                    <a:pt x="109232" y="83578"/>
                  </a:lnTo>
                  <a:lnTo>
                    <a:pt x="109131" y="79717"/>
                  </a:lnTo>
                  <a:lnTo>
                    <a:pt x="109016" y="75857"/>
                  </a:lnTo>
                  <a:lnTo>
                    <a:pt x="108991" y="74930"/>
                  </a:lnTo>
                  <a:lnTo>
                    <a:pt x="108889" y="71005"/>
                  </a:lnTo>
                  <a:lnTo>
                    <a:pt x="108775" y="66738"/>
                  </a:lnTo>
                  <a:lnTo>
                    <a:pt x="108648" y="47663"/>
                  </a:lnTo>
                  <a:lnTo>
                    <a:pt x="7518" y="47663"/>
                  </a:lnTo>
                  <a:lnTo>
                    <a:pt x="7518" y="62852"/>
                  </a:lnTo>
                  <a:lnTo>
                    <a:pt x="91719" y="62852"/>
                  </a:lnTo>
                  <a:lnTo>
                    <a:pt x="91821" y="71005"/>
                  </a:lnTo>
                  <a:lnTo>
                    <a:pt x="91998" y="74930"/>
                  </a:lnTo>
                  <a:lnTo>
                    <a:pt x="92036" y="75857"/>
                  </a:lnTo>
                  <a:lnTo>
                    <a:pt x="92163" y="78562"/>
                  </a:lnTo>
                  <a:lnTo>
                    <a:pt x="92214" y="79717"/>
                  </a:lnTo>
                  <a:lnTo>
                    <a:pt x="93154" y="91262"/>
                  </a:lnTo>
                  <a:lnTo>
                    <a:pt x="94437" y="100711"/>
                  </a:lnTo>
                  <a:lnTo>
                    <a:pt x="94488" y="101041"/>
                  </a:lnTo>
                  <a:lnTo>
                    <a:pt x="94615" y="101955"/>
                  </a:lnTo>
                  <a:lnTo>
                    <a:pt x="96570" y="110147"/>
                  </a:lnTo>
                  <a:lnTo>
                    <a:pt x="96685" y="110655"/>
                  </a:lnTo>
                  <a:lnTo>
                    <a:pt x="100609" y="122123"/>
                  </a:lnTo>
                  <a:lnTo>
                    <a:pt x="100723" y="122466"/>
                  </a:lnTo>
                  <a:lnTo>
                    <a:pt x="106362" y="127850"/>
                  </a:lnTo>
                  <a:lnTo>
                    <a:pt x="111874" y="127850"/>
                  </a:lnTo>
                  <a:lnTo>
                    <a:pt x="117043" y="126377"/>
                  </a:lnTo>
                  <a:lnTo>
                    <a:pt x="121920" y="122123"/>
                  </a:lnTo>
                  <a:lnTo>
                    <a:pt x="126276" y="115328"/>
                  </a:lnTo>
                  <a:lnTo>
                    <a:pt x="129819" y="106324"/>
                  </a:lnTo>
                  <a:close/>
                </a:path>
                <a:path w="1263650" h="288289">
                  <a:moveTo>
                    <a:pt x="129997" y="273177"/>
                  </a:moveTo>
                  <a:lnTo>
                    <a:pt x="123913" y="267589"/>
                  </a:lnTo>
                  <a:lnTo>
                    <a:pt x="117690" y="260972"/>
                  </a:lnTo>
                  <a:lnTo>
                    <a:pt x="111544" y="253365"/>
                  </a:lnTo>
                  <a:lnTo>
                    <a:pt x="105689" y="244843"/>
                  </a:lnTo>
                  <a:lnTo>
                    <a:pt x="111582" y="232067"/>
                  </a:lnTo>
                  <a:lnTo>
                    <a:pt x="112483" y="229260"/>
                  </a:lnTo>
                  <a:lnTo>
                    <a:pt x="115747" y="219100"/>
                  </a:lnTo>
                  <a:lnTo>
                    <a:pt x="118465" y="206819"/>
                  </a:lnTo>
                  <a:lnTo>
                    <a:pt x="120040" y="196215"/>
                  </a:lnTo>
                  <a:lnTo>
                    <a:pt x="126644" y="196215"/>
                  </a:lnTo>
                  <a:lnTo>
                    <a:pt x="126644" y="179844"/>
                  </a:lnTo>
                  <a:lnTo>
                    <a:pt x="103530" y="179844"/>
                  </a:lnTo>
                  <a:lnTo>
                    <a:pt x="103530" y="196215"/>
                  </a:lnTo>
                  <a:lnTo>
                    <a:pt x="102387" y="205359"/>
                  </a:lnTo>
                  <a:lnTo>
                    <a:pt x="100787" y="213995"/>
                  </a:lnTo>
                  <a:lnTo>
                    <a:pt x="98717" y="221996"/>
                  </a:lnTo>
                  <a:lnTo>
                    <a:pt x="96151" y="229260"/>
                  </a:lnTo>
                  <a:lnTo>
                    <a:pt x="93535" y="221996"/>
                  </a:lnTo>
                  <a:lnTo>
                    <a:pt x="91592" y="215836"/>
                  </a:lnTo>
                  <a:lnTo>
                    <a:pt x="91516" y="215569"/>
                  </a:lnTo>
                  <a:lnTo>
                    <a:pt x="91020" y="213995"/>
                  </a:lnTo>
                  <a:lnTo>
                    <a:pt x="90119" y="210591"/>
                  </a:lnTo>
                  <a:lnTo>
                    <a:pt x="88747" y="205359"/>
                  </a:lnTo>
                  <a:lnTo>
                    <a:pt x="86880" y="196215"/>
                  </a:lnTo>
                  <a:lnTo>
                    <a:pt x="103530" y="196215"/>
                  </a:lnTo>
                  <a:lnTo>
                    <a:pt x="103530" y="179844"/>
                  </a:lnTo>
                  <a:lnTo>
                    <a:pt x="93472" y="179844"/>
                  </a:lnTo>
                  <a:lnTo>
                    <a:pt x="95478" y="173926"/>
                  </a:lnTo>
                  <a:lnTo>
                    <a:pt x="97104" y="168160"/>
                  </a:lnTo>
                  <a:lnTo>
                    <a:pt x="98171" y="162648"/>
                  </a:lnTo>
                  <a:lnTo>
                    <a:pt x="86614" y="161124"/>
                  </a:lnTo>
                  <a:lnTo>
                    <a:pt x="86614" y="245376"/>
                  </a:lnTo>
                  <a:lnTo>
                    <a:pt x="81470" y="251866"/>
                  </a:lnTo>
                  <a:lnTo>
                    <a:pt x="76111" y="257581"/>
                  </a:lnTo>
                  <a:lnTo>
                    <a:pt x="70599" y="262470"/>
                  </a:lnTo>
                  <a:lnTo>
                    <a:pt x="64998" y="266458"/>
                  </a:lnTo>
                  <a:lnTo>
                    <a:pt x="64998" y="263499"/>
                  </a:lnTo>
                  <a:lnTo>
                    <a:pt x="64998" y="259473"/>
                  </a:lnTo>
                  <a:lnTo>
                    <a:pt x="64998" y="255714"/>
                  </a:lnTo>
                  <a:lnTo>
                    <a:pt x="60032" y="256921"/>
                  </a:lnTo>
                  <a:lnTo>
                    <a:pt x="53848" y="258267"/>
                  </a:lnTo>
                  <a:lnTo>
                    <a:pt x="47129" y="259473"/>
                  </a:lnTo>
                  <a:lnTo>
                    <a:pt x="47129" y="227520"/>
                  </a:lnTo>
                  <a:lnTo>
                    <a:pt x="61912" y="227520"/>
                  </a:lnTo>
                  <a:lnTo>
                    <a:pt x="61912" y="215569"/>
                  </a:lnTo>
                  <a:lnTo>
                    <a:pt x="69697" y="226301"/>
                  </a:lnTo>
                  <a:lnTo>
                    <a:pt x="71983" y="223075"/>
                  </a:lnTo>
                  <a:lnTo>
                    <a:pt x="76542" y="215836"/>
                  </a:lnTo>
                  <a:lnTo>
                    <a:pt x="78435" y="223075"/>
                  </a:lnTo>
                  <a:lnTo>
                    <a:pt x="80721" y="230606"/>
                  </a:lnTo>
                  <a:lnTo>
                    <a:pt x="83477" y="238226"/>
                  </a:lnTo>
                  <a:lnTo>
                    <a:pt x="86614" y="245376"/>
                  </a:lnTo>
                  <a:lnTo>
                    <a:pt x="86614" y="161124"/>
                  </a:lnTo>
                  <a:lnTo>
                    <a:pt x="80975" y="160362"/>
                  </a:lnTo>
                  <a:lnTo>
                    <a:pt x="77597" y="173723"/>
                  </a:lnTo>
                  <a:lnTo>
                    <a:pt x="72605" y="186994"/>
                  </a:lnTo>
                  <a:lnTo>
                    <a:pt x="66116" y="199491"/>
                  </a:lnTo>
                  <a:lnTo>
                    <a:pt x="58280" y="210591"/>
                  </a:lnTo>
                  <a:lnTo>
                    <a:pt x="47129" y="210591"/>
                  </a:lnTo>
                  <a:lnTo>
                    <a:pt x="47129" y="186563"/>
                  </a:lnTo>
                  <a:lnTo>
                    <a:pt x="66344" y="186563"/>
                  </a:lnTo>
                  <a:lnTo>
                    <a:pt x="66344" y="170167"/>
                  </a:lnTo>
                  <a:lnTo>
                    <a:pt x="3225" y="170167"/>
                  </a:lnTo>
                  <a:lnTo>
                    <a:pt x="3225" y="186563"/>
                  </a:lnTo>
                  <a:lnTo>
                    <a:pt x="30480" y="186563"/>
                  </a:lnTo>
                  <a:lnTo>
                    <a:pt x="30480" y="262470"/>
                  </a:lnTo>
                  <a:lnTo>
                    <a:pt x="30251" y="262470"/>
                  </a:lnTo>
                  <a:lnTo>
                    <a:pt x="23368" y="263499"/>
                  </a:lnTo>
                  <a:lnTo>
                    <a:pt x="23368" y="197167"/>
                  </a:lnTo>
                  <a:lnTo>
                    <a:pt x="7645" y="197167"/>
                  </a:lnTo>
                  <a:lnTo>
                    <a:pt x="7645" y="265391"/>
                  </a:lnTo>
                  <a:lnTo>
                    <a:pt x="3505" y="265785"/>
                  </a:lnTo>
                  <a:lnTo>
                    <a:pt x="2286" y="265785"/>
                  </a:lnTo>
                  <a:lnTo>
                    <a:pt x="0" y="265925"/>
                  </a:lnTo>
                  <a:lnTo>
                    <a:pt x="3759" y="283235"/>
                  </a:lnTo>
                  <a:lnTo>
                    <a:pt x="17157" y="281673"/>
                  </a:lnTo>
                  <a:lnTo>
                    <a:pt x="32575" y="279285"/>
                  </a:lnTo>
                  <a:lnTo>
                    <a:pt x="47929" y="276479"/>
                  </a:lnTo>
                  <a:lnTo>
                    <a:pt x="61099" y="273710"/>
                  </a:lnTo>
                  <a:lnTo>
                    <a:pt x="68897" y="286867"/>
                  </a:lnTo>
                  <a:lnTo>
                    <a:pt x="76212" y="281813"/>
                  </a:lnTo>
                  <a:lnTo>
                    <a:pt x="83210" y="275767"/>
                  </a:lnTo>
                  <a:lnTo>
                    <a:pt x="85166" y="273710"/>
                  </a:lnTo>
                  <a:lnTo>
                    <a:pt x="89839" y="268795"/>
                  </a:lnTo>
                  <a:lnTo>
                    <a:pt x="91668" y="266458"/>
                  </a:lnTo>
                  <a:lnTo>
                    <a:pt x="95986" y="260972"/>
                  </a:lnTo>
                  <a:lnTo>
                    <a:pt x="101130" y="268795"/>
                  </a:lnTo>
                  <a:lnTo>
                    <a:pt x="106502" y="275996"/>
                  </a:lnTo>
                  <a:lnTo>
                    <a:pt x="112039" y="282473"/>
                  </a:lnTo>
                  <a:lnTo>
                    <a:pt x="117373" y="287807"/>
                  </a:lnTo>
                  <a:lnTo>
                    <a:pt x="129997" y="273177"/>
                  </a:lnTo>
                  <a:close/>
                </a:path>
                <a:path w="1263650" h="288289">
                  <a:moveTo>
                    <a:pt x="170002" y="4572"/>
                  </a:moveTo>
                  <a:lnTo>
                    <a:pt x="151866" y="939"/>
                  </a:lnTo>
                  <a:lnTo>
                    <a:pt x="148920" y="13703"/>
                  </a:lnTo>
                  <a:lnTo>
                    <a:pt x="144602" y="25628"/>
                  </a:lnTo>
                  <a:lnTo>
                    <a:pt x="139052" y="36423"/>
                  </a:lnTo>
                  <a:lnTo>
                    <a:pt x="132397" y="45796"/>
                  </a:lnTo>
                  <a:lnTo>
                    <a:pt x="136690" y="70510"/>
                  </a:lnTo>
                  <a:lnTo>
                    <a:pt x="139115" y="67551"/>
                  </a:lnTo>
                  <a:lnTo>
                    <a:pt x="141668" y="64058"/>
                  </a:lnTo>
                  <a:lnTo>
                    <a:pt x="144348" y="60299"/>
                  </a:lnTo>
                  <a:lnTo>
                    <a:pt x="144348" y="127850"/>
                  </a:lnTo>
                  <a:lnTo>
                    <a:pt x="161277" y="127850"/>
                  </a:lnTo>
                  <a:lnTo>
                    <a:pt x="161277" y="60299"/>
                  </a:lnTo>
                  <a:lnTo>
                    <a:pt x="161277" y="33312"/>
                  </a:lnTo>
                  <a:lnTo>
                    <a:pt x="164236" y="25768"/>
                  </a:lnTo>
                  <a:lnTo>
                    <a:pt x="166700" y="18275"/>
                  </a:lnTo>
                  <a:lnTo>
                    <a:pt x="168617" y="11112"/>
                  </a:lnTo>
                  <a:lnTo>
                    <a:pt x="170002" y="4572"/>
                  </a:lnTo>
                  <a:close/>
                </a:path>
                <a:path w="1263650" h="288289">
                  <a:moveTo>
                    <a:pt x="180340" y="238925"/>
                  </a:moveTo>
                  <a:lnTo>
                    <a:pt x="165569" y="228447"/>
                  </a:lnTo>
                  <a:lnTo>
                    <a:pt x="159867" y="240665"/>
                  </a:lnTo>
                  <a:lnTo>
                    <a:pt x="152895" y="253111"/>
                  </a:lnTo>
                  <a:lnTo>
                    <a:pt x="145643" y="264274"/>
                  </a:lnTo>
                  <a:lnTo>
                    <a:pt x="139115" y="272630"/>
                  </a:lnTo>
                  <a:lnTo>
                    <a:pt x="153885" y="285115"/>
                  </a:lnTo>
                  <a:lnTo>
                    <a:pt x="161061" y="275399"/>
                  </a:lnTo>
                  <a:lnTo>
                    <a:pt x="168262" y="263893"/>
                  </a:lnTo>
                  <a:lnTo>
                    <a:pt x="174904" y="251460"/>
                  </a:lnTo>
                  <a:lnTo>
                    <a:pt x="180340" y="238925"/>
                  </a:lnTo>
                  <a:close/>
                </a:path>
                <a:path w="1263650" h="288289">
                  <a:moveTo>
                    <a:pt x="180873" y="27393"/>
                  </a:moveTo>
                  <a:lnTo>
                    <a:pt x="166636" y="27393"/>
                  </a:lnTo>
                  <a:lnTo>
                    <a:pt x="166636" y="107835"/>
                  </a:lnTo>
                  <a:lnTo>
                    <a:pt x="180873" y="107835"/>
                  </a:lnTo>
                  <a:lnTo>
                    <a:pt x="180873" y="27393"/>
                  </a:lnTo>
                  <a:close/>
                </a:path>
                <a:path w="1263650" h="288289">
                  <a:moveTo>
                    <a:pt x="184213" y="179247"/>
                  </a:moveTo>
                  <a:lnTo>
                    <a:pt x="178346" y="174929"/>
                  </a:lnTo>
                  <a:lnTo>
                    <a:pt x="171157" y="170065"/>
                  </a:lnTo>
                  <a:lnTo>
                    <a:pt x="163385" y="165163"/>
                  </a:lnTo>
                  <a:lnTo>
                    <a:pt x="155905" y="160769"/>
                  </a:lnTo>
                  <a:lnTo>
                    <a:pt x="144894" y="175133"/>
                  </a:lnTo>
                  <a:lnTo>
                    <a:pt x="151485" y="179247"/>
                  </a:lnTo>
                  <a:lnTo>
                    <a:pt x="159016" y="184340"/>
                  </a:lnTo>
                  <a:lnTo>
                    <a:pt x="166293" y="189522"/>
                  </a:lnTo>
                  <a:lnTo>
                    <a:pt x="172148" y="193929"/>
                  </a:lnTo>
                  <a:lnTo>
                    <a:pt x="184035" y="179247"/>
                  </a:lnTo>
                  <a:lnTo>
                    <a:pt x="184213" y="179247"/>
                  </a:lnTo>
                  <a:close/>
                </a:path>
                <a:path w="1263650" h="288289">
                  <a:moveTo>
                    <a:pt x="255955" y="228307"/>
                  </a:moveTo>
                  <a:lnTo>
                    <a:pt x="239572" y="228307"/>
                  </a:lnTo>
                  <a:lnTo>
                    <a:pt x="239572" y="244030"/>
                  </a:lnTo>
                  <a:lnTo>
                    <a:pt x="239572" y="265379"/>
                  </a:lnTo>
                  <a:lnTo>
                    <a:pt x="200228" y="265379"/>
                  </a:lnTo>
                  <a:lnTo>
                    <a:pt x="200228" y="244030"/>
                  </a:lnTo>
                  <a:lnTo>
                    <a:pt x="239572" y="244030"/>
                  </a:lnTo>
                  <a:lnTo>
                    <a:pt x="239572" y="228307"/>
                  </a:lnTo>
                  <a:lnTo>
                    <a:pt x="183832" y="228307"/>
                  </a:lnTo>
                  <a:lnTo>
                    <a:pt x="183832" y="286994"/>
                  </a:lnTo>
                  <a:lnTo>
                    <a:pt x="200215" y="286994"/>
                  </a:lnTo>
                  <a:lnTo>
                    <a:pt x="200215" y="280949"/>
                  </a:lnTo>
                  <a:lnTo>
                    <a:pt x="239572" y="280949"/>
                  </a:lnTo>
                  <a:lnTo>
                    <a:pt x="239572" y="286994"/>
                  </a:lnTo>
                  <a:lnTo>
                    <a:pt x="255955" y="286994"/>
                  </a:lnTo>
                  <a:lnTo>
                    <a:pt x="255955" y="280949"/>
                  </a:lnTo>
                  <a:lnTo>
                    <a:pt x="255955" y="265379"/>
                  </a:lnTo>
                  <a:lnTo>
                    <a:pt x="255955" y="244030"/>
                  </a:lnTo>
                  <a:lnTo>
                    <a:pt x="255955" y="228307"/>
                  </a:lnTo>
                  <a:close/>
                </a:path>
                <a:path w="1263650" h="288289">
                  <a:moveTo>
                    <a:pt x="260235" y="111607"/>
                  </a:moveTo>
                  <a:lnTo>
                    <a:pt x="235940" y="96964"/>
                  </a:lnTo>
                  <a:lnTo>
                    <a:pt x="258635" y="96964"/>
                  </a:lnTo>
                  <a:lnTo>
                    <a:pt x="258635" y="80441"/>
                  </a:lnTo>
                  <a:lnTo>
                    <a:pt x="229895" y="80441"/>
                  </a:lnTo>
                  <a:lnTo>
                    <a:pt x="229895" y="69164"/>
                  </a:lnTo>
                  <a:lnTo>
                    <a:pt x="252730" y="69164"/>
                  </a:lnTo>
                  <a:lnTo>
                    <a:pt x="252730" y="53187"/>
                  </a:lnTo>
                  <a:lnTo>
                    <a:pt x="213512" y="53187"/>
                  </a:lnTo>
                  <a:lnTo>
                    <a:pt x="213512" y="69164"/>
                  </a:lnTo>
                  <a:lnTo>
                    <a:pt x="213512" y="80441"/>
                  </a:lnTo>
                  <a:lnTo>
                    <a:pt x="195783" y="80441"/>
                  </a:lnTo>
                  <a:lnTo>
                    <a:pt x="198742" y="77216"/>
                  </a:lnTo>
                  <a:lnTo>
                    <a:pt x="201561" y="73329"/>
                  </a:lnTo>
                  <a:lnTo>
                    <a:pt x="203987" y="69164"/>
                  </a:lnTo>
                  <a:lnTo>
                    <a:pt x="213512" y="69164"/>
                  </a:lnTo>
                  <a:lnTo>
                    <a:pt x="213512" y="53187"/>
                  </a:lnTo>
                  <a:lnTo>
                    <a:pt x="211759" y="53187"/>
                  </a:lnTo>
                  <a:lnTo>
                    <a:pt x="212839" y="50495"/>
                  </a:lnTo>
                  <a:lnTo>
                    <a:pt x="213779" y="47942"/>
                  </a:lnTo>
                  <a:lnTo>
                    <a:pt x="214490" y="45796"/>
                  </a:lnTo>
                  <a:lnTo>
                    <a:pt x="214579" y="45529"/>
                  </a:lnTo>
                  <a:lnTo>
                    <a:pt x="258229" y="45529"/>
                  </a:lnTo>
                  <a:lnTo>
                    <a:pt x="258229" y="29540"/>
                  </a:lnTo>
                  <a:lnTo>
                    <a:pt x="246811" y="29540"/>
                  </a:lnTo>
                  <a:lnTo>
                    <a:pt x="246811" y="4432"/>
                  </a:lnTo>
                  <a:lnTo>
                    <a:pt x="189471" y="4432"/>
                  </a:lnTo>
                  <a:lnTo>
                    <a:pt x="189471" y="20548"/>
                  </a:lnTo>
                  <a:lnTo>
                    <a:pt x="229895" y="20548"/>
                  </a:lnTo>
                  <a:lnTo>
                    <a:pt x="229895" y="29540"/>
                  </a:lnTo>
                  <a:lnTo>
                    <a:pt x="184378" y="29540"/>
                  </a:lnTo>
                  <a:lnTo>
                    <a:pt x="184378" y="45529"/>
                  </a:lnTo>
                  <a:lnTo>
                    <a:pt x="197929" y="45529"/>
                  </a:lnTo>
                  <a:lnTo>
                    <a:pt x="194551" y="52692"/>
                  </a:lnTo>
                  <a:lnTo>
                    <a:pt x="190576" y="59055"/>
                  </a:lnTo>
                  <a:lnTo>
                    <a:pt x="186143" y="64566"/>
                  </a:lnTo>
                  <a:lnTo>
                    <a:pt x="181419" y="69164"/>
                  </a:lnTo>
                  <a:lnTo>
                    <a:pt x="193497" y="80441"/>
                  </a:lnTo>
                  <a:lnTo>
                    <a:pt x="184099" y="80441"/>
                  </a:lnTo>
                  <a:lnTo>
                    <a:pt x="184099" y="96964"/>
                  </a:lnTo>
                  <a:lnTo>
                    <a:pt x="207733" y="96964"/>
                  </a:lnTo>
                  <a:lnTo>
                    <a:pt x="202450" y="102273"/>
                  </a:lnTo>
                  <a:lnTo>
                    <a:pt x="195973" y="106375"/>
                  </a:lnTo>
                  <a:lnTo>
                    <a:pt x="188455" y="109410"/>
                  </a:lnTo>
                  <a:lnTo>
                    <a:pt x="180073" y="111467"/>
                  </a:lnTo>
                  <a:lnTo>
                    <a:pt x="189204" y="127850"/>
                  </a:lnTo>
                  <a:lnTo>
                    <a:pt x="198793" y="124218"/>
                  </a:lnTo>
                  <a:lnTo>
                    <a:pt x="207645" y="118554"/>
                  </a:lnTo>
                  <a:lnTo>
                    <a:pt x="215468" y="111112"/>
                  </a:lnTo>
                  <a:lnTo>
                    <a:pt x="221907" y="102273"/>
                  </a:lnTo>
                  <a:lnTo>
                    <a:pt x="227342" y="110286"/>
                  </a:lnTo>
                  <a:lnTo>
                    <a:pt x="233832" y="117335"/>
                  </a:lnTo>
                  <a:lnTo>
                    <a:pt x="241820" y="123240"/>
                  </a:lnTo>
                  <a:lnTo>
                    <a:pt x="251650" y="127850"/>
                  </a:lnTo>
                  <a:lnTo>
                    <a:pt x="260235" y="111607"/>
                  </a:lnTo>
                  <a:close/>
                </a:path>
                <a:path w="1263650" h="288289">
                  <a:moveTo>
                    <a:pt x="266293" y="214083"/>
                  </a:moveTo>
                  <a:lnTo>
                    <a:pt x="263245" y="208711"/>
                  </a:lnTo>
                  <a:lnTo>
                    <a:pt x="262394" y="207225"/>
                  </a:lnTo>
                  <a:lnTo>
                    <a:pt x="261670" y="205955"/>
                  </a:lnTo>
                  <a:lnTo>
                    <a:pt x="259842" y="202933"/>
                  </a:lnTo>
                  <a:lnTo>
                    <a:pt x="255676" y="196088"/>
                  </a:lnTo>
                  <a:lnTo>
                    <a:pt x="248869" y="185420"/>
                  </a:lnTo>
                  <a:lnTo>
                    <a:pt x="241884" y="174929"/>
                  </a:lnTo>
                  <a:lnTo>
                    <a:pt x="241744" y="174929"/>
                  </a:lnTo>
                  <a:lnTo>
                    <a:pt x="227355" y="183730"/>
                  </a:lnTo>
                  <a:lnTo>
                    <a:pt x="231114" y="188569"/>
                  </a:lnTo>
                  <a:lnTo>
                    <a:pt x="234861" y="194335"/>
                  </a:lnTo>
                  <a:lnTo>
                    <a:pt x="206121" y="202933"/>
                  </a:lnTo>
                  <a:lnTo>
                    <a:pt x="211493" y="194741"/>
                  </a:lnTo>
                  <a:lnTo>
                    <a:pt x="216573" y="185813"/>
                  </a:lnTo>
                  <a:lnTo>
                    <a:pt x="221132" y="176377"/>
                  </a:lnTo>
                  <a:lnTo>
                    <a:pt x="224929" y="166662"/>
                  </a:lnTo>
                  <a:lnTo>
                    <a:pt x="206794" y="160362"/>
                  </a:lnTo>
                  <a:lnTo>
                    <a:pt x="202946" y="171450"/>
                  </a:lnTo>
                  <a:lnTo>
                    <a:pt x="198031" y="182524"/>
                  </a:lnTo>
                  <a:lnTo>
                    <a:pt x="192252" y="193294"/>
                  </a:lnTo>
                  <a:lnTo>
                    <a:pt x="185851" y="203466"/>
                  </a:lnTo>
                  <a:lnTo>
                    <a:pt x="174167" y="203466"/>
                  </a:lnTo>
                  <a:lnTo>
                    <a:pt x="174790" y="206959"/>
                  </a:lnTo>
                  <a:lnTo>
                    <a:pt x="174840" y="207225"/>
                  </a:lnTo>
                  <a:lnTo>
                    <a:pt x="169075" y="203669"/>
                  </a:lnTo>
                  <a:lnTo>
                    <a:pt x="162090" y="199466"/>
                  </a:lnTo>
                  <a:lnTo>
                    <a:pt x="154838" y="195275"/>
                  </a:lnTo>
                  <a:lnTo>
                    <a:pt x="148247" y="191782"/>
                  </a:lnTo>
                  <a:lnTo>
                    <a:pt x="138303" y="206959"/>
                  </a:lnTo>
                  <a:lnTo>
                    <a:pt x="145275" y="210845"/>
                  </a:lnTo>
                  <a:lnTo>
                    <a:pt x="152768" y="215277"/>
                  </a:lnTo>
                  <a:lnTo>
                    <a:pt x="159905" y="219786"/>
                  </a:lnTo>
                  <a:lnTo>
                    <a:pt x="165836" y="223875"/>
                  </a:lnTo>
                  <a:lnTo>
                    <a:pt x="175107" y="208711"/>
                  </a:lnTo>
                  <a:lnTo>
                    <a:pt x="177266" y="219786"/>
                  </a:lnTo>
                  <a:lnTo>
                    <a:pt x="177393" y="220433"/>
                  </a:lnTo>
                  <a:lnTo>
                    <a:pt x="177520" y="221056"/>
                  </a:lnTo>
                  <a:lnTo>
                    <a:pt x="193827" y="220433"/>
                  </a:lnTo>
                  <a:lnTo>
                    <a:pt x="212166" y="219113"/>
                  </a:lnTo>
                  <a:lnTo>
                    <a:pt x="230390" y="217398"/>
                  </a:lnTo>
                  <a:lnTo>
                    <a:pt x="246405" y="215557"/>
                  </a:lnTo>
                  <a:lnTo>
                    <a:pt x="248031" y="218643"/>
                  </a:lnTo>
                  <a:lnTo>
                    <a:pt x="249504" y="221869"/>
                  </a:lnTo>
                  <a:lnTo>
                    <a:pt x="250850" y="224688"/>
                  </a:lnTo>
                  <a:lnTo>
                    <a:pt x="264147" y="215557"/>
                  </a:lnTo>
                  <a:lnTo>
                    <a:pt x="266293" y="214083"/>
                  </a:lnTo>
                  <a:close/>
                </a:path>
                <a:path w="1263650" h="288289">
                  <a:moveTo>
                    <a:pt x="392366" y="33832"/>
                  </a:moveTo>
                  <a:lnTo>
                    <a:pt x="360400" y="33832"/>
                  </a:lnTo>
                  <a:lnTo>
                    <a:pt x="364566" y="29413"/>
                  </a:lnTo>
                  <a:lnTo>
                    <a:pt x="368452" y="24701"/>
                  </a:lnTo>
                  <a:lnTo>
                    <a:pt x="369239" y="23495"/>
                  </a:lnTo>
                  <a:lnTo>
                    <a:pt x="370471" y="21615"/>
                  </a:lnTo>
                  <a:lnTo>
                    <a:pt x="370471" y="9944"/>
                  </a:lnTo>
                  <a:lnTo>
                    <a:pt x="350062" y="9944"/>
                  </a:lnTo>
                  <a:lnTo>
                    <a:pt x="350062" y="23495"/>
                  </a:lnTo>
                  <a:lnTo>
                    <a:pt x="347916" y="26327"/>
                  </a:lnTo>
                  <a:lnTo>
                    <a:pt x="343623" y="30619"/>
                  </a:lnTo>
                  <a:lnTo>
                    <a:pt x="339991" y="33832"/>
                  </a:lnTo>
                  <a:lnTo>
                    <a:pt x="307086" y="33832"/>
                  </a:lnTo>
                  <a:lnTo>
                    <a:pt x="310451" y="30480"/>
                  </a:lnTo>
                  <a:lnTo>
                    <a:pt x="313664" y="26987"/>
                  </a:lnTo>
                  <a:lnTo>
                    <a:pt x="316496" y="23495"/>
                  </a:lnTo>
                  <a:lnTo>
                    <a:pt x="350062" y="23495"/>
                  </a:lnTo>
                  <a:lnTo>
                    <a:pt x="350062" y="9944"/>
                  </a:lnTo>
                  <a:lnTo>
                    <a:pt x="325488" y="9944"/>
                  </a:lnTo>
                  <a:lnTo>
                    <a:pt x="326694" y="7658"/>
                  </a:lnTo>
                  <a:lnTo>
                    <a:pt x="327634" y="5372"/>
                  </a:lnTo>
                  <a:lnTo>
                    <a:pt x="328434" y="3225"/>
                  </a:lnTo>
                  <a:lnTo>
                    <a:pt x="310311" y="800"/>
                  </a:lnTo>
                  <a:lnTo>
                    <a:pt x="302882" y="12801"/>
                  </a:lnTo>
                  <a:lnTo>
                    <a:pt x="293446" y="22733"/>
                  </a:lnTo>
                  <a:lnTo>
                    <a:pt x="282270" y="30797"/>
                  </a:lnTo>
                  <a:lnTo>
                    <a:pt x="269621" y="37198"/>
                  </a:lnTo>
                  <a:lnTo>
                    <a:pt x="275666" y="55740"/>
                  </a:lnTo>
                  <a:lnTo>
                    <a:pt x="279831" y="53708"/>
                  </a:lnTo>
                  <a:lnTo>
                    <a:pt x="283857" y="51562"/>
                  </a:lnTo>
                  <a:lnTo>
                    <a:pt x="287883" y="49022"/>
                  </a:lnTo>
                  <a:lnTo>
                    <a:pt x="287845" y="53708"/>
                  </a:lnTo>
                  <a:lnTo>
                    <a:pt x="286651" y="71539"/>
                  </a:lnTo>
                  <a:lnTo>
                    <a:pt x="283121" y="87160"/>
                  </a:lnTo>
                  <a:lnTo>
                    <a:pt x="283057" y="87477"/>
                  </a:lnTo>
                  <a:lnTo>
                    <a:pt x="277241" y="101066"/>
                  </a:lnTo>
                  <a:lnTo>
                    <a:pt x="269354" y="112534"/>
                  </a:lnTo>
                  <a:lnTo>
                    <a:pt x="281978" y="127977"/>
                  </a:lnTo>
                  <a:lnTo>
                    <a:pt x="302983" y="80467"/>
                  </a:lnTo>
                  <a:lnTo>
                    <a:pt x="304673" y="57073"/>
                  </a:lnTo>
                  <a:lnTo>
                    <a:pt x="304673" y="49415"/>
                  </a:lnTo>
                  <a:lnTo>
                    <a:pt x="392366" y="49415"/>
                  </a:lnTo>
                  <a:lnTo>
                    <a:pt x="392366" y="49022"/>
                  </a:lnTo>
                  <a:lnTo>
                    <a:pt x="392366" y="33832"/>
                  </a:lnTo>
                  <a:close/>
                </a:path>
                <a:path w="1263650" h="288289">
                  <a:moveTo>
                    <a:pt x="396519" y="100050"/>
                  </a:moveTo>
                  <a:lnTo>
                    <a:pt x="383794" y="92125"/>
                  </a:lnTo>
                  <a:lnTo>
                    <a:pt x="380542" y="90106"/>
                  </a:lnTo>
                  <a:lnTo>
                    <a:pt x="381393" y="87477"/>
                  </a:lnTo>
                  <a:lnTo>
                    <a:pt x="381508" y="83667"/>
                  </a:lnTo>
                  <a:lnTo>
                    <a:pt x="381558" y="72644"/>
                  </a:lnTo>
                  <a:lnTo>
                    <a:pt x="381622" y="57073"/>
                  </a:lnTo>
                  <a:lnTo>
                    <a:pt x="379869" y="57073"/>
                  </a:lnTo>
                  <a:lnTo>
                    <a:pt x="379869" y="92125"/>
                  </a:lnTo>
                  <a:lnTo>
                    <a:pt x="378002" y="106895"/>
                  </a:lnTo>
                  <a:lnTo>
                    <a:pt x="375170" y="107696"/>
                  </a:lnTo>
                  <a:lnTo>
                    <a:pt x="327634" y="107696"/>
                  </a:lnTo>
                  <a:lnTo>
                    <a:pt x="326834" y="106895"/>
                  </a:lnTo>
                  <a:lnTo>
                    <a:pt x="326834" y="72644"/>
                  </a:lnTo>
                  <a:lnTo>
                    <a:pt x="364439" y="72644"/>
                  </a:lnTo>
                  <a:lnTo>
                    <a:pt x="364439" y="82994"/>
                  </a:lnTo>
                  <a:lnTo>
                    <a:pt x="363486" y="83667"/>
                  </a:lnTo>
                  <a:lnTo>
                    <a:pt x="349656" y="83667"/>
                  </a:lnTo>
                  <a:lnTo>
                    <a:pt x="346303" y="83527"/>
                  </a:lnTo>
                  <a:lnTo>
                    <a:pt x="342277" y="83527"/>
                  </a:lnTo>
                  <a:lnTo>
                    <a:pt x="379869" y="92125"/>
                  </a:lnTo>
                  <a:lnTo>
                    <a:pt x="379869" y="57073"/>
                  </a:lnTo>
                  <a:lnTo>
                    <a:pt x="309511" y="57073"/>
                  </a:lnTo>
                  <a:lnTo>
                    <a:pt x="309511" y="121005"/>
                  </a:lnTo>
                  <a:lnTo>
                    <a:pt x="311924" y="124218"/>
                  </a:lnTo>
                  <a:lnTo>
                    <a:pt x="373037" y="124218"/>
                  </a:lnTo>
                  <a:lnTo>
                    <a:pt x="381660" y="123748"/>
                  </a:lnTo>
                  <a:lnTo>
                    <a:pt x="387578" y="121005"/>
                  </a:lnTo>
                  <a:lnTo>
                    <a:pt x="391198" y="115468"/>
                  </a:lnTo>
                  <a:lnTo>
                    <a:pt x="392290" y="113741"/>
                  </a:lnTo>
                  <a:lnTo>
                    <a:pt x="394157" y="107696"/>
                  </a:lnTo>
                  <a:lnTo>
                    <a:pt x="396519" y="100050"/>
                  </a:lnTo>
                  <a:close/>
                </a:path>
                <a:path w="1263650" h="288289">
                  <a:moveTo>
                    <a:pt x="399529" y="226568"/>
                  </a:moveTo>
                  <a:lnTo>
                    <a:pt x="395401" y="202793"/>
                  </a:lnTo>
                  <a:lnTo>
                    <a:pt x="395351" y="202450"/>
                  </a:lnTo>
                  <a:lnTo>
                    <a:pt x="383882" y="184937"/>
                  </a:lnTo>
                  <a:lnTo>
                    <a:pt x="383476" y="184327"/>
                  </a:lnTo>
                  <a:lnTo>
                    <a:pt x="364959" y="172923"/>
                  </a:lnTo>
                  <a:lnTo>
                    <a:pt x="340829" y="168960"/>
                  </a:lnTo>
                  <a:lnTo>
                    <a:pt x="328485" y="171361"/>
                  </a:lnTo>
                  <a:lnTo>
                    <a:pt x="328485" y="185610"/>
                  </a:lnTo>
                  <a:lnTo>
                    <a:pt x="326263" y="202057"/>
                  </a:lnTo>
                  <a:lnTo>
                    <a:pt x="310616" y="252882"/>
                  </a:lnTo>
                  <a:lnTo>
                    <a:pt x="306997" y="257187"/>
                  </a:lnTo>
                  <a:lnTo>
                    <a:pt x="295719" y="257187"/>
                  </a:lnTo>
                  <a:lnTo>
                    <a:pt x="293027" y="240804"/>
                  </a:lnTo>
                  <a:lnTo>
                    <a:pt x="293141" y="234086"/>
                  </a:lnTo>
                  <a:lnTo>
                    <a:pt x="295922" y="217322"/>
                  </a:lnTo>
                  <a:lnTo>
                    <a:pt x="303707" y="202793"/>
                  </a:lnTo>
                  <a:lnTo>
                    <a:pt x="315010" y="191960"/>
                  </a:lnTo>
                  <a:lnTo>
                    <a:pt x="328485" y="185610"/>
                  </a:lnTo>
                  <a:lnTo>
                    <a:pt x="328485" y="171361"/>
                  </a:lnTo>
                  <a:lnTo>
                    <a:pt x="315429" y="173875"/>
                  </a:lnTo>
                  <a:lnTo>
                    <a:pt x="294487" y="187477"/>
                  </a:lnTo>
                  <a:lnTo>
                    <a:pt x="280276" y="208114"/>
                  </a:lnTo>
                  <a:lnTo>
                    <a:pt x="275043" y="234086"/>
                  </a:lnTo>
                  <a:lnTo>
                    <a:pt x="277863" y="252882"/>
                  </a:lnTo>
                  <a:lnTo>
                    <a:pt x="277952" y="253530"/>
                  </a:lnTo>
                  <a:lnTo>
                    <a:pt x="285343" y="266700"/>
                  </a:lnTo>
                  <a:lnTo>
                    <a:pt x="295211" y="274167"/>
                  </a:lnTo>
                  <a:lnTo>
                    <a:pt x="305523" y="276529"/>
                  </a:lnTo>
                  <a:lnTo>
                    <a:pt x="312635" y="276529"/>
                  </a:lnTo>
                  <a:lnTo>
                    <a:pt x="337070" y="237845"/>
                  </a:lnTo>
                  <a:lnTo>
                    <a:pt x="348373" y="185610"/>
                  </a:lnTo>
                  <a:lnTo>
                    <a:pt x="348488" y="184937"/>
                  </a:lnTo>
                  <a:lnTo>
                    <a:pt x="362623" y="190042"/>
                  </a:lnTo>
                  <a:lnTo>
                    <a:pt x="372503" y="199059"/>
                  </a:lnTo>
                  <a:lnTo>
                    <a:pt x="378294" y="211315"/>
                  </a:lnTo>
                  <a:lnTo>
                    <a:pt x="380187" y="226161"/>
                  </a:lnTo>
                  <a:lnTo>
                    <a:pt x="376783" y="243281"/>
                  </a:lnTo>
                  <a:lnTo>
                    <a:pt x="366941" y="255765"/>
                  </a:lnTo>
                  <a:lnTo>
                    <a:pt x="351231" y="263994"/>
                  </a:lnTo>
                  <a:lnTo>
                    <a:pt x="330225" y="268338"/>
                  </a:lnTo>
                  <a:lnTo>
                    <a:pt x="340296" y="285394"/>
                  </a:lnTo>
                  <a:lnTo>
                    <a:pt x="369493" y="276771"/>
                  </a:lnTo>
                  <a:lnTo>
                    <a:pt x="387642" y="262331"/>
                  </a:lnTo>
                  <a:lnTo>
                    <a:pt x="396925" y="244716"/>
                  </a:lnTo>
                  <a:lnTo>
                    <a:pt x="399529" y="226568"/>
                  </a:lnTo>
                  <a:close/>
                </a:path>
                <a:path w="1263650" h="288289">
                  <a:moveTo>
                    <a:pt x="453199" y="164528"/>
                  </a:moveTo>
                  <a:lnTo>
                    <a:pt x="435330" y="160096"/>
                  </a:lnTo>
                  <a:lnTo>
                    <a:pt x="430161" y="173964"/>
                  </a:lnTo>
                  <a:lnTo>
                    <a:pt x="423583" y="186550"/>
                  </a:lnTo>
                  <a:lnTo>
                    <a:pt x="416115" y="197523"/>
                  </a:lnTo>
                  <a:lnTo>
                    <a:pt x="408203" y="206565"/>
                  </a:lnTo>
                  <a:lnTo>
                    <a:pt x="413181" y="229400"/>
                  </a:lnTo>
                  <a:lnTo>
                    <a:pt x="414248" y="228460"/>
                  </a:lnTo>
                  <a:lnTo>
                    <a:pt x="418414" y="224421"/>
                  </a:lnTo>
                  <a:lnTo>
                    <a:pt x="423786" y="217982"/>
                  </a:lnTo>
                  <a:lnTo>
                    <a:pt x="423786" y="287007"/>
                  </a:lnTo>
                  <a:lnTo>
                    <a:pt x="440842" y="287007"/>
                  </a:lnTo>
                  <a:lnTo>
                    <a:pt x="440842" y="217982"/>
                  </a:lnTo>
                  <a:lnTo>
                    <a:pt x="440842" y="195287"/>
                  </a:lnTo>
                  <a:lnTo>
                    <a:pt x="444601" y="188074"/>
                  </a:lnTo>
                  <a:lnTo>
                    <a:pt x="447979" y="180454"/>
                  </a:lnTo>
                  <a:lnTo>
                    <a:pt x="450875" y="172554"/>
                  </a:lnTo>
                  <a:lnTo>
                    <a:pt x="453199" y="164528"/>
                  </a:lnTo>
                  <a:close/>
                </a:path>
                <a:path w="1263650" h="288289">
                  <a:moveTo>
                    <a:pt x="529209" y="107569"/>
                  </a:moveTo>
                  <a:lnTo>
                    <a:pt x="518337" y="95478"/>
                  </a:lnTo>
                  <a:lnTo>
                    <a:pt x="515645" y="105816"/>
                  </a:lnTo>
                  <a:lnTo>
                    <a:pt x="513486" y="109588"/>
                  </a:lnTo>
                  <a:lnTo>
                    <a:pt x="510540" y="109588"/>
                  </a:lnTo>
                  <a:lnTo>
                    <a:pt x="509066" y="107708"/>
                  </a:lnTo>
                  <a:lnTo>
                    <a:pt x="507187" y="104343"/>
                  </a:lnTo>
                  <a:lnTo>
                    <a:pt x="512686" y="98844"/>
                  </a:lnTo>
                  <a:lnTo>
                    <a:pt x="517525" y="92659"/>
                  </a:lnTo>
                  <a:lnTo>
                    <a:pt x="518553" y="90919"/>
                  </a:lnTo>
                  <a:lnTo>
                    <a:pt x="521411" y="86080"/>
                  </a:lnTo>
                  <a:lnTo>
                    <a:pt x="509333" y="78701"/>
                  </a:lnTo>
                  <a:lnTo>
                    <a:pt x="507187" y="82727"/>
                  </a:lnTo>
                  <a:lnTo>
                    <a:pt x="504228" y="87020"/>
                  </a:lnTo>
                  <a:lnTo>
                    <a:pt x="500875" y="90919"/>
                  </a:lnTo>
                  <a:lnTo>
                    <a:pt x="499529" y="87147"/>
                  </a:lnTo>
                  <a:lnTo>
                    <a:pt x="498322" y="82994"/>
                  </a:lnTo>
                  <a:lnTo>
                    <a:pt x="497408" y="78701"/>
                  </a:lnTo>
                  <a:lnTo>
                    <a:pt x="497382" y="78549"/>
                  </a:lnTo>
                  <a:lnTo>
                    <a:pt x="526122" y="78549"/>
                  </a:lnTo>
                  <a:lnTo>
                    <a:pt x="526122" y="64058"/>
                  </a:lnTo>
                  <a:lnTo>
                    <a:pt x="513765" y="64058"/>
                  </a:lnTo>
                  <a:lnTo>
                    <a:pt x="512876" y="60566"/>
                  </a:lnTo>
                  <a:lnTo>
                    <a:pt x="512762" y="60159"/>
                  </a:lnTo>
                  <a:lnTo>
                    <a:pt x="512737" y="60020"/>
                  </a:lnTo>
                  <a:lnTo>
                    <a:pt x="512635" y="59626"/>
                  </a:lnTo>
                  <a:lnTo>
                    <a:pt x="512533" y="59232"/>
                  </a:lnTo>
                  <a:lnTo>
                    <a:pt x="512457" y="58953"/>
                  </a:lnTo>
                  <a:lnTo>
                    <a:pt x="512394" y="58686"/>
                  </a:lnTo>
                  <a:lnTo>
                    <a:pt x="512318" y="58407"/>
                  </a:lnTo>
                  <a:lnTo>
                    <a:pt x="512102" y="57543"/>
                  </a:lnTo>
                  <a:lnTo>
                    <a:pt x="512013" y="57200"/>
                  </a:lnTo>
                  <a:lnTo>
                    <a:pt x="518198" y="56400"/>
                  </a:lnTo>
                  <a:lnTo>
                    <a:pt x="518198" y="61239"/>
                  </a:lnTo>
                  <a:lnTo>
                    <a:pt x="528269" y="58686"/>
                  </a:lnTo>
                  <a:lnTo>
                    <a:pt x="528142" y="57200"/>
                  </a:lnTo>
                  <a:lnTo>
                    <a:pt x="528078" y="56400"/>
                  </a:lnTo>
                  <a:lnTo>
                    <a:pt x="528066" y="56261"/>
                  </a:lnTo>
                  <a:lnTo>
                    <a:pt x="527723" y="52108"/>
                  </a:lnTo>
                  <a:lnTo>
                    <a:pt x="527113" y="47269"/>
                  </a:lnTo>
                  <a:lnTo>
                    <a:pt x="526986" y="46329"/>
                  </a:lnTo>
                  <a:lnTo>
                    <a:pt x="526923" y="45796"/>
                  </a:lnTo>
                  <a:lnTo>
                    <a:pt x="526872" y="45389"/>
                  </a:lnTo>
                  <a:lnTo>
                    <a:pt x="526669" y="43776"/>
                  </a:lnTo>
                  <a:lnTo>
                    <a:pt x="525322" y="36664"/>
                  </a:lnTo>
                  <a:lnTo>
                    <a:pt x="516445" y="39204"/>
                  </a:lnTo>
                  <a:lnTo>
                    <a:pt x="517258" y="44856"/>
                  </a:lnTo>
                  <a:lnTo>
                    <a:pt x="514972" y="45123"/>
                  </a:lnTo>
                  <a:lnTo>
                    <a:pt x="512724" y="45123"/>
                  </a:lnTo>
                  <a:lnTo>
                    <a:pt x="512724" y="45250"/>
                  </a:lnTo>
                  <a:lnTo>
                    <a:pt x="510273" y="45389"/>
                  </a:lnTo>
                  <a:lnTo>
                    <a:pt x="510362" y="45250"/>
                  </a:lnTo>
                  <a:lnTo>
                    <a:pt x="512724" y="45250"/>
                  </a:lnTo>
                  <a:lnTo>
                    <a:pt x="512724" y="45123"/>
                  </a:lnTo>
                  <a:lnTo>
                    <a:pt x="510438" y="45123"/>
                  </a:lnTo>
                  <a:lnTo>
                    <a:pt x="514299" y="39204"/>
                  </a:lnTo>
                  <a:lnTo>
                    <a:pt x="517918" y="33439"/>
                  </a:lnTo>
                  <a:lnTo>
                    <a:pt x="521119" y="28067"/>
                  </a:lnTo>
                  <a:lnTo>
                    <a:pt x="521614" y="27228"/>
                  </a:lnTo>
                  <a:lnTo>
                    <a:pt x="524649" y="21628"/>
                  </a:lnTo>
                  <a:lnTo>
                    <a:pt x="514845" y="16116"/>
                  </a:lnTo>
                  <a:lnTo>
                    <a:pt x="514781" y="16243"/>
                  </a:lnTo>
                  <a:lnTo>
                    <a:pt x="513105" y="19735"/>
                  </a:lnTo>
                  <a:lnTo>
                    <a:pt x="510946" y="23901"/>
                  </a:lnTo>
                  <a:lnTo>
                    <a:pt x="508520" y="28067"/>
                  </a:lnTo>
                  <a:lnTo>
                    <a:pt x="507949" y="27228"/>
                  </a:lnTo>
                  <a:lnTo>
                    <a:pt x="507339" y="26314"/>
                  </a:lnTo>
                  <a:lnTo>
                    <a:pt x="505980" y="24307"/>
                  </a:lnTo>
                  <a:lnTo>
                    <a:pt x="507771" y="21221"/>
                  </a:lnTo>
                  <a:lnTo>
                    <a:pt x="508863" y="19329"/>
                  </a:lnTo>
                  <a:lnTo>
                    <a:pt x="509333" y="18529"/>
                  </a:lnTo>
                  <a:lnTo>
                    <a:pt x="510501" y="16243"/>
                  </a:lnTo>
                  <a:lnTo>
                    <a:pt x="514781" y="16243"/>
                  </a:lnTo>
                  <a:lnTo>
                    <a:pt x="514781" y="16116"/>
                  </a:lnTo>
                  <a:lnTo>
                    <a:pt x="510565" y="16116"/>
                  </a:lnTo>
                  <a:lnTo>
                    <a:pt x="511454" y="14363"/>
                  </a:lnTo>
                  <a:lnTo>
                    <a:pt x="512419" y="12484"/>
                  </a:lnTo>
                  <a:lnTo>
                    <a:pt x="514705" y="6172"/>
                  </a:lnTo>
                  <a:lnTo>
                    <a:pt x="503555" y="1485"/>
                  </a:lnTo>
                  <a:lnTo>
                    <a:pt x="503161" y="2921"/>
                  </a:lnTo>
                  <a:lnTo>
                    <a:pt x="503161" y="64058"/>
                  </a:lnTo>
                  <a:lnTo>
                    <a:pt x="495363" y="64058"/>
                  </a:lnTo>
                  <a:lnTo>
                    <a:pt x="495185" y="62979"/>
                  </a:lnTo>
                  <a:lnTo>
                    <a:pt x="495071" y="62179"/>
                  </a:lnTo>
                  <a:lnTo>
                    <a:pt x="494944" y="60566"/>
                  </a:lnTo>
                  <a:lnTo>
                    <a:pt x="494880" y="59626"/>
                  </a:lnTo>
                  <a:lnTo>
                    <a:pt x="494830" y="58953"/>
                  </a:lnTo>
                  <a:lnTo>
                    <a:pt x="501675" y="58407"/>
                  </a:lnTo>
                  <a:lnTo>
                    <a:pt x="502500" y="61239"/>
                  </a:lnTo>
                  <a:lnTo>
                    <a:pt x="502754" y="62179"/>
                  </a:lnTo>
                  <a:lnTo>
                    <a:pt x="503161" y="64058"/>
                  </a:lnTo>
                  <a:lnTo>
                    <a:pt x="503161" y="2921"/>
                  </a:lnTo>
                  <a:lnTo>
                    <a:pt x="502488" y="5372"/>
                  </a:lnTo>
                  <a:lnTo>
                    <a:pt x="501548" y="7962"/>
                  </a:lnTo>
                  <a:lnTo>
                    <a:pt x="501548" y="39204"/>
                  </a:lnTo>
                  <a:lnTo>
                    <a:pt x="500062" y="41503"/>
                  </a:lnTo>
                  <a:lnTo>
                    <a:pt x="498551" y="43649"/>
                  </a:lnTo>
                  <a:lnTo>
                    <a:pt x="497382" y="45123"/>
                  </a:lnTo>
                  <a:lnTo>
                    <a:pt x="497281" y="45250"/>
                  </a:lnTo>
                  <a:lnTo>
                    <a:pt x="496849" y="45796"/>
                  </a:lnTo>
                  <a:lnTo>
                    <a:pt x="493610" y="45796"/>
                  </a:lnTo>
                  <a:lnTo>
                    <a:pt x="493572" y="45250"/>
                  </a:lnTo>
                  <a:lnTo>
                    <a:pt x="497281" y="45250"/>
                  </a:lnTo>
                  <a:lnTo>
                    <a:pt x="497281" y="45123"/>
                  </a:lnTo>
                  <a:lnTo>
                    <a:pt x="493560" y="45123"/>
                  </a:lnTo>
                  <a:lnTo>
                    <a:pt x="493014" y="36664"/>
                  </a:lnTo>
                  <a:lnTo>
                    <a:pt x="492899" y="34785"/>
                  </a:lnTo>
                  <a:lnTo>
                    <a:pt x="492785" y="32766"/>
                  </a:lnTo>
                  <a:lnTo>
                    <a:pt x="492683" y="30607"/>
                  </a:lnTo>
                  <a:lnTo>
                    <a:pt x="492582" y="28067"/>
                  </a:lnTo>
                  <a:lnTo>
                    <a:pt x="492544" y="27228"/>
                  </a:lnTo>
                  <a:lnTo>
                    <a:pt x="495376" y="30607"/>
                  </a:lnTo>
                  <a:lnTo>
                    <a:pt x="498589" y="34785"/>
                  </a:lnTo>
                  <a:lnTo>
                    <a:pt x="501548" y="39204"/>
                  </a:lnTo>
                  <a:lnTo>
                    <a:pt x="501548" y="7962"/>
                  </a:lnTo>
                  <a:lnTo>
                    <a:pt x="500735" y="10198"/>
                  </a:lnTo>
                  <a:lnTo>
                    <a:pt x="498856" y="14363"/>
                  </a:lnTo>
                  <a:lnTo>
                    <a:pt x="496582" y="11290"/>
                  </a:lnTo>
                  <a:lnTo>
                    <a:pt x="493864" y="16116"/>
                  </a:lnTo>
                  <a:lnTo>
                    <a:pt x="493788" y="16243"/>
                  </a:lnTo>
                  <a:lnTo>
                    <a:pt x="492125" y="19202"/>
                  </a:lnTo>
                  <a:lnTo>
                    <a:pt x="492074" y="16243"/>
                  </a:lnTo>
                  <a:lnTo>
                    <a:pt x="493788" y="16243"/>
                  </a:lnTo>
                  <a:lnTo>
                    <a:pt x="493788" y="16116"/>
                  </a:lnTo>
                  <a:lnTo>
                    <a:pt x="492074" y="16116"/>
                  </a:lnTo>
                  <a:lnTo>
                    <a:pt x="492036" y="14363"/>
                  </a:lnTo>
                  <a:lnTo>
                    <a:pt x="491934" y="10198"/>
                  </a:lnTo>
                  <a:lnTo>
                    <a:pt x="491871" y="939"/>
                  </a:lnTo>
                  <a:lnTo>
                    <a:pt x="477774" y="939"/>
                  </a:lnTo>
                  <a:lnTo>
                    <a:pt x="477774" y="39204"/>
                  </a:lnTo>
                  <a:lnTo>
                    <a:pt x="471995" y="40957"/>
                  </a:lnTo>
                  <a:lnTo>
                    <a:pt x="472528" y="43649"/>
                  </a:lnTo>
                  <a:lnTo>
                    <a:pt x="472630" y="44856"/>
                  </a:lnTo>
                  <a:lnTo>
                    <a:pt x="472668" y="45250"/>
                  </a:lnTo>
                  <a:lnTo>
                    <a:pt x="467702" y="46062"/>
                  </a:lnTo>
                  <a:lnTo>
                    <a:pt x="465010" y="46329"/>
                  </a:lnTo>
                  <a:lnTo>
                    <a:pt x="469176" y="40157"/>
                  </a:lnTo>
                  <a:lnTo>
                    <a:pt x="473608" y="32766"/>
                  </a:lnTo>
                  <a:lnTo>
                    <a:pt x="475780" y="28740"/>
                  </a:lnTo>
                  <a:lnTo>
                    <a:pt x="475856" y="28600"/>
                  </a:lnTo>
                  <a:lnTo>
                    <a:pt x="477100" y="26314"/>
                  </a:lnTo>
                  <a:lnTo>
                    <a:pt x="477126" y="27228"/>
                  </a:lnTo>
                  <a:lnTo>
                    <a:pt x="477253" y="30759"/>
                  </a:lnTo>
                  <a:lnTo>
                    <a:pt x="477774" y="39204"/>
                  </a:lnTo>
                  <a:lnTo>
                    <a:pt x="477774" y="939"/>
                  </a:lnTo>
                  <a:lnTo>
                    <a:pt x="476973" y="939"/>
                  </a:lnTo>
                  <a:lnTo>
                    <a:pt x="476973" y="21221"/>
                  </a:lnTo>
                  <a:lnTo>
                    <a:pt x="469722" y="16243"/>
                  </a:lnTo>
                  <a:lnTo>
                    <a:pt x="468096" y="19735"/>
                  </a:lnTo>
                  <a:lnTo>
                    <a:pt x="467969" y="20002"/>
                  </a:lnTo>
                  <a:lnTo>
                    <a:pt x="463270" y="28600"/>
                  </a:lnTo>
                  <a:lnTo>
                    <a:pt x="462597" y="27520"/>
                  </a:lnTo>
                  <a:lnTo>
                    <a:pt x="461924" y="26314"/>
                  </a:lnTo>
                  <a:lnTo>
                    <a:pt x="461124" y="25247"/>
                  </a:lnTo>
                  <a:lnTo>
                    <a:pt x="464604" y="19329"/>
                  </a:lnTo>
                  <a:lnTo>
                    <a:pt x="466115" y="16243"/>
                  </a:lnTo>
                  <a:lnTo>
                    <a:pt x="469722" y="16243"/>
                  </a:lnTo>
                  <a:lnTo>
                    <a:pt x="476770" y="16243"/>
                  </a:lnTo>
                  <a:lnTo>
                    <a:pt x="476872" y="18529"/>
                  </a:lnTo>
                  <a:lnTo>
                    <a:pt x="476973" y="21221"/>
                  </a:lnTo>
                  <a:lnTo>
                    <a:pt x="476973" y="939"/>
                  </a:lnTo>
                  <a:lnTo>
                    <a:pt x="476554" y="939"/>
                  </a:lnTo>
                  <a:lnTo>
                    <a:pt x="476656" y="12484"/>
                  </a:lnTo>
                  <a:lnTo>
                    <a:pt x="476770" y="16116"/>
                  </a:lnTo>
                  <a:lnTo>
                    <a:pt x="466178" y="16116"/>
                  </a:lnTo>
                  <a:lnTo>
                    <a:pt x="466775" y="14909"/>
                  </a:lnTo>
                  <a:lnTo>
                    <a:pt x="467702" y="13030"/>
                  </a:lnTo>
                  <a:lnTo>
                    <a:pt x="470014" y="6845"/>
                  </a:lnTo>
                  <a:lnTo>
                    <a:pt x="470115" y="6578"/>
                  </a:lnTo>
                  <a:lnTo>
                    <a:pt x="459105" y="1739"/>
                  </a:lnTo>
                  <a:lnTo>
                    <a:pt x="458139" y="5372"/>
                  </a:lnTo>
                  <a:lnTo>
                    <a:pt x="458038" y="5778"/>
                  </a:lnTo>
                  <a:lnTo>
                    <a:pt x="456412" y="9944"/>
                  </a:lnTo>
                  <a:lnTo>
                    <a:pt x="456412" y="39611"/>
                  </a:lnTo>
                  <a:lnTo>
                    <a:pt x="454672" y="42303"/>
                  </a:lnTo>
                  <a:lnTo>
                    <a:pt x="451053" y="47269"/>
                  </a:lnTo>
                  <a:lnTo>
                    <a:pt x="445541" y="47269"/>
                  </a:lnTo>
                  <a:lnTo>
                    <a:pt x="447421" y="56261"/>
                  </a:lnTo>
                  <a:lnTo>
                    <a:pt x="446417" y="55194"/>
                  </a:lnTo>
                  <a:lnTo>
                    <a:pt x="443395" y="51968"/>
                  </a:lnTo>
                  <a:lnTo>
                    <a:pt x="439775" y="46469"/>
                  </a:lnTo>
                  <a:lnTo>
                    <a:pt x="436333" y="39611"/>
                  </a:lnTo>
                  <a:lnTo>
                    <a:pt x="444195" y="39611"/>
                  </a:lnTo>
                  <a:lnTo>
                    <a:pt x="444195" y="23228"/>
                  </a:lnTo>
                  <a:lnTo>
                    <a:pt x="435203" y="23228"/>
                  </a:lnTo>
                  <a:lnTo>
                    <a:pt x="435203" y="16243"/>
                  </a:lnTo>
                  <a:lnTo>
                    <a:pt x="449453" y="16243"/>
                  </a:lnTo>
                  <a:lnTo>
                    <a:pt x="445211" y="23901"/>
                  </a:lnTo>
                  <a:lnTo>
                    <a:pt x="445135" y="24041"/>
                  </a:lnTo>
                  <a:lnTo>
                    <a:pt x="448792" y="28600"/>
                  </a:lnTo>
                  <a:lnTo>
                    <a:pt x="452666" y="33972"/>
                  </a:lnTo>
                  <a:lnTo>
                    <a:pt x="456412" y="39611"/>
                  </a:lnTo>
                  <a:lnTo>
                    <a:pt x="456412" y="9944"/>
                  </a:lnTo>
                  <a:lnTo>
                    <a:pt x="456145" y="10617"/>
                  </a:lnTo>
                  <a:lnTo>
                    <a:pt x="454279" y="14909"/>
                  </a:lnTo>
                  <a:lnTo>
                    <a:pt x="451993" y="11684"/>
                  </a:lnTo>
                  <a:lnTo>
                    <a:pt x="449529" y="16116"/>
                  </a:lnTo>
                  <a:lnTo>
                    <a:pt x="435203" y="16116"/>
                  </a:lnTo>
                  <a:lnTo>
                    <a:pt x="435203" y="939"/>
                  </a:lnTo>
                  <a:lnTo>
                    <a:pt x="418960" y="939"/>
                  </a:lnTo>
                  <a:lnTo>
                    <a:pt x="418960" y="23228"/>
                  </a:lnTo>
                  <a:lnTo>
                    <a:pt x="405663" y="23228"/>
                  </a:lnTo>
                  <a:lnTo>
                    <a:pt x="405663" y="39611"/>
                  </a:lnTo>
                  <a:lnTo>
                    <a:pt x="417156" y="39611"/>
                  </a:lnTo>
                  <a:lnTo>
                    <a:pt x="413931" y="49060"/>
                  </a:lnTo>
                  <a:lnTo>
                    <a:pt x="410337" y="57543"/>
                  </a:lnTo>
                  <a:lnTo>
                    <a:pt x="406425" y="65125"/>
                  </a:lnTo>
                  <a:lnTo>
                    <a:pt x="402170" y="71983"/>
                  </a:lnTo>
                  <a:lnTo>
                    <a:pt x="409689" y="96278"/>
                  </a:lnTo>
                  <a:lnTo>
                    <a:pt x="412572" y="89382"/>
                  </a:lnTo>
                  <a:lnTo>
                    <a:pt x="414972" y="82054"/>
                  </a:lnTo>
                  <a:lnTo>
                    <a:pt x="417131" y="73634"/>
                  </a:lnTo>
                  <a:lnTo>
                    <a:pt x="418960" y="64465"/>
                  </a:lnTo>
                  <a:lnTo>
                    <a:pt x="418960" y="127850"/>
                  </a:lnTo>
                  <a:lnTo>
                    <a:pt x="435203" y="127850"/>
                  </a:lnTo>
                  <a:lnTo>
                    <a:pt x="435203" y="64465"/>
                  </a:lnTo>
                  <a:lnTo>
                    <a:pt x="435203" y="55194"/>
                  </a:lnTo>
                  <a:lnTo>
                    <a:pt x="436549" y="61239"/>
                  </a:lnTo>
                  <a:lnTo>
                    <a:pt x="436638" y="61645"/>
                  </a:lnTo>
                  <a:lnTo>
                    <a:pt x="436765" y="62179"/>
                  </a:lnTo>
                  <a:lnTo>
                    <a:pt x="436816" y="62445"/>
                  </a:lnTo>
                  <a:lnTo>
                    <a:pt x="436943" y="62979"/>
                  </a:lnTo>
                  <a:lnTo>
                    <a:pt x="439229" y="70510"/>
                  </a:lnTo>
                  <a:lnTo>
                    <a:pt x="442048" y="76682"/>
                  </a:lnTo>
                  <a:lnTo>
                    <a:pt x="448373" y="60566"/>
                  </a:lnTo>
                  <a:lnTo>
                    <a:pt x="453961" y="60020"/>
                  </a:lnTo>
                  <a:lnTo>
                    <a:pt x="460349" y="59232"/>
                  </a:lnTo>
                  <a:lnTo>
                    <a:pt x="467093" y="58229"/>
                  </a:lnTo>
                  <a:lnTo>
                    <a:pt x="473011" y="57200"/>
                  </a:lnTo>
                  <a:lnTo>
                    <a:pt x="473748" y="57200"/>
                  </a:lnTo>
                  <a:lnTo>
                    <a:pt x="473748" y="61645"/>
                  </a:lnTo>
                  <a:lnTo>
                    <a:pt x="479386" y="59626"/>
                  </a:lnTo>
                  <a:lnTo>
                    <a:pt x="479463" y="60566"/>
                  </a:lnTo>
                  <a:lnTo>
                    <a:pt x="479564" y="61645"/>
                  </a:lnTo>
                  <a:lnTo>
                    <a:pt x="479679" y="62979"/>
                  </a:lnTo>
                  <a:lnTo>
                    <a:pt x="479780" y="64058"/>
                  </a:lnTo>
                  <a:lnTo>
                    <a:pt x="447294" y="64058"/>
                  </a:lnTo>
                  <a:lnTo>
                    <a:pt x="447294" y="78549"/>
                  </a:lnTo>
                  <a:lnTo>
                    <a:pt x="453872" y="78549"/>
                  </a:lnTo>
                  <a:lnTo>
                    <a:pt x="452615" y="87020"/>
                  </a:lnTo>
                  <a:lnTo>
                    <a:pt x="452234" y="89382"/>
                  </a:lnTo>
                  <a:lnTo>
                    <a:pt x="449173" y="97764"/>
                  </a:lnTo>
                  <a:lnTo>
                    <a:pt x="449084" y="98018"/>
                  </a:lnTo>
                  <a:lnTo>
                    <a:pt x="445198" y="104343"/>
                  </a:lnTo>
                  <a:lnTo>
                    <a:pt x="444741" y="105029"/>
                  </a:lnTo>
                  <a:lnTo>
                    <a:pt x="440169" y="110121"/>
                  </a:lnTo>
                  <a:lnTo>
                    <a:pt x="451370" y="125095"/>
                  </a:lnTo>
                  <a:lnTo>
                    <a:pt x="453047" y="122897"/>
                  </a:lnTo>
                  <a:lnTo>
                    <a:pt x="456412" y="118745"/>
                  </a:lnTo>
                  <a:lnTo>
                    <a:pt x="460502" y="112052"/>
                  </a:lnTo>
                  <a:lnTo>
                    <a:pt x="463550" y="105257"/>
                  </a:lnTo>
                  <a:lnTo>
                    <a:pt x="463651" y="105029"/>
                  </a:lnTo>
                  <a:lnTo>
                    <a:pt x="465886" y="98018"/>
                  </a:lnTo>
                  <a:lnTo>
                    <a:pt x="465963" y="97764"/>
                  </a:lnTo>
                  <a:lnTo>
                    <a:pt x="468782" y="100457"/>
                  </a:lnTo>
                  <a:lnTo>
                    <a:pt x="471589" y="103543"/>
                  </a:lnTo>
                  <a:lnTo>
                    <a:pt x="474141" y="106768"/>
                  </a:lnTo>
                  <a:lnTo>
                    <a:pt x="480314" y="97764"/>
                  </a:lnTo>
                  <a:lnTo>
                    <a:pt x="483273" y="93459"/>
                  </a:lnTo>
                  <a:lnTo>
                    <a:pt x="478980" y="89712"/>
                  </a:lnTo>
                  <a:lnTo>
                    <a:pt x="473468" y="85547"/>
                  </a:lnTo>
                  <a:lnTo>
                    <a:pt x="468503" y="82054"/>
                  </a:lnTo>
                  <a:lnTo>
                    <a:pt x="468782" y="79768"/>
                  </a:lnTo>
                  <a:lnTo>
                    <a:pt x="468782" y="78549"/>
                  </a:lnTo>
                  <a:lnTo>
                    <a:pt x="481939" y="78549"/>
                  </a:lnTo>
                  <a:lnTo>
                    <a:pt x="483311" y="85547"/>
                  </a:lnTo>
                  <a:lnTo>
                    <a:pt x="483412" y="86080"/>
                  </a:lnTo>
                  <a:lnTo>
                    <a:pt x="485571" y="94005"/>
                  </a:lnTo>
                  <a:lnTo>
                    <a:pt x="462330" y="114274"/>
                  </a:lnTo>
                  <a:lnTo>
                    <a:pt x="472528" y="127850"/>
                  </a:lnTo>
                  <a:lnTo>
                    <a:pt x="478472" y="125095"/>
                  </a:lnTo>
                  <a:lnTo>
                    <a:pt x="484200" y="121920"/>
                  </a:lnTo>
                  <a:lnTo>
                    <a:pt x="489699" y="118427"/>
                  </a:lnTo>
                  <a:lnTo>
                    <a:pt x="494957" y="114681"/>
                  </a:lnTo>
                  <a:lnTo>
                    <a:pt x="499529" y="122605"/>
                  </a:lnTo>
                  <a:lnTo>
                    <a:pt x="505040" y="127850"/>
                  </a:lnTo>
                  <a:lnTo>
                    <a:pt x="511073" y="127850"/>
                  </a:lnTo>
                  <a:lnTo>
                    <a:pt x="515874" y="126631"/>
                  </a:lnTo>
                  <a:lnTo>
                    <a:pt x="520547" y="122897"/>
                  </a:lnTo>
                  <a:lnTo>
                    <a:pt x="525018" y="116573"/>
                  </a:lnTo>
                  <a:lnTo>
                    <a:pt x="525894" y="114681"/>
                  </a:lnTo>
                  <a:lnTo>
                    <a:pt x="528269" y="109588"/>
                  </a:lnTo>
                  <a:lnTo>
                    <a:pt x="529145" y="107708"/>
                  </a:lnTo>
                  <a:lnTo>
                    <a:pt x="529209" y="107569"/>
                  </a:lnTo>
                  <a:close/>
                </a:path>
                <a:path w="1263650" h="288289">
                  <a:moveTo>
                    <a:pt x="535241" y="200253"/>
                  </a:moveTo>
                  <a:lnTo>
                    <a:pt x="499935" y="200253"/>
                  </a:lnTo>
                  <a:lnTo>
                    <a:pt x="499935" y="160096"/>
                  </a:lnTo>
                  <a:lnTo>
                    <a:pt x="481126" y="160096"/>
                  </a:lnTo>
                  <a:lnTo>
                    <a:pt x="481126" y="200253"/>
                  </a:lnTo>
                  <a:lnTo>
                    <a:pt x="446074" y="200253"/>
                  </a:lnTo>
                  <a:lnTo>
                    <a:pt x="446074" y="217716"/>
                  </a:lnTo>
                  <a:lnTo>
                    <a:pt x="481126" y="217716"/>
                  </a:lnTo>
                  <a:lnTo>
                    <a:pt x="481126" y="266738"/>
                  </a:lnTo>
                  <a:lnTo>
                    <a:pt x="450507" y="266738"/>
                  </a:lnTo>
                  <a:lnTo>
                    <a:pt x="450507" y="284187"/>
                  </a:lnTo>
                  <a:lnTo>
                    <a:pt x="531622" y="284187"/>
                  </a:lnTo>
                  <a:lnTo>
                    <a:pt x="531622" y="266738"/>
                  </a:lnTo>
                  <a:lnTo>
                    <a:pt x="499935" y="266738"/>
                  </a:lnTo>
                  <a:lnTo>
                    <a:pt x="499935" y="217716"/>
                  </a:lnTo>
                  <a:lnTo>
                    <a:pt x="535241" y="217716"/>
                  </a:lnTo>
                  <a:lnTo>
                    <a:pt x="535241" y="200253"/>
                  </a:lnTo>
                  <a:close/>
                </a:path>
                <a:path w="1263650" h="288289">
                  <a:moveTo>
                    <a:pt x="584923" y="64452"/>
                  </a:moveTo>
                  <a:lnTo>
                    <a:pt x="583463" y="57188"/>
                  </a:lnTo>
                  <a:lnTo>
                    <a:pt x="579488" y="51257"/>
                  </a:lnTo>
                  <a:lnTo>
                    <a:pt x="573557" y="47269"/>
                  </a:lnTo>
                  <a:lnTo>
                    <a:pt x="566267" y="45796"/>
                  </a:lnTo>
                  <a:lnTo>
                    <a:pt x="559066" y="47269"/>
                  </a:lnTo>
                  <a:lnTo>
                    <a:pt x="553173" y="51257"/>
                  </a:lnTo>
                  <a:lnTo>
                    <a:pt x="549186" y="57188"/>
                  </a:lnTo>
                  <a:lnTo>
                    <a:pt x="547725" y="64452"/>
                  </a:lnTo>
                  <a:lnTo>
                    <a:pt x="549186" y="71742"/>
                  </a:lnTo>
                  <a:lnTo>
                    <a:pt x="553173" y="77673"/>
                  </a:lnTo>
                  <a:lnTo>
                    <a:pt x="559066" y="81661"/>
                  </a:lnTo>
                  <a:lnTo>
                    <a:pt x="566267" y="83121"/>
                  </a:lnTo>
                  <a:lnTo>
                    <a:pt x="573557" y="81661"/>
                  </a:lnTo>
                  <a:lnTo>
                    <a:pt x="579488" y="77673"/>
                  </a:lnTo>
                  <a:lnTo>
                    <a:pt x="583463" y="71742"/>
                  </a:lnTo>
                  <a:lnTo>
                    <a:pt x="584923" y="64452"/>
                  </a:lnTo>
                  <a:close/>
                </a:path>
                <a:path w="1263650" h="288289">
                  <a:moveTo>
                    <a:pt x="646836" y="82727"/>
                  </a:moveTo>
                  <a:lnTo>
                    <a:pt x="642848" y="76403"/>
                  </a:lnTo>
                  <a:lnTo>
                    <a:pt x="637997" y="69532"/>
                  </a:lnTo>
                  <a:lnTo>
                    <a:pt x="632663" y="62699"/>
                  </a:lnTo>
                  <a:lnTo>
                    <a:pt x="627240" y="56540"/>
                  </a:lnTo>
                  <a:lnTo>
                    <a:pt x="612736" y="67017"/>
                  </a:lnTo>
                  <a:lnTo>
                    <a:pt x="618375" y="73342"/>
                  </a:lnTo>
                  <a:lnTo>
                    <a:pt x="623633" y="80060"/>
                  </a:lnTo>
                  <a:lnTo>
                    <a:pt x="628434" y="86906"/>
                  </a:lnTo>
                  <a:lnTo>
                    <a:pt x="632739" y="93611"/>
                  </a:lnTo>
                  <a:lnTo>
                    <a:pt x="646836" y="82727"/>
                  </a:lnTo>
                  <a:close/>
                </a:path>
                <a:path w="1263650" h="288289">
                  <a:moveTo>
                    <a:pt x="647928" y="10337"/>
                  </a:moveTo>
                  <a:lnTo>
                    <a:pt x="632739" y="0"/>
                  </a:lnTo>
                  <a:lnTo>
                    <a:pt x="627380" y="7124"/>
                  </a:lnTo>
                  <a:lnTo>
                    <a:pt x="621372" y="14046"/>
                  </a:lnTo>
                  <a:lnTo>
                    <a:pt x="615353" y="20294"/>
                  </a:lnTo>
                  <a:lnTo>
                    <a:pt x="609917" y="25374"/>
                  </a:lnTo>
                  <a:lnTo>
                    <a:pt x="615492" y="31584"/>
                  </a:lnTo>
                  <a:lnTo>
                    <a:pt x="621296" y="38773"/>
                  </a:lnTo>
                  <a:lnTo>
                    <a:pt x="627151" y="46685"/>
                  </a:lnTo>
                  <a:lnTo>
                    <a:pt x="632193" y="54279"/>
                  </a:lnTo>
                  <a:lnTo>
                    <a:pt x="647928" y="44729"/>
                  </a:lnTo>
                  <a:lnTo>
                    <a:pt x="642099" y="36258"/>
                  </a:lnTo>
                  <a:lnTo>
                    <a:pt x="636905" y="29946"/>
                  </a:lnTo>
                  <a:lnTo>
                    <a:pt x="632079" y="25374"/>
                  </a:lnTo>
                  <a:lnTo>
                    <a:pt x="637705" y="21361"/>
                  </a:lnTo>
                  <a:lnTo>
                    <a:pt x="642810" y="16662"/>
                  </a:lnTo>
                  <a:lnTo>
                    <a:pt x="647928" y="10337"/>
                  </a:lnTo>
                  <a:close/>
                </a:path>
                <a:path w="1263650" h="288289">
                  <a:moveTo>
                    <a:pt x="667524" y="234899"/>
                  </a:moveTo>
                  <a:lnTo>
                    <a:pt x="658660" y="234899"/>
                  </a:lnTo>
                  <a:lnTo>
                    <a:pt x="658660" y="217843"/>
                  </a:lnTo>
                  <a:lnTo>
                    <a:pt x="641070" y="217843"/>
                  </a:lnTo>
                  <a:lnTo>
                    <a:pt x="641070" y="228714"/>
                  </a:lnTo>
                  <a:lnTo>
                    <a:pt x="641070" y="234899"/>
                  </a:lnTo>
                  <a:lnTo>
                    <a:pt x="641070" y="247116"/>
                  </a:lnTo>
                  <a:lnTo>
                    <a:pt x="641070" y="252907"/>
                  </a:lnTo>
                  <a:lnTo>
                    <a:pt x="612978" y="252907"/>
                  </a:lnTo>
                  <a:lnTo>
                    <a:pt x="612978" y="247116"/>
                  </a:lnTo>
                  <a:lnTo>
                    <a:pt x="641070" y="247116"/>
                  </a:lnTo>
                  <a:lnTo>
                    <a:pt x="641070" y="234899"/>
                  </a:lnTo>
                  <a:lnTo>
                    <a:pt x="612978" y="234899"/>
                  </a:lnTo>
                  <a:lnTo>
                    <a:pt x="612978" y="228714"/>
                  </a:lnTo>
                  <a:lnTo>
                    <a:pt x="641070" y="228714"/>
                  </a:lnTo>
                  <a:lnTo>
                    <a:pt x="641070" y="217843"/>
                  </a:lnTo>
                  <a:lnTo>
                    <a:pt x="613003" y="217843"/>
                  </a:lnTo>
                  <a:lnTo>
                    <a:pt x="613003" y="212331"/>
                  </a:lnTo>
                  <a:lnTo>
                    <a:pt x="656107" y="212331"/>
                  </a:lnTo>
                  <a:lnTo>
                    <a:pt x="656107" y="202120"/>
                  </a:lnTo>
                  <a:lnTo>
                    <a:pt x="656107" y="196481"/>
                  </a:lnTo>
                  <a:lnTo>
                    <a:pt x="656107" y="186270"/>
                  </a:lnTo>
                  <a:lnTo>
                    <a:pt x="637984" y="186270"/>
                  </a:lnTo>
                  <a:lnTo>
                    <a:pt x="637984" y="196481"/>
                  </a:lnTo>
                  <a:lnTo>
                    <a:pt x="637984" y="202120"/>
                  </a:lnTo>
                  <a:lnTo>
                    <a:pt x="613003" y="202120"/>
                  </a:lnTo>
                  <a:lnTo>
                    <a:pt x="613003" y="196481"/>
                  </a:lnTo>
                  <a:lnTo>
                    <a:pt x="637984" y="196481"/>
                  </a:lnTo>
                  <a:lnTo>
                    <a:pt x="637984" y="186270"/>
                  </a:lnTo>
                  <a:lnTo>
                    <a:pt x="613003" y="186270"/>
                  </a:lnTo>
                  <a:lnTo>
                    <a:pt x="613003" y="180644"/>
                  </a:lnTo>
                  <a:lnTo>
                    <a:pt x="664578" y="180644"/>
                  </a:lnTo>
                  <a:lnTo>
                    <a:pt x="664578" y="167081"/>
                  </a:lnTo>
                  <a:lnTo>
                    <a:pt x="613003" y="167081"/>
                  </a:lnTo>
                  <a:lnTo>
                    <a:pt x="613003" y="160096"/>
                  </a:lnTo>
                  <a:lnTo>
                    <a:pt x="594474" y="160096"/>
                  </a:lnTo>
                  <a:lnTo>
                    <a:pt x="594474" y="167081"/>
                  </a:lnTo>
                  <a:lnTo>
                    <a:pt x="543712" y="167081"/>
                  </a:lnTo>
                  <a:lnTo>
                    <a:pt x="543712" y="180644"/>
                  </a:lnTo>
                  <a:lnTo>
                    <a:pt x="594474" y="180644"/>
                  </a:lnTo>
                  <a:lnTo>
                    <a:pt x="594474" y="186270"/>
                  </a:lnTo>
                  <a:lnTo>
                    <a:pt x="594474" y="196481"/>
                  </a:lnTo>
                  <a:lnTo>
                    <a:pt x="594474" y="202120"/>
                  </a:lnTo>
                  <a:lnTo>
                    <a:pt x="571779" y="202120"/>
                  </a:lnTo>
                  <a:lnTo>
                    <a:pt x="571779" y="196481"/>
                  </a:lnTo>
                  <a:lnTo>
                    <a:pt x="594474" y="196481"/>
                  </a:lnTo>
                  <a:lnTo>
                    <a:pt x="594474" y="186270"/>
                  </a:lnTo>
                  <a:lnTo>
                    <a:pt x="553783" y="186270"/>
                  </a:lnTo>
                  <a:lnTo>
                    <a:pt x="553783" y="212331"/>
                  </a:lnTo>
                  <a:lnTo>
                    <a:pt x="594474" y="212331"/>
                  </a:lnTo>
                  <a:lnTo>
                    <a:pt x="594474" y="217843"/>
                  </a:lnTo>
                  <a:lnTo>
                    <a:pt x="548538" y="217843"/>
                  </a:lnTo>
                  <a:lnTo>
                    <a:pt x="548538" y="228714"/>
                  </a:lnTo>
                  <a:lnTo>
                    <a:pt x="594474" y="228714"/>
                  </a:lnTo>
                  <a:lnTo>
                    <a:pt x="594474" y="234899"/>
                  </a:lnTo>
                  <a:lnTo>
                    <a:pt x="540893" y="234899"/>
                  </a:lnTo>
                  <a:lnTo>
                    <a:pt x="540893" y="247116"/>
                  </a:lnTo>
                  <a:lnTo>
                    <a:pt x="594474" y="247116"/>
                  </a:lnTo>
                  <a:lnTo>
                    <a:pt x="594474" y="252907"/>
                  </a:lnTo>
                  <a:lnTo>
                    <a:pt x="548678" y="252907"/>
                  </a:lnTo>
                  <a:lnTo>
                    <a:pt x="548678" y="264033"/>
                  </a:lnTo>
                  <a:lnTo>
                    <a:pt x="594474" y="264033"/>
                  </a:lnTo>
                  <a:lnTo>
                    <a:pt x="594474" y="269938"/>
                  </a:lnTo>
                  <a:lnTo>
                    <a:pt x="594080" y="270611"/>
                  </a:lnTo>
                  <a:lnTo>
                    <a:pt x="573925" y="270611"/>
                  </a:lnTo>
                  <a:lnTo>
                    <a:pt x="581304" y="286994"/>
                  </a:lnTo>
                  <a:lnTo>
                    <a:pt x="598208" y="286143"/>
                  </a:lnTo>
                  <a:lnTo>
                    <a:pt x="607783" y="283171"/>
                  </a:lnTo>
                  <a:lnTo>
                    <a:pt x="612025" y="277482"/>
                  </a:lnTo>
                  <a:lnTo>
                    <a:pt x="613003" y="268465"/>
                  </a:lnTo>
                  <a:lnTo>
                    <a:pt x="613003" y="264033"/>
                  </a:lnTo>
                  <a:lnTo>
                    <a:pt x="641070" y="264033"/>
                  </a:lnTo>
                  <a:lnTo>
                    <a:pt x="641070" y="271830"/>
                  </a:lnTo>
                  <a:lnTo>
                    <a:pt x="658660" y="271830"/>
                  </a:lnTo>
                  <a:lnTo>
                    <a:pt x="658660" y="247116"/>
                  </a:lnTo>
                  <a:lnTo>
                    <a:pt x="667524" y="247116"/>
                  </a:lnTo>
                  <a:lnTo>
                    <a:pt x="667524" y="234899"/>
                  </a:lnTo>
                  <a:close/>
                </a:path>
                <a:path w="1263650" h="288289">
                  <a:moveTo>
                    <a:pt x="685292" y="10744"/>
                  </a:moveTo>
                  <a:lnTo>
                    <a:pt x="670077" y="266"/>
                  </a:lnTo>
                  <a:lnTo>
                    <a:pt x="664565" y="7607"/>
                  </a:lnTo>
                  <a:lnTo>
                    <a:pt x="658710" y="14414"/>
                  </a:lnTo>
                  <a:lnTo>
                    <a:pt x="652830" y="20497"/>
                  </a:lnTo>
                  <a:lnTo>
                    <a:pt x="647242" y="25654"/>
                  </a:lnTo>
                  <a:lnTo>
                    <a:pt x="652945" y="31902"/>
                  </a:lnTo>
                  <a:lnTo>
                    <a:pt x="658609" y="38773"/>
                  </a:lnTo>
                  <a:lnTo>
                    <a:pt x="663994" y="46012"/>
                  </a:lnTo>
                  <a:lnTo>
                    <a:pt x="668870" y="53314"/>
                  </a:lnTo>
                  <a:lnTo>
                    <a:pt x="684580" y="44323"/>
                  </a:lnTo>
                  <a:lnTo>
                    <a:pt x="678942" y="35725"/>
                  </a:lnTo>
                  <a:lnTo>
                    <a:pt x="673569" y="29552"/>
                  </a:lnTo>
                  <a:lnTo>
                    <a:pt x="669404" y="25654"/>
                  </a:lnTo>
                  <a:lnTo>
                    <a:pt x="674103" y="22301"/>
                  </a:lnTo>
                  <a:lnTo>
                    <a:pt x="679881" y="16929"/>
                  </a:lnTo>
                  <a:lnTo>
                    <a:pt x="684999" y="10744"/>
                  </a:lnTo>
                  <a:lnTo>
                    <a:pt x="685292" y="10744"/>
                  </a:lnTo>
                  <a:close/>
                </a:path>
                <a:path w="1263650" h="288289">
                  <a:moveTo>
                    <a:pt x="720699" y="64198"/>
                  </a:moveTo>
                  <a:lnTo>
                    <a:pt x="704850" y="55206"/>
                  </a:lnTo>
                  <a:lnTo>
                    <a:pt x="700862" y="62496"/>
                  </a:lnTo>
                  <a:lnTo>
                    <a:pt x="696201" y="69532"/>
                  </a:lnTo>
                  <a:lnTo>
                    <a:pt x="691273" y="75946"/>
                  </a:lnTo>
                  <a:lnTo>
                    <a:pt x="686460" y="81521"/>
                  </a:lnTo>
                  <a:lnTo>
                    <a:pt x="700836" y="92405"/>
                  </a:lnTo>
                  <a:lnTo>
                    <a:pt x="706323" y="86156"/>
                  </a:lnTo>
                  <a:lnTo>
                    <a:pt x="711669" y="79146"/>
                  </a:lnTo>
                  <a:lnTo>
                    <a:pt x="716572" y="71716"/>
                  </a:lnTo>
                  <a:lnTo>
                    <a:pt x="720699" y="64198"/>
                  </a:lnTo>
                  <a:close/>
                </a:path>
                <a:path w="1263650" h="288289">
                  <a:moveTo>
                    <a:pt x="723252" y="10744"/>
                  </a:moveTo>
                  <a:lnTo>
                    <a:pt x="708215" y="406"/>
                  </a:lnTo>
                  <a:lnTo>
                    <a:pt x="702945" y="7607"/>
                  </a:lnTo>
                  <a:lnTo>
                    <a:pt x="697141" y="14414"/>
                  </a:lnTo>
                  <a:lnTo>
                    <a:pt x="691235" y="20497"/>
                  </a:lnTo>
                  <a:lnTo>
                    <a:pt x="685380" y="25793"/>
                  </a:lnTo>
                  <a:lnTo>
                    <a:pt x="691159" y="32219"/>
                  </a:lnTo>
                  <a:lnTo>
                    <a:pt x="697230" y="39712"/>
                  </a:lnTo>
                  <a:lnTo>
                    <a:pt x="702945" y="47459"/>
                  </a:lnTo>
                  <a:lnTo>
                    <a:pt x="707682" y="54660"/>
                  </a:lnTo>
                  <a:lnTo>
                    <a:pt x="723252" y="45123"/>
                  </a:lnTo>
                  <a:lnTo>
                    <a:pt x="717346" y="36258"/>
                  </a:lnTo>
                  <a:lnTo>
                    <a:pt x="712508" y="30886"/>
                  </a:lnTo>
                  <a:lnTo>
                    <a:pt x="707542" y="25793"/>
                  </a:lnTo>
                  <a:lnTo>
                    <a:pt x="712647" y="22161"/>
                  </a:lnTo>
                  <a:lnTo>
                    <a:pt x="718159" y="17056"/>
                  </a:lnTo>
                  <a:lnTo>
                    <a:pt x="723252" y="10744"/>
                  </a:lnTo>
                  <a:close/>
                </a:path>
                <a:path w="1263650" h="288289">
                  <a:moveTo>
                    <a:pt x="732116" y="110261"/>
                  </a:moveTo>
                  <a:lnTo>
                    <a:pt x="695858" y="96342"/>
                  </a:lnTo>
                  <a:lnTo>
                    <a:pt x="674903" y="72656"/>
                  </a:lnTo>
                  <a:lnTo>
                    <a:pt x="675817" y="67017"/>
                  </a:lnTo>
                  <a:lnTo>
                    <a:pt x="675843" y="66878"/>
                  </a:lnTo>
                  <a:lnTo>
                    <a:pt x="675957" y="64198"/>
                  </a:lnTo>
                  <a:lnTo>
                    <a:pt x="676021" y="62496"/>
                  </a:lnTo>
                  <a:lnTo>
                    <a:pt x="676109" y="60566"/>
                  </a:lnTo>
                  <a:lnTo>
                    <a:pt x="676211" y="56540"/>
                  </a:lnTo>
                  <a:lnTo>
                    <a:pt x="676262" y="54394"/>
                  </a:lnTo>
                  <a:lnTo>
                    <a:pt x="658799" y="54394"/>
                  </a:lnTo>
                  <a:lnTo>
                    <a:pt x="655269" y="75946"/>
                  </a:lnTo>
                  <a:lnTo>
                    <a:pt x="655154" y="76644"/>
                  </a:lnTo>
                  <a:lnTo>
                    <a:pt x="644372" y="92595"/>
                  </a:lnTo>
                  <a:lnTo>
                    <a:pt x="626668" y="103416"/>
                  </a:lnTo>
                  <a:lnTo>
                    <a:pt x="602259" y="110261"/>
                  </a:lnTo>
                  <a:lnTo>
                    <a:pt x="611314" y="127711"/>
                  </a:lnTo>
                  <a:lnTo>
                    <a:pt x="646963" y="113690"/>
                  </a:lnTo>
                  <a:lnTo>
                    <a:pt x="667118" y="91592"/>
                  </a:lnTo>
                  <a:lnTo>
                    <a:pt x="678307" y="105206"/>
                  </a:lnTo>
                  <a:lnTo>
                    <a:pt x="692162" y="115493"/>
                  </a:lnTo>
                  <a:lnTo>
                    <a:pt x="707529" y="122859"/>
                  </a:lnTo>
                  <a:lnTo>
                    <a:pt x="723252" y="127711"/>
                  </a:lnTo>
                  <a:lnTo>
                    <a:pt x="732116" y="110261"/>
                  </a:lnTo>
                  <a:close/>
                </a:path>
                <a:path w="1263650" h="288289">
                  <a:moveTo>
                    <a:pt x="806500" y="28460"/>
                  </a:moveTo>
                  <a:lnTo>
                    <a:pt x="789317" y="28460"/>
                  </a:lnTo>
                  <a:lnTo>
                    <a:pt x="789317" y="32626"/>
                  </a:lnTo>
                  <a:lnTo>
                    <a:pt x="806500" y="32626"/>
                  </a:lnTo>
                  <a:lnTo>
                    <a:pt x="806500" y="28460"/>
                  </a:lnTo>
                  <a:close/>
                </a:path>
                <a:path w="1263650" h="288289">
                  <a:moveTo>
                    <a:pt x="846391" y="123139"/>
                  </a:moveTo>
                  <a:lnTo>
                    <a:pt x="828255" y="123139"/>
                  </a:lnTo>
                  <a:lnTo>
                    <a:pt x="828255" y="127838"/>
                  </a:lnTo>
                  <a:lnTo>
                    <a:pt x="846391" y="127838"/>
                  </a:lnTo>
                  <a:lnTo>
                    <a:pt x="846391" y="123139"/>
                  </a:lnTo>
                  <a:close/>
                </a:path>
                <a:path w="1263650" h="288289">
                  <a:moveTo>
                    <a:pt x="846391" y="86271"/>
                  </a:moveTo>
                  <a:lnTo>
                    <a:pt x="749693" y="86271"/>
                  </a:lnTo>
                  <a:lnTo>
                    <a:pt x="749693" y="100241"/>
                  </a:lnTo>
                  <a:lnTo>
                    <a:pt x="749693" y="109131"/>
                  </a:lnTo>
                  <a:lnTo>
                    <a:pt x="749693" y="123101"/>
                  </a:lnTo>
                  <a:lnTo>
                    <a:pt x="749693" y="128181"/>
                  </a:lnTo>
                  <a:lnTo>
                    <a:pt x="767549" y="128181"/>
                  </a:lnTo>
                  <a:lnTo>
                    <a:pt x="767549" y="123101"/>
                  </a:lnTo>
                  <a:lnTo>
                    <a:pt x="846391" y="123101"/>
                  </a:lnTo>
                  <a:lnTo>
                    <a:pt x="846391" y="109131"/>
                  </a:lnTo>
                  <a:lnTo>
                    <a:pt x="767562" y="109131"/>
                  </a:lnTo>
                  <a:lnTo>
                    <a:pt x="767562" y="100241"/>
                  </a:lnTo>
                  <a:lnTo>
                    <a:pt x="828255" y="100241"/>
                  </a:lnTo>
                  <a:lnTo>
                    <a:pt x="828255" y="108508"/>
                  </a:lnTo>
                  <a:lnTo>
                    <a:pt x="846391" y="108508"/>
                  </a:lnTo>
                  <a:lnTo>
                    <a:pt x="846391" y="100241"/>
                  </a:lnTo>
                  <a:lnTo>
                    <a:pt x="846391" y="100037"/>
                  </a:lnTo>
                  <a:lnTo>
                    <a:pt x="846391" y="86271"/>
                  </a:lnTo>
                  <a:close/>
                </a:path>
                <a:path w="1263650" h="288289">
                  <a:moveTo>
                    <a:pt x="858075" y="10071"/>
                  </a:moveTo>
                  <a:lnTo>
                    <a:pt x="807313" y="10071"/>
                  </a:lnTo>
                  <a:lnTo>
                    <a:pt x="807313" y="266"/>
                  </a:lnTo>
                  <a:lnTo>
                    <a:pt x="788377" y="266"/>
                  </a:lnTo>
                  <a:lnTo>
                    <a:pt x="788377" y="10071"/>
                  </a:lnTo>
                  <a:lnTo>
                    <a:pt x="738009" y="10071"/>
                  </a:lnTo>
                  <a:lnTo>
                    <a:pt x="738009" y="26581"/>
                  </a:lnTo>
                  <a:lnTo>
                    <a:pt x="738009" y="32931"/>
                  </a:lnTo>
                  <a:lnTo>
                    <a:pt x="738009" y="38011"/>
                  </a:lnTo>
                  <a:lnTo>
                    <a:pt x="858075" y="38011"/>
                  </a:lnTo>
                  <a:lnTo>
                    <a:pt x="858075" y="32931"/>
                  </a:lnTo>
                  <a:lnTo>
                    <a:pt x="754938" y="32931"/>
                  </a:lnTo>
                  <a:lnTo>
                    <a:pt x="754938" y="26581"/>
                  </a:lnTo>
                  <a:lnTo>
                    <a:pt x="841146" y="26581"/>
                  </a:lnTo>
                  <a:lnTo>
                    <a:pt x="841146" y="32626"/>
                  </a:lnTo>
                  <a:lnTo>
                    <a:pt x="858075" y="32626"/>
                  </a:lnTo>
                  <a:lnTo>
                    <a:pt x="858075" y="26581"/>
                  </a:lnTo>
                  <a:lnTo>
                    <a:pt x="858075" y="26047"/>
                  </a:lnTo>
                  <a:lnTo>
                    <a:pt x="858075" y="10071"/>
                  </a:lnTo>
                  <a:close/>
                </a:path>
                <a:path w="1263650" h="288289">
                  <a:moveTo>
                    <a:pt x="858875" y="67271"/>
                  </a:moveTo>
                  <a:lnTo>
                    <a:pt x="806500" y="67271"/>
                  </a:lnTo>
                  <a:lnTo>
                    <a:pt x="806500" y="61899"/>
                  </a:lnTo>
                  <a:lnTo>
                    <a:pt x="849350" y="61899"/>
                  </a:lnTo>
                  <a:lnTo>
                    <a:pt x="849350" y="49949"/>
                  </a:lnTo>
                  <a:lnTo>
                    <a:pt x="806500" y="49949"/>
                  </a:lnTo>
                  <a:lnTo>
                    <a:pt x="806500" y="44577"/>
                  </a:lnTo>
                  <a:lnTo>
                    <a:pt x="845718" y="44577"/>
                  </a:lnTo>
                  <a:lnTo>
                    <a:pt x="845718" y="38265"/>
                  </a:lnTo>
                  <a:lnTo>
                    <a:pt x="750100" y="38265"/>
                  </a:lnTo>
                  <a:lnTo>
                    <a:pt x="750100" y="44577"/>
                  </a:lnTo>
                  <a:lnTo>
                    <a:pt x="789317" y="44577"/>
                  </a:lnTo>
                  <a:lnTo>
                    <a:pt x="789317" y="49949"/>
                  </a:lnTo>
                  <a:lnTo>
                    <a:pt x="746467" y="49949"/>
                  </a:lnTo>
                  <a:lnTo>
                    <a:pt x="746467" y="61899"/>
                  </a:lnTo>
                  <a:lnTo>
                    <a:pt x="789317" y="61899"/>
                  </a:lnTo>
                  <a:lnTo>
                    <a:pt x="789317" y="67271"/>
                  </a:lnTo>
                  <a:lnTo>
                    <a:pt x="736942" y="67271"/>
                  </a:lnTo>
                  <a:lnTo>
                    <a:pt x="736942" y="80568"/>
                  </a:lnTo>
                  <a:lnTo>
                    <a:pt x="858875" y="80568"/>
                  </a:lnTo>
                  <a:lnTo>
                    <a:pt x="858875" y="67271"/>
                  </a:lnTo>
                  <a:close/>
                </a:path>
                <a:path w="1263650" h="288289">
                  <a:moveTo>
                    <a:pt x="931252" y="100596"/>
                  </a:moveTo>
                  <a:lnTo>
                    <a:pt x="927696" y="95186"/>
                  </a:lnTo>
                  <a:lnTo>
                    <a:pt x="927328" y="94678"/>
                  </a:lnTo>
                  <a:lnTo>
                    <a:pt x="923531" y="89344"/>
                  </a:lnTo>
                  <a:lnTo>
                    <a:pt x="918870" y="83134"/>
                  </a:lnTo>
                  <a:lnTo>
                    <a:pt x="913790" y="76682"/>
                  </a:lnTo>
                  <a:lnTo>
                    <a:pt x="916660" y="67868"/>
                  </a:lnTo>
                  <a:lnTo>
                    <a:pt x="918171" y="61645"/>
                  </a:lnTo>
                  <a:lnTo>
                    <a:pt x="918273" y="61239"/>
                  </a:lnTo>
                  <a:lnTo>
                    <a:pt x="918921" y="58572"/>
                  </a:lnTo>
                  <a:lnTo>
                    <a:pt x="920508" y="48793"/>
                  </a:lnTo>
                  <a:lnTo>
                    <a:pt x="921321" y="38544"/>
                  </a:lnTo>
                  <a:lnTo>
                    <a:pt x="927633" y="38544"/>
                  </a:lnTo>
                  <a:lnTo>
                    <a:pt x="927633" y="21361"/>
                  </a:lnTo>
                  <a:lnTo>
                    <a:pt x="906678" y="21361"/>
                  </a:lnTo>
                  <a:lnTo>
                    <a:pt x="906678" y="939"/>
                  </a:lnTo>
                  <a:lnTo>
                    <a:pt x="889762" y="939"/>
                  </a:lnTo>
                  <a:lnTo>
                    <a:pt x="889762" y="21361"/>
                  </a:lnTo>
                  <a:lnTo>
                    <a:pt x="870153" y="21361"/>
                  </a:lnTo>
                  <a:lnTo>
                    <a:pt x="870153" y="38544"/>
                  </a:lnTo>
                  <a:lnTo>
                    <a:pt x="904405" y="38544"/>
                  </a:lnTo>
                  <a:lnTo>
                    <a:pt x="904290" y="42037"/>
                  </a:lnTo>
                  <a:lnTo>
                    <a:pt x="904240" y="43789"/>
                  </a:lnTo>
                  <a:lnTo>
                    <a:pt x="904138" y="46736"/>
                  </a:lnTo>
                  <a:lnTo>
                    <a:pt x="902919" y="54267"/>
                  </a:lnTo>
                  <a:lnTo>
                    <a:pt x="901179" y="61239"/>
                  </a:lnTo>
                  <a:lnTo>
                    <a:pt x="892746" y="51435"/>
                  </a:lnTo>
                  <a:lnTo>
                    <a:pt x="888606" y="46736"/>
                  </a:lnTo>
                  <a:lnTo>
                    <a:pt x="884377" y="42037"/>
                  </a:lnTo>
                  <a:lnTo>
                    <a:pt x="872832" y="54800"/>
                  </a:lnTo>
                  <a:lnTo>
                    <a:pt x="877925" y="60058"/>
                  </a:lnTo>
                  <a:lnTo>
                    <a:pt x="883272" y="66052"/>
                  </a:lnTo>
                  <a:lnTo>
                    <a:pt x="888733" y="72644"/>
                  </a:lnTo>
                  <a:lnTo>
                    <a:pt x="894194" y="79641"/>
                  </a:lnTo>
                  <a:lnTo>
                    <a:pt x="888111" y="90106"/>
                  </a:lnTo>
                  <a:lnTo>
                    <a:pt x="881151" y="99199"/>
                  </a:lnTo>
                  <a:lnTo>
                    <a:pt x="873658" y="106997"/>
                  </a:lnTo>
                  <a:lnTo>
                    <a:pt x="865987" y="113614"/>
                  </a:lnTo>
                  <a:lnTo>
                    <a:pt x="879017" y="127977"/>
                  </a:lnTo>
                  <a:lnTo>
                    <a:pt x="885977" y="121094"/>
                  </a:lnTo>
                  <a:lnTo>
                    <a:pt x="892683" y="113195"/>
                  </a:lnTo>
                  <a:lnTo>
                    <a:pt x="899033" y="104355"/>
                  </a:lnTo>
                  <a:lnTo>
                    <a:pt x="904925" y="94678"/>
                  </a:lnTo>
                  <a:lnTo>
                    <a:pt x="910170" y="102476"/>
                  </a:lnTo>
                  <a:lnTo>
                    <a:pt x="914603" y="109982"/>
                  </a:lnTo>
                  <a:lnTo>
                    <a:pt x="917562" y="116293"/>
                  </a:lnTo>
                  <a:lnTo>
                    <a:pt x="931252" y="100596"/>
                  </a:lnTo>
                  <a:close/>
                </a:path>
                <a:path w="1263650" h="288289">
                  <a:moveTo>
                    <a:pt x="959586" y="80848"/>
                  </a:moveTo>
                  <a:lnTo>
                    <a:pt x="955725" y="74307"/>
                  </a:lnTo>
                  <a:lnTo>
                    <a:pt x="950899" y="66865"/>
                  </a:lnTo>
                  <a:lnTo>
                    <a:pt x="945616" y="59182"/>
                  </a:lnTo>
                  <a:lnTo>
                    <a:pt x="940384" y="51981"/>
                  </a:lnTo>
                  <a:lnTo>
                    <a:pt x="926820" y="61645"/>
                  </a:lnTo>
                  <a:lnTo>
                    <a:pt x="932230" y="68795"/>
                  </a:lnTo>
                  <a:lnTo>
                    <a:pt x="937399" y="76530"/>
                  </a:lnTo>
                  <a:lnTo>
                    <a:pt x="942124" y="84429"/>
                  </a:lnTo>
                  <a:lnTo>
                    <a:pt x="946162" y="92125"/>
                  </a:lnTo>
                  <a:lnTo>
                    <a:pt x="959586" y="80848"/>
                  </a:lnTo>
                  <a:close/>
                </a:path>
                <a:path w="1263650" h="288289">
                  <a:moveTo>
                    <a:pt x="995311" y="26187"/>
                  </a:moveTo>
                  <a:lnTo>
                    <a:pt x="982154" y="26187"/>
                  </a:lnTo>
                  <a:lnTo>
                    <a:pt x="982154" y="939"/>
                  </a:lnTo>
                  <a:lnTo>
                    <a:pt x="964692" y="939"/>
                  </a:lnTo>
                  <a:lnTo>
                    <a:pt x="964692" y="26187"/>
                  </a:lnTo>
                  <a:lnTo>
                    <a:pt x="932599" y="26187"/>
                  </a:lnTo>
                  <a:lnTo>
                    <a:pt x="932599" y="43789"/>
                  </a:lnTo>
                  <a:lnTo>
                    <a:pt x="964692" y="43789"/>
                  </a:lnTo>
                  <a:lnTo>
                    <a:pt x="964692" y="108508"/>
                  </a:lnTo>
                  <a:lnTo>
                    <a:pt x="964018" y="109982"/>
                  </a:lnTo>
                  <a:lnTo>
                    <a:pt x="942467" y="109982"/>
                  </a:lnTo>
                  <a:lnTo>
                    <a:pt x="949921" y="127711"/>
                  </a:lnTo>
                  <a:lnTo>
                    <a:pt x="981710" y="109982"/>
                  </a:lnTo>
                  <a:lnTo>
                    <a:pt x="981824" y="106997"/>
                  </a:lnTo>
                  <a:lnTo>
                    <a:pt x="981925" y="104355"/>
                  </a:lnTo>
                  <a:lnTo>
                    <a:pt x="982002" y="102476"/>
                  </a:lnTo>
                  <a:lnTo>
                    <a:pt x="982129" y="99199"/>
                  </a:lnTo>
                  <a:lnTo>
                    <a:pt x="982154" y="43789"/>
                  </a:lnTo>
                  <a:lnTo>
                    <a:pt x="995311" y="43789"/>
                  </a:lnTo>
                  <a:lnTo>
                    <a:pt x="995311" y="26187"/>
                  </a:lnTo>
                  <a:close/>
                </a:path>
                <a:path w="1263650" h="288289">
                  <a:moveTo>
                    <a:pt x="1131265" y="106629"/>
                  </a:moveTo>
                  <a:lnTo>
                    <a:pt x="1122210" y="105041"/>
                  </a:lnTo>
                  <a:lnTo>
                    <a:pt x="1113218" y="103035"/>
                  </a:lnTo>
                  <a:lnTo>
                    <a:pt x="1110322" y="102196"/>
                  </a:lnTo>
                  <a:lnTo>
                    <a:pt x="1104353" y="100469"/>
                  </a:lnTo>
                  <a:lnTo>
                    <a:pt x="1095679" y="97231"/>
                  </a:lnTo>
                  <a:lnTo>
                    <a:pt x="1110462" y="96507"/>
                  </a:lnTo>
                  <a:lnTo>
                    <a:pt x="1118514" y="93599"/>
                  </a:lnTo>
                  <a:lnTo>
                    <a:pt x="1121867" y="87071"/>
                  </a:lnTo>
                  <a:lnTo>
                    <a:pt x="1122375" y="78028"/>
                  </a:lnTo>
                  <a:lnTo>
                    <a:pt x="1122527" y="75476"/>
                  </a:lnTo>
                  <a:lnTo>
                    <a:pt x="1122527" y="62712"/>
                  </a:lnTo>
                  <a:lnTo>
                    <a:pt x="1105611" y="62712"/>
                  </a:lnTo>
                  <a:lnTo>
                    <a:pt x="1105611" y="78028"/>
                  </a:lnTo>
                  <a:lnTo>
                    <a:pt x="1105611" y="84340"/>
                  </a:lnTo>
                  <a:lnTo>
                    <a:pt x="1105471" y="84607"/>
                  </a:lnTo>
                  <a:lnTo>
                    <a:pt x="1089228" y="84607"/>
                  </a:lnTo>
                  <a:lnTo>
                    <a:pt x="1094041" y="96431"/>
                  </a:lnTo>
                  <a:lnTo>
                    <a:pt x="1088021" y="93738"/>
                  </a:lnTo>
                  <a:lnTo>
                    <a:pt x="1082243" y="90512"/>
                  </a:lnTo>
                  <a:lnTo>
                    <a:pt x="1076744" y="86487"/>
                  </a:lnTo>
                  <a:lnTo>
                    <a:pt x="1076744" y="78028"/>
                  </a:lnTo>
                  <a:lnTo>
                    <a:pt x="1105611" y="78028"/>
                  </a:lnTo>
                  <a:lnTo>
                    <a:pt x="1105611" y="62712"/>
                  </a:lnTo>
                  <a:lnTo>
                    <a:pt x="1076744" y="62712"/>
                  </a:lnTo>
                  <a:lnTo>
                    <a:pt x="1076744" y="56540"/>
                  </a:lnTo>
                  <a:lnTo>
                    <a:pt x="1128179" y="56540"/>
                  </a:lnTo>
                  <a:lnTo>
                    <a:pt x="1128179" y="40830"/>
                  </a:lnTo>
                  <a:lnTo>
                    <a:pt x="1076744" y="40830"/>
                  </a:lnTo>
                  <a:lnTo>
                    <a:pt x="1076744" y="36931"/>
                  </a:lnTo>
                  <a:lnTo>
                    <a:pt x="1080363" y="33299"/>
                  </a:lnTo>
                  <a:lnTo>
                    <a:pt x="1083995" y="28473"/>
                  </a:lnTo>
                  <a:lnTo>
                    <a:pt x="1087081" y="23368"/>
                  </a:lnTo>
                  <a:lnTo>
                    <a:pt x="1094193" y="23368"/>
                  </a:lnTo>
                  <a:lnTo>
                    <a:pt x="1096619" y="28333"/>
                  </a:lnTo>
                  <a:lnTo>
                    <a:pt x="1098537" y="33299"/>
                  </a:lnTo>
                  <a:lnTo>
                    <a:pt x="1098778" y="33972"/>
                  </a:lnTo>
                  <a:lnTo>
                    <a:pt x="1099642" y="37871"/>
                  </a:lnTo>
                  <a:lnTo>
                    <a:pt x="1099705" y="38138"/>
                  </a:lnTo>
                  <a:lnTo>
                    <a:pt x="1117701" y="33299"/>
                  </a:lnTo>
                  <a:lnTo>
                    <a:pt x="1116761" y="30759"/>
                  </a:lnTo>
                  <a:lnTo>
                    <a:pt x="1114336" y="26860"/>
                  </a:lnTo>
                  <a:lnTo>
                    <a:pt x="1111923" y="23368"/>
                  </a:lnTo>
                  <a:lnTo>
                    <a:pt x="1129118" y="23368"/>
                  </a:lnTo>
                  <a:lnTo>
                    <a:pt x="1129118" y="20015"/>
                  </a:lnTo>
                  <a:lnTo>
                    <a:pt x="1129118" y="8597"/>
                  </a:lnTo>
                  <a:lnTo>
                    <a:pt x="1094867" y="8597"/>
                  </a:lnTo>
                  <a:lnTo>
                    <a:pt x="1095679" y="6845"/>
                  </a:lnTo>
                  <a:lnTo>
                    <a:pt x="1096352" y="5232"/>
                  </a:lnTo>
                  <a:lnTo>
                    <a:pt x="1096886" y="3632"/>
                  </a:lnTo>
                  <a:lnTo>
                    <a:pt x="1079157" y="939"/>
                  </a:lnTo>
                  <a:lnTo>
                    <a:pt x="1077137" y="7658"/>
                  </a:lnTo>
                  <a:lnTo>
                    <a:pt x="1073518" y="14503"/>
                  </a:lnTo>
                  <a:lnTo>
                    <a:pt x="1068679" y="20015"/>
                  </a:lnTo>
                  <a:lnTo>
                    <a:pt x="1068679" y="8597"/>
                  </a:lnTo>
                  <a:lnTo>
                    <a:pt x="1040345" y="8597"/>
                  </a:lnTo>
                  <a:lnTo>
                    <a:pt x="1043038" y="3225"/>
                  </a:lnTo>
                  <a:lnTo>
                    <a:pt x="1024496" y="939"/>
                  </a:lnTo>
                  <a:lnTo>
                    <a:pt x="1021207" y="8102"/>
                  </a:lnTo>
                  <a:lnTo>
                    <a:pt x="1016914" y="14503"/>
                  </a:lnTo>
                  <a:lnTo>
                    <a:pt x="1011504" y="20205"/>
                  </a:lnTo>
                  <a:lnTo>
                    <a:pt x="1004887" y="25247"/>
                  </a:lnTo>
                  <a:lnTo>
                    <a:pt x="1016444" y="40690"/>
                  </a:lnTo>
                  <a:lnTo>
                    <a:pt x="1021816" y="36258"/>
                  </a:lnTo>
                  <a:lnTo>
                    <a:pt x="1026922" y="30086"/>
                  </a:lnTo>
                  <a:lnTo>
                    <a:pt x="1031481" y="23368"/>
                  </a:lnTo>
                  <a:lnTo>
                    <a:pt x="1034300" y="23368"/>
                  </a:lnTo>
                  <a:lnTo>
                    <a:pt x="1036662" y="28333"/>
                  </a:lnTo>
                  <a:lnTo>
                    <a:pt x="1036726" y="28473"/>
                  </a:lnTo>
                  <a:lnTo>
                    <a:pt x="1036853" y="28740"/>
                  </a:lnTo>
                  <a:lnTo>
                    <a:pt x="1038352" y="33972"/>
                  </a:lnTo>
                  <a:lnTo>
                    <a:pt x="1039266" y="37871"/>
                  </a:lnTo>
                  <a:lnTo>
                    <a:pt x="1056513" y="33299"/>
                  </a:lnTo>
                  <a:lnTo>
                    <a:pt x="1057033" y="33299"/>
                  </a:lnTo>
                  <a:lnTo>
                    <a:pt x="1056055" y="30353"/>
                  </a:lnTo>
                  <a:lnTo>
                    <a:pt x="1054176" y="26593"/>
                  </a:lnTo>
                  <a:lnTo>
                    <a:pt x="1052029" y="23368"/>
                  </a:lnTo>
                  <a:lnTo>
                    <a:pt x="1065326" y="23368"/>
                  </a:lnTo>
                  <a:lnTo>
                    <a:pt x="1064247" y="24307"/>
                  </a:lnTo>
                  <a:lnTo>
                    <a:pt x="1063180" y="25107"/>
                  </a:lnTo>
                  <a:lnTo>
                    <a:pt x="1061974" y="25920"/>
                  </a:lnTo>
                  <a:lnTo>
                    <a:pt x="1069619" y="33972"/>
                  </a:lnTo>
                  <a:lnTo>
                    <a:pt x="1059548" y="33972"/>
                  </a:lnTo>
                  <a:lnTo>
                    <a:pt x="1059548" y="40830"/>
                  </a:lnTo>
                  <a:lnTo>
                    <a:pt x="1008113" y="40830"/>
                  </a:lnTo>
                  <a:lnTo>
                    <a:pt x="1008113" y="56540"/>
                  </a:lnTo>
                  <a:lnTo>
                    <a:pt x="1059548" y="56540"/>
                  </a:lnTo>
                  <a:lnTo>
                    <a:pt x="1059548" y="62712"/>
                  </a:lnTo>
                  <a:lnTo>
                    <a:pt x="1016977" y="62712"/>
                  </a:lnTo>
                  <a:lnTo>
                    <a:pt x="1016977" y="96697"/>
                  </a:lnTo>
                  <a:lnTo>
                    <a:pt x="1033894" y="96697"/>
                  </a:lnTo>
                  <a:lnTo>
                    <a:pt x="1033894" y="78028"/>
                  </a:lnTo>
                  <a:lnTo>
                    <a:pt x="1059548" y="78028"/>
                  </a:lnTo>
                  <a:lnTo>
                    <a:pt x="1059548" y="86080"/>
                  </a:lnTo>
                  <a:lnTo>
                    <a:pt x="1047000" y="94068"/>
                  </a:lnTo>
                  <a:lnTo>
                    <a:pt x="1033716" y="100037"/>
                  </a:lnTo>
                  <a:lnTo>
                    <a:pt x="1019644" y="104152"/>
                  </a:lnTo>
                  <a:lnTo>
                    <a:pt x="1004760" y="106629"/>
                  </a:lnTo>
                  <a:lnTo>
                    <a:pt x="1012685" y="123825"/>
                  </a:lnTo>
                  <a:lnTo>
                    <a:pt x="1025575" y="120269"/>
                  </a:lnTo>
                  <a:lnTo>
                    <a:pt x="1037666" y="115570"/>
                  </a:lnTo>
                  <a:lnTo>
                    <a:pt x="1048994" y="109601"/>
                  </a:lnTo>
                  <a:lnTo>
                    <a:pt x="1059548" y="102196"/>
                  </a:lnTo>
                  <a:lnTo>
                    <a:pt x="1059548" y="127850"/>
                  </a:lnTo>
                  <a:lnTo>
                    <a:pt x="1076744" y="127850"/>
                  </a:lnTo>
                  <a:lnTo>
                    <a:pt x="1076744" y="102196"/>
                  </a:lnTo>
                  <a:lnTo>
                    <a:pt x="1087589" y="109601"/>
                  </a:lnTo>
                  <a:lnTo>
                    <a:pt x="1098867" y="115570"/>
                  </a:lnTo>
                  <a:lnTo>
                    <a:pt x="1110462" y="120269"/>
                  </a:lnTo>
                  <a:lnTo>
                    <a:pt x="1122400" y="123825"/>
                  </a:lnTo>
                  <a:lnTo>
                    <a:pt x="1131265" y="106629"/>
                  </a:lnTo>
                  <a:close/>
                </a:path>
                <a:path w="1263650" h="288289">
                  <a:moveTo>
                    <a:pt x="1170546" y="9791"/>
                  </a:moveTo>
                  <a:lnTo>
                    <a:pt x="1146721" y="42329"/>
                  </a:lnTo>
                  <a:lnTo>
                    <a:pt x="1144841" y="80162"/>
                  </a:lnTo>
                  <a:lnTo>
                    <a:pt x="1144879" y="94259"/>
                  </a:lnTo>
                  <a:lnTo>
                    <a:pt x="1145235" y="102209"/>
                  </a:lnTo>
                  <a:lnTo>
                    <a:pt x="1145324" y="104190"/>
                  </a:lnTo>
                  <a:lnTo>
                    <a:pt x="1146111" y="113703"/>
                  </a:lnTo>
                  <a:lnTo>
                    <a:pt x="1147305" y="122605"/>
                  </a:lnTo>
                  <a:lnTo>
                    <a:pt x="1166520" y="120713"/>
                  </a:lnTo>
                  <a:lnTo>
                    <a:pt x="1165123" y="112026"/>
                  </a:lnTo>
                  <a:lnTo>
                    <a:pt x="1164158" y="102209"/>
                  </a:lnTo>
                  <a:lnTo>
                    <a:pt x="1163599" y="91503"/>
                  </a:lnTo>
                  <a:lnTo>
                    <a:pt x="1163472" y="84061"/>
                  </a:lnTo>
                  <a:lnTo>
                    <a:pt x="1163421" y="80162"/>
                  </a:lnTo>
                  <a:lnTo>
                    <a:pt x="1163840" y="62915"/>
                  </a:lnTo>
                  <a:lnTo>
                    <a:pt x="1163866" y="61734"/>
                  </a:lnTo>
                  <a:lnTo>
                    <a:pt x="1165212" y="43268"/>
                  </a:lnTo>
                  <a:lnTo>
                    <a:pt x="1167447" y="25666"/>
                  </a:lnTo>
                  <a:lnTo>
                    <a:pt x="1170546" y="9791"/>
                  </a:lnTo>
                  <a:close/>
                </a:path>
                <a:path w="1263650" h="288289">
                  <a:moveTo>
                    <a:pt x="1263065" y="102590"/>
                  </a:moveTo>
                  <a:lnTo>
                    <a:pt x="1237564" y="83934"/>
                  </a:lnTo>
                  <a:lnTo>
                    <a:pt x="1237297" y="46456"/>
                  </a:lnTo>
                  <a:lnTo>
                    <a:pt x="1259446" y="46456"/>
                  </a:lnTo>
                  <a:lnTo>
                    <a:pt x="1259446" y="29400"/>
                  </a:lnTo>
                  <a:lnTo>
                    <a:pt x="1237297" y="29400"/>
                  </a:lnTo>
                  <a:lnTo>
                    <a:pt x="1237297" y="6985"/>
                  </a:lnTo>
                  <a:lnTo>
                    <a:pt x="1220101" y="6858"/>
                  </a:lnTo>
                  <a:lnTo>
                    <a:pt x="1220101" y="94005"/>
                  </a:lnTo>
                  <a:lnTo>
                    <a:pt x="1219555" y="102323"/>
                  </a:lnTo>
                  <a:lnTo>
                    <a:pt x="1215529" y="106756"/>
                  </a:lnTo>
                  <a:lnTo>
                    <a:pt x="1198613" y="106756"/>
                  </a:lnTo>
                  <a:lnTo>
                    <a:pt x="1192974" y="103670"/>
                  </a:lnTo>
                  <a:lnTo>
                    <a:pt x="1192923" y="102323"/>
                  </a:lnTo>
                  <a:lnTo>
                    <a:pt x="1192834" y="95072"/>
                  </a:lnTo>
                  <a:lnTo>
                    <a:pt x="1197940" y="91313"/>
                  </a:lnTo>
                  <a:lnTo>
                    <a:pt x="1211630" y="91313"/>
                  </a:lnTo>
                  <a:lnTo>
                    <a:pt x="1215936" y="92392"/>
                  </a:lnTo>
                  <a:lnTo>
                    <a:pt x="1220101" y="94005"/>
                  </a:lnTo>
                  <a:lnTo>
                    <a:pt x="1220101" y="6858"/>
                  </a:lnTo>
                  <a:lnTo>
                    <a:pt x="1218628" y="6845"/>
                  </a:lnTo>
                  <a:lnTo>
                    <a:pt x="1218895" y="12344"/>
                  </a:lnTo>
                  <a:lnTo>
                    <a:pt x="1219022" y="20408"/>
                  </a:lnTo>
                  <a:lnTo>
                    <a:pt x="1219288" y="29400"/>
                  </a:lnTo>
                  <a:lnTo>
                    <a:pt x="1176718" y="29400"/>
                  </a:lnTo>
                  <a:lnTo>
                    <a:pt x="1176718" y="46456"/>
                  </a:lnTo>
                  <a:lnTo>
                    <a:pt x="1219555" y="46456"/>
                  </a:lnTo>
                  <a:lnTo>
                    <a:pt x="1219936" y="75742"/>
                  </a:lnTo>
                  <a:lnTo>
                    <a:pt x="1219962" y="77482"/>
                  </a:lnTo>
                  <a:lnTo>
                    <a:pt x="1214856" y="76276"/>
                  </a:lnTo>
                  <a:lnTo>
                    <a:pt x="1210564" y="75742"/>
                  </a:lnTo>
                  <a:lnTo>
                    <a:pt x="1205318" y="75742"/>
                  </a:lnTo>
                  <a:lnTo>
                    <a:pt x="1193520" y="77482"/>
                  </a:lnTo>
                  <a:lnTo>
                    <a:pt x="1193787" y="77482"/>
                  </a:lnTo>
                  <a:lnTo>
                    <a:pt x="1184579" y="82194"/>
                  </a:lnTo>
                  <a:lnTo>
                    <a:pt x="1178331" y="89560"/>
                  </a:lnTo>
                  <a:lnTo>
                    <a:pt x="1176070" y="98971"/>
                  </a:lnTo>
                  <a:lnTo>
                    <a:pt x="1176045" y="99098"/>
                  </a:lnTo>
                  <a:lnTo>
                    <a:pt x="1178826" y="109766"/>
                  </a:lnTo>
                  <a:lnTo>
                    <a:pt x="1186014" y="117119"/>
                  </a:lnTo>
                  <a:lnTo>
                    <a:pt x="1195870" y="121373"/>
                  </a:lnTo>
                  <a:lnTo>
                    <a:pt x="1206665" y="122745"/>
                  </a:lnTo>
                  <a:lnTo>
                    <a:pt x="1216660" y="121843"/>
                  </a:lnTo>
                  <a:lnTo>
                    <a:pt x="1225346" y="118770"/>
                  </a:lnTo>
                  <a:lnTo>
                    <a:pt x="1232141" y="112941"/>
                  </a:lnTo>
                  <a:lnTo>
                    <a:pt x="1235075" y="106756"/>
                  </a:lnTo>
                  <a:lnTo>
                    <a:pt x="1236484" y="103809"/>
                  </a:lnTo>
                  <a:lnTo>
                    <a:pt x="1242796" y="108635"/>
                  </a:lnTo>
                  <a:lnTo>
                    <a:pt x="1248702" y="114274"/>
                  </a:lnTo>
                  <a:lnTo>
                    <a:pt x="1253807" y="119926"/>
                  </a:lnTo>
                  <a:lnTo>
                    <a:pt x="1262405" y="103809"/>
                  </a:lnTo>
                  <a:lnTo>
                    <a:pt x="1263065" y="10259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617158" y="2450480"/>
              <a:ext cx="292100" cy="601980"/>
            </a:xfrm>
            <a:custGeom>
              <a:avLst/>
              <a:gdLst/>
              <a:ahLst/>
              <a:cxnLst/>
              <a:rect l="l" t="t" r="r" b="b"/>
              <a:pathLst>
                <a:path w="292100" h="601980">
                  <a:moveTo>
                    <a:pt x="291541" y="0"/>
                  </a:moveTo>
                  <a:lnTo>
                    <a:pt x="0" y="0"/>
                  </a:lnTo>
                  <a:lnTo>
                    <a:pt x="0" y="600786"/>
                  </a:lnTo>
                  <a:lnTo>
                    <a:pt x="291541" y="601891"/>
                  </a:lnTo>
                  <a:lnTo>
                    <a:pt x="291541" y="0"/>
                  </a:lnTo>
                  <a:close/>
                </a:path>
              </a:pathLst>
            </a:custGeom>
            <a:solidFill>
              <a:srgbClr val="C9CA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617158" y="2450480"/>
              <a:ext cx="292100" cy="601980"/>
            </a:xfrm>
            <a:custGeom>
              <a:avLst/>
              <a:gdLst/>
              <a:ahLst/>
              <a:cxnLst/>
              <a:rect l="l" t="t" r="r" b="b"/>
              <a:pathLst>
                <a:path w="292100" h="601980">
                  <a:moveTo>
                    <a:pt x="291541" y="601891"/>
                  </a:moveTo>
                  <a:lnTo>
                    <a:pt x="291541" y="0"/>
                  </a:lnTo>
                  <a:lnTo>
                    <a:pt x="0" y="0"/>
                  </a:lnTo>
                  <a:lnTo>
                    <a:pt x="0" y="600786"/>
                  </a:lnTo>
                  <a:lnTo>
                    <a:pt x="291541" y="601891"/>
                  </a:lnTo>
                  <a:close/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701035" y="2653436"/>
              <a:ext cx="125615" cy="19105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981219" y="2832867"/>
              <a:ext cx="1422937" cy="19999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910363" y="2790784"/>
              <a:ext cx="1499870" cy="0"/>
            </a:xfrm>
            <a:custGeom>
              <a:avLst/>
              <a:gdLst/>
              <a:ahLst/>
              <a:cxnLst/>
              <a:rect l="l" t="t" r="r" b="b"/>
              <a:pathLst>
                <a:path w="1499870" h="0">
                  <a:moveTo>
                    <a:pt x="1499450" y="0"/>
                  </a:moveTo>
                  <a:lnTo>
                    <a:pt x="0" y="0"/>
                  </a:lnTo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84397" y="1547888"/>
              <a:ext cx="2843529" cy="9451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397913" y="1494531"/>
              <a:ext cx="3009265" cy="0"/>
            </a:xfrm>
            <a:custGeom>
              <a:avLst/>
              <a:gdLst/>
              <a:ahLst/>
              <a:cxnLst/>
              <a:rect l="l" t="t" r="r" b="b"/>
              <a:pathLst>
                <a:path w="3009265" h="0">
                  <a:moveTo>
                    <a:pt x="0" y="0"/>
                  </a:moveTo>
                  <a:lnTo>
                    <a:pt x="3009214" y="0"/>
                  </a:lnTo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397913" y="1696617"/>
              <a:ext cx="3009265" cy="0"/>
            </a:xfrm>
            <a:custGeom>
              <a:avLst/>
              <a:gdLst/>
              <a:ahLst/>
              <a:cxnLst/>
              <a:rect l="l" t="t" r="r" b="b"/>
              <a:pathLst>
                <a:path w="3009265" h="0">
                  <a:moveTo>
                    <a:pt x="0" y="0"/>
                  </a:moveTo>
                  <a:lnTo>
                    <a:pt x="3009214" y="0"/>
                  </a:lnTo>
                </a:path>
              </a:pathLst>
            </a:custGeom>
            <a:ln w="7023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7256" y="3139176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37"/>
                  </a:moveTo>
                  <a:lnTo>
                    <a:pt x="0" y="2392337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37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02229" y="4064381"/>
              <a:ext cx="951438" cy="116175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42659" y="5337721"/>
              <a:ext cx="293535" cy="13127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865785" y="5346572"/>
              <a:ext cx="100965" cy="115570"/>
            </a:xfrm>
            <a:custGeom>
              <a:avLst/>
              <a:gdLst/>
              <a:ahLst/>
              <a:cxnLst/>
              <a:rect l="l" t="t" r="r" b="b"/>
              <a:pathLst>
                <a:path w="100965" h="115570">
                  <a:moveTo>
                    <a:pt x="100672" y="107251"/>
                  </a:moveTo>
                  <a:lnTo>
                    <a:pt x="78625" y="107251"/>
                  </a:lnTo>
                  <a:lnTo>
                    <a:pt x="78625" y="114973"/>
                  </a:lnTo>
                  <a:lnTo>
                    <a:pt x="100672" y="114973"/>
                  </a:lnTo>
                  <a:lnTo>
                    <a:pt x="100672" y="107251"/>
                  </a:lnTo>
                  <a:close/>
                </a:path>
                <a:path w="100965" h="115570">
                  <a:moveTo>
                    <a:pt x="100672" y="62331"/>
                  </a:moveTo>
                  <a:lnTo>
                    <a:pt x="78625" y="62331"/>
                  </a:lnTo>
                  <a:lnTo>
                    <a:pt x="78625" y="87185"/>
                  </a:lnTo>
                  <a:lnTo>
                    <a:pt x="100672" y="87185"/>
                  </a:lnTo>
                  <a:lnTo>
                    <a:pt x="100672" y="62331"/>
                  </a:lnTo>
                  <a:close/>
                </a:path>
                <a:path w="100965" h="115570">
                  <a:moveTo>
                    <a:pt x="100672" y="0"/>
                  </a:moveTo>
                  <a:lnTo>
                    <a:pt x="78625" y="0"/>
                  </a:lnTo>
                  <a:lnTo>
                    <a:pt x="78625" y="20320"/>
                  </a:lnTo>
                  <a:lnTo>
                    <a:pt x="78625" y="43180"/>
                  </a:lnTo>
                  <a:lnTo>
                    <a:pt x="22034" y="43180"/>
                  </a:lnTo>
                  <a:lnTo>
                    <a:pt x="22034" y="20320"/>
                  </a:lnTo>
                  <a:lnTo>
                    <a:pt x="78625" y="20320"/>
                  </a:lnTo>
                  <a:lnTo>
                    <a:pt x="78625" y="0"/>
                  </a:lnTo>
                  <a:lnTo>
                    <a:pt x="0" y="0"/>
                  </a:lnTo>
                  <a:lnTo>
                    <a:pt x="0" y="20320"/>
                  </a:lnTo>
                  <a:lnTo>
                    <a:pt x="0" y="43180"/>
                  </a:lnTo>
                  <a:lnTo>
                    <a:pt x="0" y="62230"/>
                  </a:lnTo>
                  <a:lnTo>
                    <a:pt x="0" y="87630"/>
                  </a:lnTo>
                  <a:lnTo>
                    <a:pt x="0" y="106680"/>
                  </a:lnTo>
                  <a:lnTo>
                    <a:pt x="0" y="115570"/>
                  </a:lnTo>
                  <a:lnTo>
                    <a:pt x="22047" y="115570"/>
                  </a:lnTo>
                  <a:lnTo>
                    <a:pt x="22047" y="106680"/>
                  </a:lnTo>
                  <a:lnTo>
                    <a:pt x="100672" y="106680"/>
                  </a:lnTo>
                  <a:lnTo>
                    <a:pt x="100672" y="87630"/>
                  </a:lnTo>
                  <a:lnTo>
                    <a:pt x="22034" y="87630"/>
                  </a:lnTo>
                  <a:lnTo>
                    <a:pt x="22034" y="62230"/>
                  </a:lnTo>
                  <a:lnTo>
                    <a:pt x="100672" y="62230"/>
                  </a:lnTo>
                  <a:lnTo>
                    <a:pt x="100672" y="43370"/>
                  </a:lnTo>
                  <a:lnTo>
                    <a:pt x="100672" y="43180"/>
                  </a:lnTo>
                  <a:lnTo>
                    <a:pt x="100672" y="20320"/>
                  </a:lnTo>
                  <a:lnTo>
                    <a:pt x="100672" y="19926"/>
                  </a:lnTo>
                  <a:lnTo>
                    <a:pt x="10067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96885" y="5338291"/>
              <a:ext cx="291299" cy="12929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11740" y="5342504"/>
              <a:ext cx="129158" cy="12522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9453" y="3191395"/>
              <a:ext cx="6366510" cy="656590"/>
            </a:xfrm>
            <a:custGeom>
              <a:avLst/>
              <a:gdLst/>
              <a:ahLst/>
              <a:cxnLst/>
              <a:rect l="l" t="t" r="r" b="b"/>
              <a:pathLst>
                <a:path w="6366510" h="656589">
                  <a:moveTo>
                    <a:pt x="6366370" y="0"/>
                  </a:moveTo>
                  <a:lnTo>
                    <a:pt x="0" y="0"/>
                  </a:lnTo>
                  <a:lnTo>
                    <a:pt x="0" y="656526"/>
                  </a:lnTo>
                  <a:lnTo>
                    <a:pt x="6366370" y="656526"/>
                  </a:lnTo>
                  <a:lnTo>
                    <a:pt x="63663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78384" y="3251644"/>
              <a:ext cx="1364615" cy="546735"/>
            </a:xfrm>
            <a:custGeom>
              <a:avLst/>
              <a:gdLst/>
              <a:ahLst/>
              <a:cxnLst/>
              <a:rect l="l" t="t" r="r" b="b"/>
              <a:pathLst>
                <a:path w="1364615" h="546735">
                  <a:moveTo>
                    <a:pt x="417029" y="143294"/>
                  </a:moveTo>
                  <a:lnTo>
                    <a:pt x="272821" y="143294"/>
                  </a:lnTo>
                  <a:lnTo>
                    <a:pt x="272821" y="51943"/>
                  </a:lnTo>
                  <a:lnTo>
                    <a:pt x="276593" y="50228"/>
                  </a:lnTo>
                  <a:lnTo>
                    <a:pt x="283692" y="46228"/>
                  </a:lnTo>
                  <a:lnTo>
                    <a:pt x="283692" y="33108"/>
                  </a:lnTo>
                  <a:lnTo>
                    <a:pt x="278498" y="31965"/>
                  </a:lnTo>
                  <a:lnTo>
                    <a:pt x="272821" y="31965"/>
                  </a:lnTo>
                  <a:lnTo>
                    <a:pt x="178727" y="28536"/>
                  </a:lnTo>
                  <a:lnTo>
                    <a:pt x="178727" y="143294"/>
                  </a:lnTo>
                  <a:lnTo>
                    <a:pt x="0" y="143294"/>
                  </a:lnTo>
                  <a:lnTo>
                    <a:pt x="0" y="243192"/>
                  </a:lnTo>
                  <a:lnTo>
                    <a:pt x="178727" y="243192"/>
                  </a:lnTo>
                  <a:lnTo>
                    <a:pt x="167678" y="312470"/>
                  </a:lnTo>
                  <a:lnTo>
                    <a:pt x="145135" y="366268"/>
                  </a:lnTo>
                  <a:lnTo>
                    <a:pt x="115722" y="406552"/>
                  </a:lnTo>
                  <a:lnTo>
                    <a:pt x="84023" y="435279"/>
                  </a:lnTo>
                  <a:lnTo>
                    <a:pt x="32156" y="465848"/>
                  </a:lnTo>
                  <a:lnTo>
                    <a:pt x="51714" y="484936"/>
                  </a:lnTo>
                  <a:lnTo>
                    <a:pt x="70866" y="506742"/>
                  </a:lnTo>
                  <a:lnTo>
                    <a:pt x="87807" y="528231"/>
                  </a:lnTo>
                  <a:lnTo>
                    <a:pt x="100711" y="546341"/>
                  </a:lnTo>
                  <a:lnTo>
                    <a:pt x="153327" y="508787"/>
                  </a:lnTo>
                  <a:lnTo>
                    <a:pt x="193509" y="467194"/>
                  </a:lnTo>
                  <a:lnTo>
                    <a:pt x="222973" y="423545"/>
                  </a:lnTo>
                  <a:lnTo>
                    <a:pt x="243446" y="379793"/>
                  </a:lnTo>
                  <a:lnTo>
                    <a:pt x="256616" y="337921"/>
                  </a:lnTo>
                  <a:lnTo>
                    <a:pt x="264210" y="299885"/>
                  </a:lnTo>
                  <a:lnTo>
                    <a:pt x="269506" y="243192"/>
                  </a:lnTo>
                  <a:lnTo>
                    <a:pt x="417029" y="243192"/>
                  </a:lnTo>
                  <a:lnTo>
                    <a:pt x="417029" y="143294"/>
                  </a:lnTo>
                  <a:close/>
                </a:path>
                <a:path w="1364615" h="546735">
                  <a:moveTo>
                    <a:pt x="848715" y="92494"/>
                  </a:moveTo>
                  <a:lnTo>
                    <a:pt x="794334" y="92494"/>
                  </a:lnTo>
                  <a:lnTo>
                    <a:pt x="803998" y="83096"/>
                  </a:lnTo>
                  <a:lnTo>
                    <a:pt x="814133" y="74358"/>
                  </a:lnTo>
                  <a:lnTo>
                    <a:pt x="823125" y="67119"/>
                  </a:lnTo>
                  <a:lnTo>
                    <a:pt x="829322" y="62230"/>
                  </a:lnTo>
                  <a:lnTo>
                    <a:pt x="819035" y="48869"/>
                  </a:lnTo>
                  <a:lnTo>
                    <a:pt x="805510" y="32473"/>
                  </a:lnTo>
                  <a:lnTo>
                    <a:pt x="791362" y="16383"/>
                  </a:lnTo>
                  <a:lnTo>
                    <a:pt x="779208" y="3987"/>
                  </a:lnTo>
                  <a:lnTo>
                    <a:pt x="740435" y="34251"/>
                  </a:lnTo>
                  <a:lnTo>
                    <a:pt x="755738" y="51142"/>
                  </a:lnTo>
                  <a:lnTo>
                    <a:pt x="770331" y="69215"/>
                  </a:lnTo>
                  <a:lnTo>
                    <a:pt x="781723" y="84277"/>
                  </a:lnTo>
                  <a:lnTo>
                    <a:pt x="787717" y="92494"/>
                  </a:lnTo>
                  <a:lnTo>
                    <a:pt x="487006" y="92494"/>
                  </a:lnTo>
                  <a:lnTo>
                    <a:pt x="487006" y="193535"/>
                  </a:lnTo>
                  <a:lnTo>
                    <a:pt x="756043" y="193535"/>
                  </a:lnTo>
                  <a:lnTo>
                    <a:pt x="756043" y="383654"/>
                  </a:lnTo>
                  <a:lnTo>
                    <a:pt x="484174" y="383654"/>
                  </a:lnTo>
                  <a:lnTo>
                    <a:pt x="484174" y="484708"/>
                  </a:lnTo>
                  <a:lnTo>
                    <a:pt x="756043" y="484708"/>
                  </a:lnTo>
                  <a:lnTo>
                    <a:pt x="756043" y="506399"/>
                  </a:lnTo>
                  <a:lnTo>
                    <a:pt x="848715" y="506399"/>
                  </a:lnTo>
                  <a:lnTo>
                    <a:pt x="848715" y="92494"/>
                  </a:lnTo>
                  <a:close/>
                </a:path>
                <a:path w="1364615" h="546735">
                  <a:moveTo>
                    <a:pt x="905929" y="63373"/>
                  </a:moveTo>
                  <a:lnTo>
                    <a:pt x="895184" y="47764"/>
                  </a:lnTo>
                  <a:lnTo>
                    <a:pt x="882459" y="30607"/>
                  </a:lnTo>
                  <a:lnTo>
                    <a:pt x="869289" y="13995"/>
                  </a:lnTo>
                  <a:lnTo>
                    <a:pt x="857224" y="0"/>
                  </a:lnTo>
                  <a:lnTo>
                    <a:pt x="819391" y="29692"/>
                  </a:lnTo>
                  <a:lnTo>
                    <a:pt x="836117" y="49555"/>
                  </a:lnTo>
                  <a:lnTo>
                    <a:pt x="851027" y="69215"/>
                  </a:lnTo>
                  <a:lnTo>
                    <a:pt x="862368" y="85356"/>
                  </a:lnTo>
                  <a:lnTo>
                    <a:pt x="868095" y="94195"/>
                  </a:lnTo>
                  <a:lnTo>
                    <a:pt x="905929" y="63373"/>
                  </a:lnTo>
                  <a:close/>
                </a:path>
                <a:path w="1364615" h="546735">
                  <a:moveTo>
                    <a:pt x="1364564" y="143294"/>
                  </a:moveTo>
                  <a:lnTo>
                    <a:pt x="1311605" y="97053"/>
                  </a:lnTo>
                  <a:lnTo>
                    <a:pt x="1307198" y="101320"/>
                  </a:lnTo>
                  <a:lnTo>
                    <a:pt x="1301559" y="105473"/>
                  </a:lnTo>
                  <a:lnTo>
                    <a:pt x="1293253" y="109410"/>
                  </a:lnTo>
                  <a:lnTo>
                    <a:pt x="1280871" y="113042"/>
                  </a:lnTo>
                  <a:lnTo>
                    <a:pt x="1130998" y="147294"/>
                  </a:lnTo>
                  <a:lnTo>
                    <a:pt x="1113967" y="47383"/>
                  </a:lnTo>
                  <a:lnTo>
                    <a:pt x="1118692" y="43954"/>
                  </a:lnTo>
                  <a:lnTo>
                    <a:pt x="1122959" y="39966"/>
                  </a:lnTo>
                  <a:lnTo>
                    <a:pt x="1122959" y="25120"/>
                  </a:lnTo>
                  <a:lnTo>
                    <a:pt x="1116330" y="26263"/>
                  </a:lnTo>
                  <a:lnTo>
                    <a:pt x="1111135" y="27406"/>
                  </a:lnTo>
                  <a:lnTo>
                    <a:pt x="1022248" y="42252"/>
                  </a:lnTo>
                  <a:lnTo>
                    <a:pt x="1043051" y="167284"/>
                  </a:lnTo>
                  <a:lnTo>
                    <a:pt x="928624" y="193535"/>
                  </a:lnTo>
                  <a:lnTo>
                    <a:pt x="948486" y="291731"/>
                  </a:lnTo>
                  <a:lnTo>
                    <a:pt x="1059129" y="263194"/>
                  </a:lnTo>
                  <a:lnTo>
                    <a:pt x="1106411" y="545223"/>
                  </a:lnTo>
                  <a:lnTo>
                    <a:pt x="1193876" y="525233"/>
                  </a:lnTo>
                  <a:lnTo>
                    <a:pt x="1146594" y="240919"/>
                  </a:lnTo>
                  <a:lnTo>
                    <a:pt x="1237843" y="217512"/>
                  </a:lnTo>
                  <a:lnTo>
                    <a:pt x="1228763" y="236867"/>
                  </a:lnTo>
                  <a:lnTo>
                    <a:pt x="1216977" y="260616"/>
                  </a:lnTo>
                  <a:lnTo>
                    <a:pt x="1204404" y="284784"/>
                  </a:lnTo>
                  <a:lnTo>
                    <a:pt x="1192936" y="305435"/>
                  </a:lnTo>
                  <a:lnTo>
                    <a:pt x="1211541" y="314756"/>
                  </a:lnTo>
                  <a:lnTo>
                    <a:pt x="1231938" y="326478"/>
                  </a:lnTo>
                  <a:lnTo>
                    <a:pt x="1251966" y="339394"/>
                  </a:lnTo>
                  <a:lnTo>
                    <a:pt x="1269517" y="352247"/>
                  </a:lnTo>
                  <a:lnTo>
                    <a:pt x="1283754" y="322732"/>
                  </a:lnTo>
                  <a:lnTo>
                    <a:pt x="1305153" y="275907"/>
                  </a:lnTo>
                  <a:lnTo>
                    <a:pt x="1364564" y="1432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71283" y="3265906"/>
              <a:ext cx="3118045" cy="53607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4754105" y="3272764"/>
              <a:ext cx="1616075" cy="526415"/>
            </a:xfrm>
            <a:custGeom>
              <a:avLst/>
              <a:gdLst/>
              <a:ahLst/>
              <a:cxnLst/>
              <a:rect l="l" t="t" r="r" b="b"/>
              <a:pathLst>
                <a:path w="1616075" h="526414">
                  <a:moveTo>
                    <a:pt x="353656" y="294576"/>
                  </a:moveTo>
                  <a:lnTo>
                    <a:pt x="267614" y="294576"/>
                  </a:lnTo>
                  <a:lnTo>
                    <a:pt x="267614" y="387070"/>
                  </a:lnTo>
                  <a:lnTo>
                    <a:pt x="353656" y="387070"/>
                  </a:lnTo>
                  <a:lnTo>
                    <a:pt x="353656" y="294576"/>
                  </a:lnTo>
                  <a:close/>
                </a:path>
                <a:path w="1616075" h="526414">
                  <a:moveTo>
                    <a:pt x="353656" y="121031"/>
                  </a:moveTo>
                  <a:lnTo>
                    <a:pt x="267614" y="121031"/>
                  </a:lnTo>
                  <a:lnTo>
                    <a:pt x="267614" y="208953"/>
                  </a:lnTo>
                  <a:lnTo>
                    <a:pt x="353656" y="208953"/>
                  </a:lnTo>
                  <a:lnTo>
                    <a:pt x="353656" y="121031"/>
                  </a:lnTo>
                  <a:close/>
                </a:path>
                <a:path w="1616075" h="526414">
                  <a:moveTo>
                    <a:pt x="353656" y="31648"/>
                  </a:moveTo>
                  <a:lnTo>
                    <a:pt x="0" y="31648"/>
                  </a:lnTo>
                  <a:lnTo>
                    <a:pt x="0" y="120548"/>
                  </a:lnTo>
                  <a:lnTo>
                    <a:pt x="0" y="209448"/>
                  </a:lnTo>
                  <a:lnTo>
                    <a:pt x="0" y="294538"/>
                  </a:lnTo>
                  <a:lnTo>
                    <a:pt x="0" y="387248"/>
                  </a:lnTo>
                  <a:lnTo>
                    <a:pt x="0" y="476148"/>
                  </a:lnTo>
                  <a:lnTo>
                    <a:pt x="0" y="505358"/>
                  </a:lnTo>
                  <a:lnTo>
                    <a:pt x="84632" y="505358"/>
                  </a:lnTo>
                  <a:lnTo>
                    <a:pt x="84632" y="476148"/>
                  </a:lnTo>
                  <a:lnTo>
                    <a:pt x="267614" y="476148"/>
                  </a:lnTo>
                  <a:lnTo>
                    <a:pt x="267614" y="504672"/>
                  </a:lnTo>
                  <a:lnTo>
                    <a:pt x="353656" y="504672"/>
                  </a:lnTo>
                  <a:lnTo>
                    <a:pt x="353656" y="476148"/>
                  </a:lnTo>
                  <a:lnTo>
                    <a:pt x="353656" y="387248"/>
                  </a:lnTo>
                  <a:lnTo>
                    <a:pt x="84632" y="387248"/>
                  </a:lnTo>
                  <a:lnTo>
                    <a:pt x="84632" y="294538"/>
                  </a:lnTo>
                  <a:lnTo>
                    <a:pt x="353656" y="294538"/>
                  </a:lnTo>
                  <a:lnTo>
                    <a:pt x="353656" y="209448"/>
                  </a:lnTo>
                  <a:lnTo>
                    <a:pt x="84632" y="209448"/>
                  </a:lnTo>
                  <a:lnTo>
                    <a:pt x="84632" y="120548"/>
                  </a:lnTo>
                  <a:lnTo>
                    <a:pt x="353656" y="120548"/>
                  </a:lnTo>
                  <a:lnTo>
                    <a:pt x="353656" y="31648"/>
                  </a:lnTo>
                  <a:close/>
                </a:path>
                <a:path w="1616075" h="526414">
                  <a:moveTo>
                    <a:pt x="867613" y="381368"/>
                  </a:moveTo>
                  <a:lnTo>
                    <a:pt x="864831" y="379082"/>
                  </a:lnTo>
                  <a:lnTo>
                    <a:pt x="862761" y="377367"/>
                  </a:lnTo>
                  <a:lnTo>
                    <a:pt x="843280" y="361289"/>
                  </a:lnTo>
                  <a:lnTo>
                    <a:pt x="841184" y="359105"/>
                  </a:lnTo>
                  <a:lnTo>
                    <a:pt x="812330" y="328891"/>
                  </a:lnTo>
                  <a:lnTo>
                    <a:pt x="778217" y="285800"/>
                  </a:lnTo>
                  <a:lnTo>
                    <a:pt x="762825" y="262051"/>
                  </a:lnTo>
                  <a:lnTo>
                    <a:pt x="761339" y="259765"/>
                  </a:lnTo>
                  <a:lnTo>
                    <a:pt x="744423" y="233654"/>
                  </a:lnTo>
                  <a:lnTo>
                    <a:pt x="732866" y="210731"/>
                  </a:lnTo>
                  <a:lnTo>
                    <a:pt x="732866" y="359105"/>
                  </a:lnTo>
                  <a:lnTo>
                    <a:pt x="679437" y="359105"/>
                  </a:lnTo>
                  <a:lnTo>
                    <a:pt x="679437" y="262051"/>
                  </a:lnTo>
                  <a:lnTo>
                    <a:pt x="695617" y="296557"/>
                  </a:lnTo>
                  <a:lnTo>
                    <a:pt x="711111" y="324916"/>
                  </a:lnTo>
                  <a:lnTo>
                    <a:pt x="724115" y="346113"/>
                  </a:lnTo>
                  <a:lnTo>
                    <a:pt x="732866" y="359105"/>
                  </a:lnTo>
                  <a:lnTo>
                    <a:pt x="732866" y="210731"/>
                  </a:lnTo>
                  <a:lnTo>
                    <a:pt x="714425" y="174129"/>
                  </a:lnTo>
                  <a:lnTo>
                    <a:pt x="855319" y="174129"/>
                  </a:lnTo>
                  <a:lnTo>
                    <a:pt x="855319" y="87922"/>
                  </a:lnTo>
                  <a:lnTo>
                    <a:pt x="679437" y="87922"/>
                  </a:lnTo>
                  <a:lnTo>
                    <a:pt x="679437" y="25692"/>
                  </a:lnTo>
                  <a:lnTo>
                    <a:pt x="683691" y="22834"/>
                  </a:lnTo>
                  <a:lnTo>
                    <a:pt x="689368" y="19418"/>
                  </a:lnTo>
                  <a:lnTo>
                    <a:pt x="689368" y="4572"/>
                  </a:lnTo>
                  <a:lnTo>
                    <a:pt x="681812" y="3429"/>
                  </a:lnTo>
                  <a:lnTo>
                    <a:pt x="677545" y="3429"/>
                  </a:lnTo>
                  <a:lnTo>
                    <a:pt x="598119" y="0"/>
                  </a:lnTo>
                  <a:lnTo>
                    <a:pt x="598119" y="87922"/>
                  </a:lnTo>
                  <a:lnTo>
                    <a:pt x="598119" y="259765"/>
                  </a:lnTo>
                  <a:lnTo>
                    <a:pt x="598119" y="359105"/>
                  </a:lnTo>
                  <a:lnTo>
                    <a:pt x="544690" y="359105"/>
                  </a:lnTo>
                  <a:lnTo>
                    <a:pt x="562864" y="329857"/>
                  </a:lnTo>
                  <a:lnTo>
                    <a:pt x="577418" y="303657"/>
                  </a:lnTo>
                  <a:lnTo>
                    <a:pt x="588962" y="280339"/>
                  </a:lnTo>
                  <a:lnTo>
                    <a:pt x="598119" y="259765"/>
                  </a:lnTo>
                  <a:lnTo>
                    <a:pt x="598119" y="87922"/>
                  </a:lnTo>
                  <a:lnTo>
                    <a:pt x="421271" y="87922"/>
                  </a:lnTo>
                  <a:lnTo>
                    <a:pt x="421271" y="174129"/>
                  </a:lnTo>
                  <a:lnTo>
                    <a:pt x="559816" y="174129"/>
                  </a:lnTo>
                  <a:lnTo>
                    <a:pt x="527443" y="243776"/>
                  </a:lnTo>
                  <a:lnTo>
                    <a:pt x="492302" y="298627"/>
                  </a:lnTo>
                  <a:lnTo>
                    <a:pt x="457987" y="339775"/>
                  </a:lnTo>
                  <a:lnTo>
                    <a:pt x="428078" y="368325"/>
                  </a:lnTo>
                  <a:lnTo>
                    <a:pt x="406158" y="385368"/>
                  </a:lnTo>
                  <a:lnTo>
                    <a:pt x="421678" y="396328"/>
                  </a:lnTo>
                  <a:lnTo>
                    <a:pt x="437413" y="410552"/>
                  </a:lnTo>
                  <a:lnTo>
                    <a:pt x="452894" y="429602"/>
                  </a:lnTo>
                  <a:lnTo>
                    <a:pt x="467626" y="455015"/>
                  </a:lnTo>
                  <a:lnTo>
                    <a:pt x="484987" y="436943"/>
                  </a:lnTo>
                  <a:lnTo>
                    <a:pt x="501599" y="417906"/>
                  </a:lnTo>
                  <a:lnTo>
                    <a:pt x="517398" y="398030"/>
                  </a:lnTo>
                  <a:lnTo>
                    <a:pt x="532396" y="377367"/>
                  </a:lnTo>
                  <a:lnTo>
                    <a:pt x="532396" y="443026"/>
                  </a:lnTo>
                  <a:lnTo>
                    <a:pt x="598119" y="443026"/>
                  </a:lnTo>
                  <a:lnTo>
                    <a:pt x="598119" y="526376"/>
                  </a:lnTo>
                  <a:lnTo>
                    <a:pt x="679437" y="526376"/>
                  </a:lnTo>
                  <a:lnTo>
                    <a:pt x="679437" y="443026"/>
                  </a:lnTo>
                  <a:lnTo>
                    <a:pt x="746582" y="443026"/>
                  </a:lnTo>
                  <a:lnTo>
                    <a:pt x="746582" y="379082"/>
                  </a:lnTo>
                  <a:lnTo>
                    <a:pt x="759955" y="396989"/>
                  </a:lnTo>
                  <a:lnTo>
                    <a:pt x="775589" y="416979"/>
                  </a:lnTo>
                  <a:lnTo>
                    <a:pt x="792911" y="437286"/>
                  </a:lnTo>
                  <a:lnTo>
                    <a:pt x="811352" y="456158"/>
                  </a:lnTo>
                  <a:lnTo>
                    <a:pt x="823861" y="434352"/>
                  </a:lnTo>
                  <a:lnTo>
                    <a:pt x="836993" y="415328"/>
                  </a:lnTo>
                  <a:lnTo>
                    <a:pt x="851369" y="398030"/>
                  </a:lnTo>
                  <a:lnTo>
                    <a:pt x="867613" y="381368"/>
                  </a:lnTo>
                  <a:close/>
                </a:path>
                <a:path w="1616075" h="526414">
                  <a:moveTo>
                    <a:pt x="1051064" y="341401"/>
                  </a:moveTo>
                  <a:lnTo>
                    <a:pt x="1048321" y="338543"/>
                  </a:lnTo>
                  <a:lnTo>
                    <a:pt x="1035240" y="324929"/>
                  </a:lnTo>
                  <a:lnTo>
                    <a:pt x="1024407" y="311937"/>
                  </a:lnTo>
                  <a:lnTo>
                    <a:pt x="1017219" y="301828"/>
                  </a:lnTo>
                  <a:lnTo>
                    <a:pt x="1012291" y="294030"/>
                  </a:lnTo>
                  <a:lnTo>
                    <a:pt x="1008316" y="302666"/>
                  </a:lnTo>
                  <a:lnTo>
                    <a:pt x="1002068" y="316064"/>
                  </a:lnTo>
                  <a:lnTo>
                    <a:pt x="995743" y="329577"/>
                  </a:lnTo>
                  <a:lnTo>
                    <a:pt x="991489" y="338543"/>
                  </a:lnTo>
                  <a:lnTo>
                    <a:pt x="990447" y="328066"/>
                  </a:lnTo>
                  <a:lnTo>
                    <a:pt x="989545" y="316788"/>
                  </a:lnTo>
                  <a:lnTo>
                    <a:pt x="988898" y="304114"/>
                  </a:lnTo>
                  <a:lnTo>
                    <a:pt x="988733" y="294030"/>
                  </a:lnTo>
                  <a:lnTo>
                    <a:pt x="988656" y="289458"/>
                  </a:lnTo>
                  <a:lnTo>
                    <a:pt x="989050" y="268909"/>
                  </a:lnTo>
                  <a:lnTo>
                    <a:pt x="989126" y="264299"/>
                  </a:lnTo>
                  <a:lnTo>
                    <a:pt x="992441" y="213233"/>
                  </a:lnTo>
                  <a:lnTo>
                    <a:pt x="1001420" y="144614"/>
                  </a:lnTo>
                  <a:lnTo>
                    <a:pt x="1018921" y="66802"/>
                  </a:lnTo>
                  <a:lnTo>
                    <a:pt x="1032154" y="62801"/>
                  </a:lnTo>
                  <a:lnTo>
                    <a:pt x="1032154" y="49669"/>
                  </a:lnTo>
                  <a:lnTo>
                    <a:pt x="1029322" y="48539"/>
                  </a:lnTo>
                  <a:lnTo>
                    <a:pt x="1022692" y="45681"/>
                  </a:lnTo>
                  <a:lnTo>
                    <a:pt x="939482" y="10858"/>
                  </a:lnTo>
                  <a:lnTo>
                    <a:pt x="930021" y="58077"/>
                  </a:lnTo>
                  <a:lnTo>
                    <a:pt x="921385" y="106121"/>
                  </a:lnTo>
                  <a:lnTo>
                    <a:pt x="914323" y="156362"/>
                  </a:lnTo>
                  <a:lnTo>
                    <a:pt x="909561" y="210172"/>
                  </a:lnTo>
                  <a:lnTo>
                    <a:pt x="907808" y="268909"/>
                  </a:lnTo>
                  <a:lnTo>
                    <a:pt x="908621" y="301828"/>
                  </a:lnTo>
                  <a:lnTo>
                    <a:pt x="908685" y="304114"/>
                  </a:lnTo>
                  <a:lnTo>
                    <a:pt x="908773" y="307975"/>
                  </a:lnTo>
                  <a:lnTo>
                    <a:pt x="911898" y="355777"/>
                  </a:lnTo>
                  <a:lnTo>
                    <a:pt x="917511" y="407924"/>
                  </a:lnTo>
                  <a:lnTo>
                    <a:pt x="925969" y="459981"/>
                  </a:lnTo>
                  <a:lnTo>
                    <a:pt x="937590" y="507542"/>
                  </a:lnTo>
                  <a:lnTo>
                    <a:pt x="1013231" y="489839"/>
                  </a:lnTo>
                  <a:lnTo>
                    <a:pt x="1016355" y="451142"/>
                  </a:lnTo>
                  <a:lnTo>
                    <a:pt x="1025766" y="410260"/>
                  </a:lnTo>
                  <a:lnTo>
                    <a:pt x="1038377" y="372059"/>
                  </a:lnTo>
                  <a:lnTo>
                    <a:pt x="1051064" y="341401"/>
                  </a:lnTo>
                  <a:close/>
                </a:path>
                <a:path w="1616075" h="526414">
                  <a:moveTo>
                    <a:pt x="1296924" y="147294"/>
                  </a:moveTo>
                  <a:lnTo>
                    <a:pt x="1295184" y="126161"/>
                  </a:lnTo>
                  <a:lnTo>
                    <a:pt x="1293622" y="101549"/>
                  </a:lnTo>
                  <a:lnTo>
                    <a:pt x="1292402" y="75120"/>
                  </a:lnTo>
                  <a:lnTo>
                    <a:pt x="1292199" y="66802"/>
                  </a:lnTo>
                  <a:lnTo>
                    <a:pt x="1291729" y="48539"/>
                  </a:lnTo>
                  <a:lnTo>
                    <a:pt x="1260525" y="56680"/>
                  </a:lnTo>
                  <a:lnTo>
                    <a:pt x="1225410" y="62369"/>
                  </a:lnTo>
                  <a:lnTo>
                    <a:pt x="1185875" y="65709"/>
                  </a:lnTo>
                  <a:lnTo>
                    <a:pt x="1141374" y="66802"/>
                  </a:lnTo>
                  <a:lnTo>
                    <a:pt x="1123353" y="66598"/>
                  </a:lnTo>
                  <a:lnTo>
                    <a:pt x="1108570" y="66090"/>
                  </a:lnTo>
                  <a:lnTo>
                    <a:pt x="1096365" y="65354"/>
                  </a:lnTo>
                  <a:lnTo>
                    <a:pt x="1086053" y="64516"/>
                  </a:lnTo>
                  <a:lnTo>
                    <a:pt x="1086053" y="159854"/>
                  </a:lnTo>
                  <a:lnTo>
                    <a:pt x="1100797" y="161175"/>
                  </a:lnTo>
                  <a:lnTo>
                    <a:pt x="1113599" y="161848"/>
                  </a:lnTo>
                  <a:lnTo>
                    <a:pt x="1125588" y="162140"/>
                  </a:lnTo>
                  <a:lnTo>
                    <a:pt x="1131912" y="162140"/>
                  </a:lnTo>
                  <a:lnTo>
                    <a:pt x="1171663" y="161505"/>
                  </a:lnTo>
                  <a:lnTo>
                    <a:pt x="1215491" y="159207"/>
                  </a:lnTo>
                  <a:lnTo>
                    <a:pt x="1258773" y="154673"/>
                  </a:lnTo>
                  <a:lnTo>
                    <a:pt x="1296924" y="147294"/>
                  </a:lnTo>
                  <a:close/>
                </a:path>
                <a:path w="1616075" h="526414">
                  <a:moveTo>
                    <a:pt x="1319618" y="366522"/>
                  </a:moveTo>
                  <a:lnTo>
                    <a:pt x="1292186" y="373837"/>
                  </a:lnTo>
                  <a:lnTo>
                    <a:pt x="1263243" y="378790"/>
                  </a:lnTo>
                  <a:lnTo>
                    <a:pt x="1234122" y="381622"/>
                  </a:lnTo>
                  <a:lnTo>
                    <a:pt x="1206144" y="382511"/>
                  </a:lnTo>
                  <a:lnTo>
                    <a:pt x="1175499" y="381254"/>
                  </a:lnTo>
                  <a:lnTo>
                    <a:pt x="1156030" y="376732"/>
                  </a:lnTo>
                  <a:lnTo>
                    <a:pt x="1145768" y="367817"/>
                  </a:lnTo>
                  <a:lnTo>
                    <a:pt x="1142784" y="353402"/>
                  </a:lnTo>
                  <a:lnTo>
                    <a:pt x="1143685" y="344627"/>
                  </a:lnTo>
                  <a:lnTo>
                    <a:pt x="1146098" y="333336"/>
                  </a:lnTo>
                  <a:lnTo>
                    <a:pt x="1149578" y="321525"/>
                  </a:lnTo>
                  <a:lnTo>
                    <a:pt x="1153668" y="311150"/>
                  </a:lnTo>
                  <a:lnTo>
                    <a:pt x="1081798" y="293446"/>
                  </a:lnTo>
                  <a:lnTo>
                    <a:pt x="1073137" y="322872"/>
                  </a:lnTo>
                  <a:lnTo>
                    <a:pt x="1067435" y="345973"/>
                  </a:lnTo>
                  <a:lnTo>
                    <a:pt x="1064310" y="365226"/>
                  </a:lnTo>
                  <a:lnTo>
                    <a:pt x="1063459" y="381254"/>
                  </a:lnTo>
                  <a:lnTo>
                    <a:pt x="1063358" y="383082"/>
                  </a:lnTo>
                  <a:lnTo>
                    <a:pt x="1071041" y="420763"/>
                  </a:lnTo>
                  <a:lnTo>
                    <a:pt x="1109624" y="462495"/>
                  </a:lnTo>
                  <a:lnTo>
                    <a:pt x="1165733" y="475107"/>
                  </a:lnTo>
                  <a:lnTo>
                    <a:pt x="1211351" y="476707"/>
                  </a:lnTo>
                  <a:lnTo>
                    <a:pt x="1245743" y="476186"/>
                  </a:lnTo>
                  <a:lnTo>
                    <a:pt x="1273403" y="474713"/>
                  </a:lnTo>
                  <a:lnTo>
                    <a:pt x="1295920" y="472376"/>
                  </a:lnTo>
                  <a:lnTo>
                    <a:pt x="1314881" y="469290"/>
                  </a:lnTo>
                  <a:lnTo>
                    <a:pt x="1314894" y="448259"/>
                  </a:lnTo>
                  <a:lnTo>
                    <a:pt x="1315656" y="421335"/>
                  </a:lnTo>
                  <a:lnTo>
                    <a:pt x="1317218" y="392696"/>
                  </a:lnTo>
                  <a:lnTo>
                    <a:pt x="1318094" y="383082"/>
                  </a:lnTo>
                  <a:lnTo>
                    <a:pt x="1318158" y="382511"/>
                  </a:lnTo>
                  <a:lnTo>
                    <a:pt x="1319504" y="367817"/>
                  </a:lnTo>
                  <a:lnTo>
                    <a:pt x="1319618" y="366522"/>
                  </a:lnTo>
                  <a:close/>
                </a:path>
                <a:path w="1616075" h="526414">
                  <a:moveTo>
                    <a:pt x="1465745" y="376212"/>
                  </a:moveTo>
                  <a:lnTo>
                    <a:pt x="1379220" y="376212"/>
                  </a:lnTo>
                  <a:lnTo>
                    <a:pt x="1379220" y="480682"/>
                  </a:lnTo>
                  <a:lnTo>
                    <a:pt x="1465745" y="480682"/>
                  </a:lnTo>
                  <a:lnTo>
                    <a:pt x="1465745" y="376212"/>
                  </a:lnTo>
                  <a:close/>
                </a:path>
                <a:path w="1616075" h="526414">
                  <a:moveTo>
                    <a:pt x="1466684" y="21691"/>
                  </a:moveTo>
                  <a:lnTo>
                    <a:pt x="1378267" y="21691"/>
                  </a:lnTo>
                  <a:lnTo>
                    <a:pt x="1378267" y="153568"/>
                  </a:lnTo>
                  <a:lnTo>
                    <a:pt x="1397177" y="322554"/>
                  </a:lnTo>
                  <a:lnTo>
                    <a:pt x="1447304" y="322554"/>
                  </a:lnTo>
                  <a:lnTo>
                    <a:pt x="1466684" y="153568"/>
                  </a:lnTo>
                  <a:lnTo>
                    <a:pt x="1466684" y="21691"/>
                  </a:lnTo>
                  <a:close/>
                </a:path>
                <a:path w="1616075" h="526414">
                  <a:moveTo>
                    <a:pt x="1614678" y="376212"/>
                  </a:moveTo>
                  <a:lnTo>
                    <a:pt x="1528152" y="376212"/>
                  </a:lnTo>
                  <a:lnTo>
                    <a:pt x="1528152" y="480682"/>
                  </a:lnTo>
                  <a:lnTo>
                    <a:pt x="1614678" y="480682"/>
                  </a:lnTo>
                  <a:lnTo>
                    <a:pt x="1614678" y="376212"/>
                  </a:lnTo>
                  <a:close/>
                </a:path>
                <a:path w="1616075" h="526414">
                  <a:moveTo>
                    <a:pt x="1615605" y="21691"/>
                  </a:moveTo>
                  <a:lnTo>
                    <a:pt x="1527200" y="21691"/>
                  </a:lnTo>
                  <a:lnTo>
                    <a:pt x="1527200" y="153568"/>
                  </a:lnTo>
                  <a:lnTo>
                    <a:pt x="1546110" y="322554"/>
                  </a:lnTo>
                  <a:lnTo>
                    <a:pt x="1596237" y="322554"/>
                  </a:lnTo>
                  <a:lnTo>
                    <a:pt x="1615605" y="153568"/>
                  </a:lnTo>
                  <a:lnTo>
                    <a:pt x="1615605" y="216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85191" y="3221240"/>
              <a:ext cx="755992" cy="79579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134487" y="3891084"/>
              <a:ext cx="330829" cy="158478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923447" y="3900043"/>
              <a:ext cx="352107" cy="157928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531537" y="3900043"/>
              <a:ext cx="352425" cy="87630"/>
            </a:xfrm>
            <a:custGeom>
              <a:avLst/>
              <a:gdLst/>
              <a:ahLst/>
              <a:cxnLst/>
              <a:rect l="l" t="t" r="r" b="b"/>
              <a:pathLst>
                <a:path w="352425" h="87629">
                  <a:moveTo>
                    <a:pt x="352120" y="0"/>
                  </a:moveTo>
                  <a:lnTo>
                    <a:pt x="0" y="0"/>
                  </a:lnTo>
                  <a:lnTo>
                    <a:pt x="0" y="87287"/>
                  </a:lnTo>
                  <a:lnTo>
                    <a:pt x="352120" y="87287"/>
                  </a:lnTo>
                  <a:lnTo>
                    <a:pt x="352120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645761" y="3914774"/>
              <a:ext cx="122555" cy="55244"/>
            </a:xfrm>
            <a:custGeom>
              <a:avLst/>
              <a:gdLst/>
              <a:ahLst/>
              <a:cxnLst/>
              <a:rect l="l" t="t" r="r" b="b"/>
              <a:pathLst>
                <a:path w="122554" h="55245">
                  <a:moveTo>
                    <a:pt x="26085" y="13195"/>
                  </a:moveTo>
                  <a:lnTo>
                    <a:pt x="23609" y="10795"/>
                  </a:lnTo>
                  <a:lnTo>
                    <a:pt x="17500" y="10795"/>
                  </a:lnTo>
                  <a:lnTo>
                    <a:pt x="17500" y="3289"/>
                  </a:lnTo>
                  <a:lnTo>
                    <a:pt x="18503" y="2336"/>
                  </a:lnTo>
                  <a:lnTo>
                    <a:pt x="19202" y="1257"/>
                  </a:lnTo>
                  <a:lnTo>
                    <a:pt x="19202" y="762"/>
                  </a:lnTo>
                  <a:lnTo>
                    <a:pt x="18503" y="571"/>
                  </a:lnTo>
                  <a:lnTo>
                    <a:pt x="10668" y="190"/>
                  </a:lnTo>
                  <a:lnTo>
                    <a:pt x="10668" y="10795"/>
                  </a:lnTo>
                  <a:lnTo>
                    <a:pt x="3530" y="10795"/>
                  </a:lnTo>
                  <a:lnTo>
                    <a:pt x="3530" y="16802"/>
                  </a:lnTo>
                  <a:lnTo>
                    <a:pt x="16675" y="16802"/>
                  </a:lnTo>
                  <a:lnTo>
                    <a:pt x="13830" y="22745"/>
                  </a:lnTo>
                  <a:lnTo>
                    <a:pt x="8140" y="28867"/>
                  </a:lnTo>
                  <a:lnTo>
                    <a:pt x="0" y="34493"/>
                  </a:lnTo>
                  <a:lnTo>
                    <a:pt x="5740" y="39103"/>
                  </a:lnTo>
                  <a:lnTo>
                    <a:pt x="8648" y="36957"/>
                  </a:lnTo>
                  <a:lnTo>
                    <a:pt x="10236" y="35382"/>
                  </a:lnTo>
                  <a:lnTo>
                    <a:pt x="10236" y="54584"/>
                  </a:lnTo>
                  <a:lnTo>
                    <a:pt x="17246" y="54584"/>
                  </a:lnTo>
                  <a:lnTo>
                    <a:pt x="17246" y="35382"/>
                  </a:lnTo>
                  <a:lnTo>
                    <a:pt x="17246" y="34175"/>
                  </a:lnTo>
                  <a:lnTo>
                    <a:pt x="18884" y="35826"/>
                  </a:lnTo>
                  <a:lnTo>
                    <a:pt x="19583" y="36385"/>
                  </a:lnTo>
                  <a:lnTo>
                    <a:pt x="20650" y="37287"/>
                  </a:lnTo>
                  <a:lnTo>
                    <a:pt x="23418" y="34175"/>
                  </a:lnTo>
                  <a:lnTo>
                    <a:pt x="25006" y="32410"/>
                  </a:lnTo>
                  <a:lnTo>
                    <a:pt x="21539" y="29565"/>
                  </a:lnTo>
                  <a:lnTo>
                    <a:pt x="20091" y="27927"/>
                  </a:lnTo>
                  <a:lnTo>
                    <a:pt x="18567" y="26162"/>
                  </a:lnTo>
                  <a:lnTo>
                    <a:pt x="22669" y="20027"/>
                  </a:lnTo>
                  <a:lnTo>
                    <a:pt x="23812" y="18186"/>
                  </a:lnTo>
                  <a:lnTo>
                    <a:pt x="26085" y="13195"/>
                  </a:lnTo>
                  <a:close/>
                </a:path>
                <a:path w="122554" h="55245">
                  <a:moveTo>
                    <a:pt x="54279" y="10795"/>
                  </a:moveTo>
                  <a:lnTo>
                    <a:pt x="48069" y="10795"/>
                  </a:lnTo>
                  <a:lnTo>
                    <a:pt x="48069" y="15976"/>
                  </a:lnTo>
                  <a:lnTo>
                    <a:pt x="48069" y="21170"/>
                  </a:lnTo>
                  <a:lnTo>
                    <a:pt x="34607" y="21170"/>
                  </a:lnTo>
                  <a:lnTo>
                    <a:pt x="34607" y="15976"/>
                  </a:lnTo>
                  <a:lnTo>
                    <a:pt x="48069" y="15976"/>
                  </a:lnTo>
                  <a:lnTo>
                    <a:pt x="48069" y="10795"/>
                  </a:lnTo>
                  <a:lnTo>
                    <a:pt x="28435" y="10795"/>
                  </a:lnTo>
                  <a:lnTo>
                    <a:pt x="28435" y="26352"/>
                  </a:lnTo>
                  <a:lnTo>
                    <a:pt x="54279" y="26352"/>
                  </a:lnTo>
                  <a:lnTo>
                    <a:pt x="54279" y="21170"/>
                  </a:lnTo>
                  <a:lnTo>
                    <a:pt x="54279" y="15976"/>
                  </a:lnTo>
                  <a:lnTo>
                    <a:pt x="54279" y="10795"/>
                  </a:lnTo>
                  <a:close/>
                </a:path>
                <a:path w="122554" h="55245">
                  <a:moveTo>
                    <a:pt x="56730" y="29565"/>
                  </a:moveTo>
                  <a:lnTo>
                    <a:pt x="50469" y="29565"/>
                  </a:lnTo>
                  <a:lnTo>
                    <a:pt x="50469" y="34493"/>
                  </a:lnTo>
                  <a:lnTo>
                    <a:pt x="50469" y="38341"/>
                  </a:lnTo>
                  <a:lnTo>
                    <a:pt x="50469" y="43281"/>
                  </a:lnTo>
                  <a:lnTo>
                    <a:pt x="50469" y="47637"/>
                  </a:lnTo>
                  <a:lnTo>
                    <a:pt x="44145" y="47637"/>
                  </a:lnTo>
                  <a:lnTo>
                    <a:pt x="44145" y="43281"/>
                  </a:lnTo>
                  <a:lnTo>
                    <a:pt x="50469" y="43281"/>
                  </a:lnTo>
                  <a:lnTo>
                    <a:pt x="50469" y="38341"/>
                  </a:lnTo>
                  <a:lnTo>
                    <a:pt x="44145" y="38341"/>
                  </a:lnTo>
                  <a:lnTo>
                    <a:pt x="44145" y="34493"/>
                  </a:lnTo>
                  <a:lnTo>
                    <a:pt x="50469" y="34493"/>
                  </a:lnTo>
                  <a:lnTo>
                    <a:pt x="50469" y="29565"/>
                  </a:lnTo>
                  <a:lnTo>
                    <a:pt x="37465" y="29565"/>
                  </a:lnTo>
                  <a:lnTo>
                    <a:pt x="37465" y="34493"/>
                  </a:lnTo>
                  <a:lnTo>
                    <a:pt x="37465" y="38341"/>
                  </a:lnTo>
                  <a:lnTo>
                    <a:pt x="37465" y="43281"/>
                  </a:lnTo>
                  <a:lnTo>
                    <a:pt x="37465" y="47637"/>
                  </a:lnTo>
                  <a:lnTo>
                    <a:pt x="31330" y="47637"/>
                  </a:lnTo>
                  <a:lnTo>
                    <a:pt x="31330" y="43281"/>
                  </a:lnTo>
                  <a:lnTo>
                    <a:pt x="37465" y="43281"/>
                  </a:lnTo>
                  <a:lnTo>
                    <a:pt x="37465" y="38341"/>
                  </a:lnTo>
                  <a:lnTo>
                    <a:pt x="31330" y="38341"/>
                  </a:lnTo>
                  <a:lnTo>
                    <a:pt x="31330" y="34493"/>
                  </a:lnTo>
                  <a:lnTo>
                    <a:pt x="37465" y="34493"/>
                  </a:lnTo>
                  <a:lnTo>
                    <a:pt x="37465" y="29565"/>
                  </a:lnTo>
                  <a:lnTo>
                    <a:pt x="25069" y="29565"/>
                  </a:lnTo>
                  <a:lnTo>
                    <a:pt x="25069" y="54584"/>
                  </a:lnTo>
                  <a:lnTo>
                    <a:pt x="31330" y="54584"/>
                  </a:lnTo>
                  <a:lnTo>
                    <a:pt x="31330" y="52565"/>
                  </a:lnTo>
                  <a:lnTo>
                    <a:pt x="50469" y="52565"/>
                  </a:lnTo>
                  <a:lnTo>
                    <a:pt x="50469" y="54584"/>
                  </a:lnTo>
                  <a:lnTo>
                    <a:pt x="56730" y="54584"/>
                  </a:lnTo>
                  <a:lnTo>
                    <a:pt x="56730" y="52565"/>
                  </a:lnTo>
                  <a:lnTo>
                    <a:pt x="56730" y="47637"/>
                  </a:lnTo>
                  <a:lnTo>
                    <a:pt x="56730" y="43281"/>
                  </a:lnTo>
                  <a:lnTo>
                    <a:pt x="56730" y="38341"/>
                  </a:lnTo>
                  <a:lnTo>
                    <a:pt x="56730" y="34493"/>
                  </a:lnTo>
                  <a:lnTo>
                    <a:pt x="56730" y="29565"/>
                  </a:lnTo>
                  <a:close/>
                </a:path>
                <a:path w="122554" h="55245">
                  <a:moveTo>
                    <a:pt x="57556" y="2146"/>
                  </a:moveTo>
                  <a:lnTo>
                    <a:pt x="24257" y="2146"/>
                  </a:lnTo>
                  <a:lnTo>
                    <a:pt x="24257" y="7899"/>
                  </a:lnTo>
                  <a:lnTo>
                    <a:pt x="57556" y="7899"/>
                  </a:lnTo>
                  <a:lnTo>
                    <a:pt x="57556" y="2146"/>
                  </a:lnTo>
                  <a:close/>
                </a:path>
                <a:path w="122554" h="55245">
                  <a:moveTo>
                    <a:pt x="89687" y="32727"/>
                  </a:moveTo>
                  <a:lnTo>
                    <a:pt x="86474" y="30581"/>
                  </a:lnTo>
                  <a:lnTo>
                    <a:pt x="84264" y="28625"/>
                  </a:lnTo>
                  <a:lnTo>
                    <a:pt x="82042" y="26035"/>
                  </a:lnTo>
                  <a:lnTo>
                    <a:pt x="85077" y="21869"/>
                  </a:lnTo>
                  <a:lnTo>
                    <a:pt x="86855" y="18707"/>
                  </a:lnTo>
                  <a:lnTo>
                    <a:pt x="89623" y="12827"/>
                  </a:lnTo>
                  <a:lnTo>
                    <a:pt x="86474" y="10045"/>
                  </a:lnTo>
                  <a:lnTo>
                    <a:pt x="80911" y="10045"/>
                  </a:lnTo>
                  <a:lnTo>
                    <a:pt x="80911" y="3848"/>
                  </a:lnTo>
                  <a:lnTo>
                    <a:pt x="82423" y="1397"/>
                  </a:lnTo>
                  <a:lnTo>
                    <a:pt x="82423" y="381"/>
                  </a:lnTo>
                  <a:lnTo>
                    <a:pt x="74079" y="0"/>
                  </a:lnTo>
                  <a:lnTo>
                    <a:pt x="74079" y="10045"/>
                  </a:lnTo>
                  <a:lnTo>
                    <a:pt x="65684" y="10045"/>
                  </a:lnTo>
                  <a:lnTo>
                    <a:pt x="65684" y="16687"/>
                  </a:lnTo>
                  <a:lnTo>
                    <a:pt x="79768" y="16687"/>
                  </a:lnTo>
                  <a:lnTo>
                    <a:pt x="73964" y="26911"/>
                  </a:lnTo>
                  <a:lnTo>
                    <a:pt x="68795" y="30581"/>
                  </a:lnTo>
                  <a:lnTo>
                    <a:pt x="63093" y="34175"/>
                  </a:lnTo>
                  <a:lnTo>
                    <a:pt x="69291" y="39052"/>
                  </a:lnTo>
                  <a:lnTo>
                    <a:pt x="70358" y="38227"/>
                  </a:lnTo>
                  <a:lnTo>
                    <a:pt x="71564" y="37338"/>
                  </a:lnTo>
                  <a:lnTo>
                    <a:pt x="73266" y="35636"/>
                  </a:lnTo>
                  <a:lnTo>
                    <a:pt x="73266" y="55029"/>
                  </a:lnTo>
                  <a:lnTo>
                    <a:pt x="80086" y="55029"/>
                  </a:lnTo>
                  <a:lnTo>
                    <a:pt x="80086" y="35636"/>
                  </a:lnTo>
                  <a:lnTo>
                    <a:pt x="80086" y="33934"/>
                  </a:lnTo>
                  <a:lnTo>
                    <a:pt x="82105" y="36398"/>
                  </a:lnTo>
                  <a:lnTo>
                    <a:pt x="84505" y="38163"/>
                  </a:lnTo>
                  <a:lnTo>
                    <a:pt x="88531" y="33934"/>
                  </a:lnTo>
                  <a:lnTo>
                    <a:pt x="89687" y="32727"/>
                  </a:lnTo>
                  <a:close/>
                </a:path>
                <a:path w="122554" h="55245">
                  <a:moveTo>
                    <a:pt x="112141" y="1397"/>
                  </a:moveTo>
                  <a:lnTo>
                    <a:pt x="102146" y="952"/>
                  </a:lnTo>
                  <a:lnTo>
                    <a:pt x="102146" y="20853"/>
                  </a:lnTo>
                  <a:lnTo>
                    <a:pt x="109347" y="20853"/>
                  </a:lnTo>
                  <a:lnTo>
                    <a:pt x="109347" y="4673"/>
                  </a:lnTo>
                  <a:lnTo>
                    <a:pt x="110350" y="3543"/>
                  </a:lnTo>
                  <a:lnTo>
                    <a:pt x="111175" y="2844"/>
                  </a:lnTo>
                  <a:lnTo>
                    <a:pt x="111175" y="1397"/>
                  </a:lnTo>
                  <a:lnTo>
                    <a:pt x="112141" y="1397"/>
                  </a:lnTo>
                  <a:close/>
                </a:path>
                <a:path w="122554" h="55245">
                  <a:moveTo>
                    <a:pt x="122237" y="46697"/>
                  </a:moveTo>
                  <a:lnTo>
                    <a:pt x="109347" y="46697"/>
                  </a:lnTo>
                  <a:lnTo>
                    <a:pt x="109347" y="27927"/>
                  </a:lnTo>
                  <a:lnTo>
                    <a:pt x="119773" y="27927"/>
                  </a:lnTo>
                  <a:lnTo>
                    <a:pt x="119773" y="20980"/>
                  </a:lnTo>
                  <a:lnTo>
                    <a:pt x="102146" y="20980"/>
                  </a:lnTo>
                  <a:lnTo>
                    <a:pt x="102146" y="46697"/>
                  </a:lnTo>
                  <a:lnTo>
                    <a:pt x="97472" y="46697"/>
                  </a:lnTo>
                  <a:lnTo>
                    <a:pt x="97536" y="20853"/>
                  </a:lnTo>
                  <a:lnTo>
                    <a:pt x="98348" y="20027"/>
                  </a:lnTo>
                  <a:lnTo>
                    <a:pt x="99301" y="18389"/>
                  </a:lnTo>
                  <a:lnTo>
                    <a:pt x="99301" y="18008"/>
                  </a:lnTo>
                  <a:lnTo>
                    <a:pt x="98094" y="17691"/>
                  </a:lnTo>
                  <a:lnTo>
                    <a:pt x="98755" y="17691"/>
                  </a:lnTo>
                  <a:lnTo>
                    <a:pt x="90258" y="17310"/>
                  </a:lnTo>
                  <a:lnTo>
                    <a:pt x="90258" y="46697"/>
                  </a:lnTo>
                  <a:lnTo>
                    <a:pt x="82994" y="46697"/>
                  </a:lnTo>
                  <a:lnTo>
                    <a:pt x="82994" y="53263"/>
                  </a:lnTo>
                  <a:lnTo>
                    <a:pt x="122237" y="53263"/>
                  </a:lnTo>
                  <a:lnTo>
                    <a:pt x="122237" y="466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55822" y="3900043"/>
              <a:ext cx="1135926" cy="157928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963913" y="3900043"/>
              <a:ext cx="352425" cy="87630"/>
            </a:xfrm>
            <a:custGeom>
              <a:avLst/>
              <a:gdLst/>
              <a:ahLst/>
              <a:cxnLst/>
              <a:rect l="l" t="t" r="r" b="b"/>
              <a:pathLst>
                <a:path w="352425" h="87629">
                  <a:moveTo>
                    <a:pt x="352120" y="0"/>
                  </a:moveTo>
                  <a:lnTo>
                    <a:pt x="0" y="0"/>
                  </a:lnTo>
                  <a:lnTo>
                    <a:pt x="0" y="87287"/>
                  </a:lnTo>
                  <a:lnTo>
                    <a:pt x="352120" y="87287"/>
                  </a:lnTo>
                  <a:lnTo>
                    <a:pt x="352120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012440" y="3915409"/>
              <a:ext cx="255904" cy="55880"/>
            </a:xfrm>
            <a:custGeom>
              <a:avLst/>
              <a:gdLst/>
              <a:ahLst/>
              <a:cxnLst/>
              <a:rect l="l" t="t" r="r" b="b"/>
              <a:pathLst>
                <a:path w="255904" h="55879">
                  <a:moveTo>
                    <a:pt x="29375" y="9804"/>
                  </a:moveTo>
                  <a:lnTo>
                    <a:pt x="21475" y="9804"/>
                  </a:lnTo>
                  <a:lnTo>
                    <a:pt x="21475" y="16510"/>
                  </a:lnTo>
                  <a:lnTo>
                    <a:pt x="20789" y="20231"/>
                  </a:lnTo>
                  <a:lnTo>
                    <a:pt x="20218" y="22250"/>
                  </a:lnTo>
                  <a:lnTo>
                    <a:pt x="20154" y="22504"/>
                  </a:lnTo>
                  <a:lnTo>
                    <a:pt x="18821" y="25984"/>
                  </a:lnTo>
                  <a:lnTo>
                    <a:pt x="16865" y="24079"/>
                  </a:lnTo>
                  <a:lnTo>
                    <a:pt x="13957" y="22250"/>
                  </a:lnTo>
                  <a:lnTo>
                    <a:pt x="11874" y="21247"/>
                  </a:lnTo>
                  <a:lnTo>
                    <a:pt x="13208" y="18338"/>
                  </a:lnTo>
                  <a:lnTo>
                    <a:pt x="13893" y="16510"/>
                  </a:lnTo>
                  <a:lnTo>
                    <a:pt x="21475" y="16510"/>
                  </a:lnTo>
                  <a:lnTo>
                    <a:pt x="21475" y="9804"/>
                  </a:lnTo>
                  <a:lnTo>
                    <a:pt x="16167" y="9804"/>
                  </a:lnTo>
                  <a:lnTo>
                    <a:pt x="16865" y="7848"/>
                  </a:lnTo>
                  <a:lnTo>
                    <a:pt x="17056" y="6972"/>
                  </a:lnTo>
                  <a:lnTo>
                    <a:pt x="17691" y="4495"/>
                  </a:lnTo>
                  <a:lnTo>
                    <a:pt x="17754" y="4318"/>
                  </a:lnTo>
                  <a:lnTo>
                    <a:pt x="18770" y="3797"/>
                  </a:lnTo>
                  <a:lnTo>
                    <a:pt x="19519" y="3048"/>
                  </a:lnTo>
                  <a:lnTo>
                    <a:pt x="18948" y="2349"/>
                  </a:lnTo>
                  <a:lnTo>
                    <a:pt x="11480" y="965"/>
                  </a:lnTo>
                  <a:lnTo>
                    <a:pt x="10782" y="965"/>
                  </a:lnTo>
                  <a:lnTo>
                    <a:pt x="9677" y="6261"/>
                  </a:lnTo>
                  <a:lnTo>
                    <a:pt x="7670" y="12877"/>
                  </a:lnTo>
                  <a:lnTo>
                    <a:pt x="4483" y="20231"/>
                  </a:lnTo>
                  <a:lnTo>
                    <a:pt x="0" y="27571"/>
                  </a:lnTo>
                  <a:lnTo>
                    <a:pt x="6375" y="30721"/>
                  </a:lnTo>
                  <a:lnTo>
                    <a:pt x="8216" y="28067"/>
                  </a:lnTo>
                  <a:lnTo>
                    <a:pt x="9093" y="26555"/>
                  </a:lnTo>
                  <a:lnTo>
                    <a:pt x="11557" y="28067"/>
                  </a:lnTo>
                  <a:lnTo>
                    <a:pt x="14020" y="30086"/>
                  </a:lnTo>
                  <a:lnTo>
                    <a:pt x="16040" y="32245"/>
                  </a:lnTo>
                  <a:lnTo>
                    <a:pt x="11049" y="40513"/>
                  </a:lnTo>
                  <a:lnTo>
                    <a:pt x="7327" y="44742"/>
                  </a:lnTo>
                  <a:lnTo>
                    <a:pt x="241" y="49288"/>
                  </a:lnTo>
                  <a:lnTo>
                    <a:pt x="6489" y="53657"/>
                  </a:lnTo>
                  <a:lnTo>
                    <a:pt x="26149" y="26111"/>
                  </a:lnTo>
                  <a:lnTo>
                    <a:pt x="26200" y="25984"/>
                  </a:lnTo>
                  <a:lnTo>
                    <a:pt x="27482" y="22771"/>
                  </a:lnTo>
                  <a:lnTo>
                    <a:pt x="28829" y="16510"/>
                  </a:lnTo>
                  <a:lnTo>
                    <a:pt x="28930" y="15621"/>
                  </a:lnTo>
                  <a:lnTo>
                    <a:pt x="29375" y="9804"/>
                  </a:lnTo>
                  <a:close/>
                </a:path>
                <a:path w="255904" h="55879">
                  <a:moveTo>
                    <a:pt x="44983" y="2108"/>
                  </a:moveTo>
                  <a:lnTo>
                    <a:pt x="44221" y="1536"/>
                  </a:lnTo>
                  <a:lnTo>
                    <a:pt x="36703" y="965"/>
                  </a:lnTo>
                  <a:lnTo>
                    <a:pt x="36703" y="19469"/>
                  </a:lnTo>
                  <a:lnTo>
                    <a:pt x="35128" y="17703"/>
                  </a:lnTo>
                  <a:lnTo>
                    <a:pt x="34239" y="16510"/>
                  </a:lnTo>
                  <a:lnTo>
                    <a:pt x="33616" y="15621"/>
                  </a:lnTo>
                  <a:lnTo>
                    <a:pt x="29057" y="20548"/>
                  </a:lnTo>
                  <a:lnTo>
                    <a:pt x="30657" y="22771"/>
                  </a:lnTo>
                  <a:lnTo>
                    <a:pt x="31635" y="24079"/>
                  </a:lnTo>
                  <a:lnTo>
                    <a:pt x="33667" y="25984"/>
                  </a:lnTo>
                  <a:lnTo>
                    <a:pt x="43522" y="25984"/>
                  </a:lnTo>
                  <a:lnTo>
                    <a:pt x="43522" y="19469"/>
                  </a:lnTo>
                  <a:lnTo>
                    <a:pt x="43522" y="3606"/>
                  </a:lnTo>
                  <a:lnTo>
                    <a:pt x="43776" y="3429"/>
                  </a:lnTo>
                  <a:lnTo>
                    <a:pt x="44538" y="2794"/>
                  </a:lnTo>
                  <a:lnTo>
                    <a:pt x="44983" y="2108"/>
                  </a:lnTo>
                  <a:close/>
                </a:path>
                <a:path w="255904" h="55879">
                  <a:moveTo>
                    <a:pt x="57429" y="34582"/>
                  </a:moveTo>
                  <a:lnTo>
                    <a:pt x="51689" y="31991"/>
                  </a:lnTo>
                  <a:lnTo>
                    <a:pt x="48209" y="29845"/>
                  </a:lnTo>
                  <a:lnTo>
                    <a:pt x="43522" y="26111"/>
                  </a:lnTo>
                  <a:lnTo>
                    <a:pt x="33794" y="26111"/>
                  </a:lnTo>
                  <a:lnTo>
                    <a:pt x="36703" y="28892"/>
                  </a:lnTo>
                  <a:lnTo>
                    <a:pt x="36703" y="53721"/>
                  </a:lnTo>
                  <a:lnTo>
                    <a:pt x="43522" y="53721"/>
                  </a:lnTo>
                  <a:lnTo>
                    <a:pt x="43522" y="34899"/>
                  </a:lnTo>
                  <a:lnTo>
                    <a:pt x="49022" y="38938"/>
                  </a:lnTo>
                  <a:lnTo>
                    <a:pt x="53136" y="40894"/>
                  </a:lnTo>
                  <a:lnTo>
                    <a:pt x="57213" y="34899"/>
                  </a:lnTo>
                  <a:lnTo>
                    <a:pt x="57429" y="34582"/>
                  </a:lnTo>
                  <a:close/>
                </a:path>
                <a:path w="255904" h="55879">
                  <a:moveTo>
                    <a:pt x="80124" y="49428"/>
                  </a:moveTo>
                  <a:lnTo>
                    <a:pt x="59778" y="49428"/>
                  </a:lnTo>
                  <a:lnTo>
                    <a:pt x="64617" y="55626"/>
                  </a:lnTo>
                  <a:lnTo>
                    <a:pt x="74269" y="52781"/>
                  </a:lnTo>
                  <a:lnTo>
                    <a:pt x="79959" y="49555"/>
                  </a:lnTo>
                  <a:lnTo>
                    <a:pt x="80124" y="49428"/>
                  </a:lnTo>
                  <a:close/>
                </a:path>
                <a:path w="255904" h="55879">
                  <a:moveTo>
                    <a:pt x="81292" y="16637"/>
                  </a:moveTo>
                  <a:lnTo>
                    <a:pt x="81038" y="16319"/>
                  </a:lnTo>
                  <a:lnTo>
                    <a:pt x="80352" y="15938"/>
                  </a:lnTo>
                  <a:lnTo>
                    <a:pt x="74536" y="12534"/>
                  </a:lnTo>
                  <a:lnTo>
                    <a:pt x="61175" y="26492"/>
                  </a:lnTo>
                  <a:lnTo>
                    <a:pt x="59169" y="27825"/>
                  </a:lnTo>
                  <a:lnTo>
                    <a:pt x="64617" y="32054"/>
                  </a:lnTo>
                  <a:lnTo>
                    <a:pt x="69735" y="28333"/>
                  </a:lnTo>
                  <a:lnTo>
                    <a:pt x="76174" y="21818"/>
                  </a:lnTo>
                  <a:lnTo>
                    <a:pt x="79832" y="17399"/>
                  </a:lnTo>
                  <a:lnTo>
                    <a:pt x="80352" y="17272"/>
                  </a:lnTo>
                  <a:lnTo>
                    <a:pt x="81292" y="16827"/>
                  </a:lnTo>
                  <a:lnTo>
                    <a:pt x="81292" y="16637"/>
                  </a:lnTo>
                  <a:close/>
                </a:path>
                <a:path w="255904" h="55879">
                  <a:moveTo>
                    <a:pt x="111887" y="49555"/>
                  </a:moveTo>
                  <a:lnTo>
                    <a:pt x="93078" y="49555"/>
                  </a:lnTo>
                  <a:lnTo>
                    <a:pt x="98031" y="52400"/>
                  </a:lnTo>
                  <a:lnTo>
                    <a:pt x="108331" y="54800"/>
                  </a:lnTo>
                  <a:lnTo>
                    <a:pt x="111887" y="49555"/>
                  </a:lnTo>
                  <a:close/>
                </a:path>
                <a:path w="255904" h="55879">
                  <a:moveTo>
                    <a:pt x="112699" y="48361"/>
                  </a:moveTo>
                  <a:lnTo>
                    <a:pt x="101765" y="46024"/>
                  </a:lnTo>
                  <a:lnTo>
                    <a:pt x="98196" y="44183"/>
                  </a:lnTo>
                  <a:lnTo>
                    <a:pt x="97078" y="43611"/>
                  </a:lnTo>
                  <a:lnTo>
                    <a:pt x="91655" y="39192"/>
                  </a:lnTo>
                  <a:lnTo>
                    <a:pt x="95745" y="34391"/>
                  </a:lnTo>
                  <a:lnTo>
                    <a:pt x="96393" y="33629"/>
                  </a:lnTo>
                  <a:lnTo>
                    <a:pt x="97764" y="30289"/>
                  </a:lnTo>
                  <a:lnTo>
                    <a:pt x="99174" y="26936"/>
                  </a:lnTo>
                  <a:lnTo>
                    <a:pt x="99555" y="26111"/>
                  </a:lnTo>
                  <a:lnTo>
                    <a:pt x="99949" y="26111"/>
                  </a:lnTo>
                  <a:lnTo>
                    <a:pt x="100507" y="25730"/>
                  </a:lnTo>
                  <a:lnTo>
                    <a:pt x="100850" y="25730"/>
                  </a:lnTo>
                  <a:lnTo>
                    <a:pt x="99618" y="24790"/>
                  </a:lnTo>
                  <a:lnTo>
                    <a:pt x="93294" y="22186"/>
                  </a:lnTo>
                  <a:lnTo>
                    <a:pt x="92290" y="25730"/>
                  </a:lnTo>
                  <a:lnTo>
                    <a:pt x="90843" y="29591"/>
                  </a:lnTo>
                  <a:lnTo>
                    <a:pt x="90716" y="29908"/>
                  </a:lnTo>
                  <a:lnTo>
                    <a:pt x="90652" y="30086"/>
                  </a:lnTo>
                  <a:lnTo>
                    <a:pt x="90576" y="30289"/>
                  </a:lnTo>
                  <a:lnTo>
                    <a:pt x="86842" y="34391"/>
                  </a:lnTo>
                  <a:lnTo>
                    <a:pt x="85280" y="32372"/>
                  </a:lnTo>
                  <a:lnTo>
                    <a:pt x="83185" y="29591"/>
                  </a:lnTo>
                  <a:lnTo>
                    <a:pt x="80098" y="22821"/>
                  </a:lnTo>
                  <a:lnTo>
                    <a:pt x="74028" y="26111"/>
                  </a:lnTo>
                  <a:lnTo>
                    <a:pt x="76428" y="31483"/>
                  </a:lnTo>
                  <a:lnTo>
                    <a:pt x="78447" y="34836"/>
                  </a:lnTo>
                  <a:lnTo>
                    <a:pt x="81876" y="39192"/>
                  </a:lnTo>
                  <a:lnTo>
                    <a:pt x="81978" y="39319"/>
                  </a:lnTo>
                  <a:lnTo>
                    <a:pt x="79959" y="41021"/>
                  </a:lnTo>
                  <a:lnTo>
                    <a:pt x="78193" y="42672"/>
                  </a:lnTo>
                  <a:lnTo>
                    <a:pt x="66954" y="47777"/>
                  </a:lnTo>
                  <a:lnTo>
                    <a:pt x="63157" y="48539"/>
                  </a:lnTo>
                  <a:lnTo>
                    <a:pt x="59677" y="49301"/>
                  </a:lnTo>
                  <a:lnTo>
                    <a:pt x="80276" y="49301"/>
                  </a:lnTo>
                  <a:lnTo>
                    <a:pt x="86601" y="44183"/>
                  </a:lnTo>
                  <a:lnTo>
                    <a:pt x="92849" y="49428"/>
                  </a:lnTo>
                  <a:lnTo>
                    <a:pt x="111975" y="49428"/>
                  </a:lnTo>
                  <a:lnTo>
                    <a:pt x="112585" y="48539"/>
                  </a:lnTo>
                  <a:lnTo>
                    <a:pt x="112699" y="48361"/>
                  </a:lnTo>
                  <a:close/>
                </a:path>
                <a:path w="255904" h="55879">
                  <a:moveTo>
                    <a:pt x="114744" y="25730"/>
                  </a:moveTo>
                  <a:lnTo>
                    <a:pt x="107950" y="22186"/>
                  </a:lnTo>
                  <a:lnTo>
                    <a:pt x="102577" y="18021"/>
                  </a:lnTo>
                  <a:lnTo>
                    <a:pt x="97650" y="12026"/>
                  </a:lnTo>
                  <a:lnTo>
                    <a:pt x="113512" y="12026"/>
                  </a:lnTo>
                  <a:lnTo>
                    <a:pt x="113512" y="5765"/>
                  </a:lnTo>
                  <a:lnTo>
                    <a:pt x="90449" y="5765"/>
                  </a:lnTo>
                  <a:lnTo>
                    <a:pt x="90449" y="2794"/>
                  </a:lnTo>
                  <a:lnTo>
                    <a:pt x="91719" y="1155"/>
                  </a:lnTo>
                  <a:lnTo>
                    <a:pt x="91719" y="457"/>
                  </a:lnTo>
                  <a:lnTo>
                    <a:pt x="93332" y="457"/>
                  </a:lnTo>
                  <a:lnTo>
                    <a:pt x="82613" y="12"/>
                  </a:lnTo>
                  <a:lnTo>
                    <a:pt x="82613" y="5765"/>
                  </a:lnTo>
                  <a:lnTo>
                    <a:pt x="59563" y="5765"/>
                  </a:lnTo>
                  <a:lnTo>
                    <a:pt x="59563" y="12026"/>
                  </a:lnTo>
                  <a:lnTo>
                    <a:pt x="97078" y="12026"/>
                  </a:lnTo>
                  <a:lnTo>
                    <a:pt x="92925" y="16319"/>
                  </a:lnTo>
                  <a:lnTo>
                    <a:pt x="108089" y="30607"/>
                  </a:lnTo>
                  <a:lnTo>
                    <a:pt x="109918" y="31737"/>
                  </a:lnTo>
                  <a:lnTo>
                    <a:pt x="114604" y="25730"/>
                  </a:lnTo>
                  <a:lnTo>
                    <a:pt x="114744" y="25730"/>
                  </a:lnTo>
                  <a:close/>
                </a:path>
                <a:path w="255904" h="55879">
                  <a:moveTo>
                    <a:pt x="134620" y="23342"/>
                  </a:moveTo>
                  <a:lnTo>
                    <a:pt x="131394" y="20167"/>
                  </a:lnTo>
                  <a:lnTo>
                    <a:pt x="123685" y="20167"/>
                  </a:lnTo>
                  <a:lnTo>
                    <a:pt x="120459" y="23342"/>
                  </a:lnTo>
                  <a:lnTo>
                    <a:pt x="120459" y="31165"/>
                  </a:lnTo>
                  <a:lnTo>
                    <a:pt x="123621" y="34328"/>
                  </a:lnTo>
                  <a:lnTo>
                    <a:pt x="127533" y="34328"/>
                  </a:lnTo>
                  <a:lnTo>
                    <a:pt x="131457" y="34328"/>
                  </a:lnTo>
                  <a:lnTo>
                    <a:pt x="134620" y="31165"/>
                  </a:lnTo>
                  <a:lnTo>
                    <a:pt x="134620" y="23342"/>
                  </a:lnTo>
                  <a:close/>
                </a:path>
                <a:path w="255904" h="55879">
                  <a:moveTo>
                    <a:pt x="195059" y="22199"/>
                  </a:moveTo>
                  <a:lnTo>
                    <a:pt x="176415" y="22199"/>
                  </a:lnTo>
                  <a:lnTo>
                    <a:pt x="176415" y="28638"/>
                  </a:lnTo>
                  <a:lnTo>
                    <a:pt x="175158" y="31483"/>
                  </a:lnTo>
                  <a:lnTo>
                    <a:pt x="173951" y="33629"/>
                  </a:lnTo>
                  <a:lnTo>
                    <a:pt x="171056" y="37363"/>
                  </a:lnTo>
                  <a:lnTo>
                    <a:pt x="167894" y="36093"/>
                  </a:lnTo>
                  <a:lnTo>
                    <a:pt x="165163" y="35217"/>
                  </a:lnTo>
                  <a:lnTo>
                    <a:pt x="160426" y="34137"/>
                  </a:lnTo>
                  <a:lnTo>
                    <a:pt x="162521" y="30784"/>
                  </a:lnTo>
                  <a:lnTo>
                    <a:pt x="163779" y="28638"/>
                  </a:lnTo>
                  <a:lnTo>
                    <a:pt x="176415" y="28638"/>
                  </a:lnTo>
                  <a:lnTo>
                    <a:pt x="176415" y="22199"/>
                  </a:lnTo>
                  <a:lnTo>
                    <a:pt x="167436" y="22199"/>
                  </a:lnTo>
                  <a:lnTo>
                    <a:pt x="168021" y="21247"/>
                  </a:lnTo>
                  <a:lnTo>
                    <a:pt x="170281" y="16497"/>
                  </a:lnTo>
                  <a:lnTo>
                    <a:pt x="170357" y="16319"/>
                  </a:lnTo>
                  <a:lnTo>
                    <a:pt x="170548" y="16192"/>
                  </a:lnTo>
                  <a:lnTo>
                    <a:pt x="171678" y="15938"/>
                  </a:lnTo>
                  <a:lnTo>
                    <a:pt x="172059" y="15494"/>
                  </a:lnTo>
                  <a:lnTo>
                    <a:pt x="170802" y="14363"/>
                  </a:lnTo>
                  <a:lnTo>
                    <a:pt x="165735" y="11963"/>
                  </a:lnTo>
                  <a:lnTo>
                    <a:pt x="187159" y="11963"/>
                  </a:lnTo>
                  <a:lnTo>
                    <a:pt x="187159" y="18338"/>
                  </a:lnTo>
                  <a:lnTo>
                    <a:pt x="194170" y="18338"/>
                  </a:lnTo>
                  <a:lnTo>
                    <a:pt x="194170" y="11963"/>
                  </a:lnTo>
                  <a:lnTo>
                    <a:pt x="194170" y="5702"/>
                  </a:lnTo>
                  <a:lnTo>
                    <a:pt x="172313" y="5702"/>
                  </a:lnTo>
                  <a:lnTo>
                    <a:pt x="172313" y="3238"/>
                  </a:lnTo>
                  <a:lnTo>
                    <a:pt x="172504" y="3048"/>
                  </a:lnTo>
                  <a:lnTo>
                    <a:pt x="173316" y="2476"/>
                  </a:lnTo>
                  <a:lnTo>
                    <a:pt x="173761" y="1727"/>
                  </a:lnTo>
                  <a:lnTo>
                    <a:pt x="173761" y="1346"/>
                  </a:lnTo>
                  <a:lnTo>
                    <a:pt x="173316" y="1028"/>
                  </a:lnTo>
                  <a:lnTo>
                    <a:pt x="164414" y="584"/>
                  </a:lnTo>
                  <a:lnTo>
                    <a:pt x="164414" y="5702"/>
                  </a:lnTo>
                  <a:lnTo>
                    <a:pt x="143065" y="5702"/>
                  </a:lnTo>
                  <a:lnTo>
                    <a:pt x="143065" y="18084"/>
                  </a:lnTo>
                  <a:lnTo>
                    <a:pt x="149936" y="18084"/>
                  </a:lnTo>
                  <a:lnTo>
                    <a:pt x="149936" y="11963"/>
                  </a:lnTo>
                  <a:lnTo>
                    <a:pt x="164096" y="11963"/>
                  </a:lnTo>
                  <a:lnTo>
                    <a:pt x="163461" y="13919"/>
                  </a:lnTo>
                  <a:lnTo>
                    <a:pt x="162623" y="15938"/>
                  </a:lnTo>
                  <a:lnTo>
                    <a:pt x="162521" y="16192"/>
                  </a:lnTo>
                  <a:lnTo>
                    <a:pt x="162394" y="16497"/>
                  </a:lnTo>
                  <a:lnTo>
                    <a:pt x="159359" y="22199"/>
                  </a:lnTo>
                  <a:lnTo>
                    <a:pt x="141668" y="22199"/>
                  </a:lnTo>
                  <a:lnTo>
                    <a:pt x="141668" y="28638"/>
                  </a:lnTo>
                  <a:lnTo>
                    <a:pt x="155562" y="28638"/>
                  </a:lnTo>
                  <a:lnTo>
                    <a:pt x="153098" y="32562"/>
                  </a:lnTo>
                  <a:lnTo>
                    <a:pt x="151269" y="34950"/>
                  </a:lnTo>
                  <a:lnTo>
                    <a:pt x="148234" y="38557"/>
                  </a:lnTo>
                  <a:lnTo>
                    <a:pt x="155448" y="41592"/>
                  </a:lnTo>
                  <a:lnTo>
                    <a:pt x="156070" y="40779"/>
                  </a:lnTo>
                  <a:lnTo>
                    <a:pt x="156197" y="40652"/>
                  </a:lnTo>
                  <a:lnTo>
                    <a:pt x="157276" y="39065"/>
                  </a:lnTo>
                  <a:lnTo>
                    <a:pt x="161417" y="40081"/>
                  </a:lnTo>
                  <a:lnTo>
                    <a:pt x="165620" y="41910"/>
                  </a:lnTo>
                  <a:lnTo>
                    <a:pt x="162852" y="43802"/>
                  </a:lnTo>
                  <a:lnTo>
                    <a:pt x="160782" y="45135"/>
                  </a:lnTo>
                  <a:lnTo>
                    <a:pt x="153289" y="47345"/>
                  </a:lnTo>
                  <a:lnTo>
                    <a:pt x="143243" y="47853"/>
                  </a:lnTo>
                  <a:lnTo>
                    <a:pt x="146723" y="54229"/>
                  </a:lnTo>
                  <a:lnTo>
                    <a:pt x="156578" y="52565"/>
                  </a:lnTo>
                  <a:lnTo>
                    <a:pt x="163652" y="50228"/>
                  </a:lnTo>
                  <a:lnTo>
                    <a:pt x="168630" y="47612"/>
                  </a:lnTo>
                  <a:lnTo>
                    <a:pt x="172186" y="45135"/>
                  </a:lnTo>
                  <a:lnTo>
                    <a:pt x="177241" y="47853"/>
                  </a:lnTo>
                  <a:lnTo>
                    <a:pt x="182232" y="50876"/>
                  </a:lnTo>
                  <a:lnTo>
                    <a:pt x="186410" y="54800"/>
                  </a:lnTo>
                  <a:lnTo>
                    <a:pt x="191960" y="48920"/>
                  </a:lnTo>
                  <a:lnTo>
                    <a:pt x="188861" y="46583"/>
                  </a:lnTo>
                  <a:lnTo>
                    <a:pt x="186829" y="45135"/>
                  </a:lnTo>
                  <a:lnTo>
                    <a:pt x="184950" y="43802"/>
                  </a:lnTo>
                  <a:lnTo>
                    <a:pt x="177368" y="40081"/>
                  </a:lnTo>
                  <a:lnTo>
                    <a:pt x="178142" y="39065"/>
                  </a:lnTo>
                  <a:lnTo>
                    <a:pt x="179438" y="37363"/>
                  </a:lnTo>
                  <a:lnTo>
                    <a:pt x="182168" y="33883"/>
                  </a:lnTo>
                  <a:lnTo>
                    <a:pt x="184569" y="28638"/>
                  </a:lnTo>
                  <a:lnTo>
                    <a:pt x="195059" y="28638"/>
                  </a:lnTo>
                  <a:lnTo>
                    <a:pt x="195059" y="22199"/>
                  </a:lnTo>
                  <a:close/>
                </a:path>
                <a:path w="255904" h="55879">
                  <a:moveTo>
                    <a:pt x="217728" y="3225"/>
                  </a:moveTo>
                  <a:lnTo>
                    <a:pt x="217360" y="2781"/>
                  </a:lnTo>
                  <a:lnTo>
                    <a:pt x="216662" y="2540"/>
                  </a:lnTo>
                  <a:lnTo>
                    <a:pt x="209905" y="0"/>
                  </a:lnTo>
                  <a:lnTo>
                    <a:pt x="207606" y="6692"/>
                  </a:lnTo>
                  <a:lnTo>
                    <a:pt x="204698" y="12827"/>
                  </a:lnTo>
                  <a:lnTo>
                    <a:pt x="201155" y="18453"/>
                  </a:lnTo>
                  <a:lnTo>
                    <a:pt x="196951" y="23634"/>
                  </a:lnTo>
                  <a:lnTo>
                    <a:pt x="203009" y="27368"/>
                  </a:lnTo>
                  <a:lnTo>
                    <a:pt x="203898" y="26416"/>
                  </a:lnTo>
                  <a:lnTo>
                    <a:pt x="204584" y="25590"/>
                  </a:lnTo>
                  <a:lnTo>
                    <a:pt x="205473" y="24142"/>
                  </a:lnTo>
                  <a:lnTo>
                    <a:pt x="205473" y="53898"/>
                  </a:lnTo>
                  <a:lnTo>
                    <a:pt x="212432" y="53898"/>
                  </a:lnTo>
                  <a:lnTo>
                    <a:pt x="212471" y="24142"/>
                  </a:lnTo>
                  <a:lnTo>
                    <a:pt x="212483" y="16052"/>
                  </a:lnTo>
                  <a:lnTo>
                    <a:pt x="213118" y="15354"/>
                  </a:lnTo>
                  <a:lnTo>
                    <a:pt x="213499" y="14605"/>
                  </a:lnTo>
                  <a:lnTo>
                    <a:pt x="213499" y="13906"/>
                  </a:lnTo>
                  <a:lnTo>
                    <a:pt x="212674" y="13398"/>
                  </a:lnTo>
                  <a:lnTo>
                    <a:pt x="212115" y="13017"/>
                  </a:lnTo>
                  <a:lnTo>
                    <a:pt x="213690" y="9613"/>
                  </a:lnTo>
                  <a:lnTo>
                    <a:pt x="214325" y="7962"/>
                  </a:lnTo>
                  <a:lnTo>
                    <a:pt x="215201" y="5943"/>
                  </a:lnTo>
                  <a:lnTo>
                    <a:pt x="215582" y="5003"/>
                  </a:lnTo>
                  <a:lnTo>
                    <a:pt x="215709" y="4800"/>
                  </a:lnTo>
                  <a:lnTo>
                    <a:pt x="216725" y="4559"/>
                  </a:lnTo>
                  <a:lnTo>
                    <a:pt x="217728" y="3670"/>
                  </a:lnTo>
                  <a:lnTo>
                    <a:pt x="217728" y="3225"/>
                  </a:lnTo>
                  <a:close/>
                </a:path>
                <a:path w="255904" h="55879">
                  <a:moveTo>
                    <a:pt x="255638" y="46189"/>
                  </a:moveTo>
                  <a:lnTo>
                    <a:pt x="248945" y="42405"/>
                  </a:lnTo>
                  <a:lnTo>
                    <a:pt x="246951" y="40386"/>
                  </a:lnTo>
                  <a:lnTo>
                    <a:pt x="246138" y="39560"/>
                  </a:lnTo>
                  <a:lnTo>
                    <a:pt x="245198" y="38608"/>
                  </a:lnTo>
                  <a:lnTo>
                    <a:pt x="241236" y="33553"/>
                  </a:lnTo>
                  <a:lnTo>
                    <a:pt x="253936" y="33553"/>
                  </a:lnTo>
                  <a:lnTo>
                    <a:pt x="253936" y="27368"/>
                  </a:lnTo>
                  <a:lnTo>
                    <a:pt x="238645" y="27368"/>
                  </a:lnTo>
                  <a:lnTo>
                    <a:pt x="238645" y="21805"/>
                  </a:lnTo>
                  <a:lnTo>
                    <a:pt x="250393" y="21805"/>
                  </a:lnTo>
                  <a:lnTo>
                    <a:pt x="250393" y="15621"/>
                  </a:lnTo>
                  <a:lnTo>
                    <a:pt x="250393" y="7962"/>
                  </a:lnTo>
                  <a:lnTo>
                    <a:pt x="250393" y="1587"/>
                  </a:lnTo>
                  <a:lnTo>
                    <a:pt x="243395" y="1587"/>
                  </a:lnTo>
                  <a:lnTo>
                    <a:pt x="243395" y="7962"/>
                  </a:lnTo>
                  <a:lnTo>
                    <a:pt x="243395" y="15621"/>
                  </a:lnTo>
                  <a:lnTo>
                    <a:pt x="227279" y="15621"/>
                  </a:lnTo>
                  <a:lnTo>
                    <a:pt x="227279" y="7962"/>
                  </a:lnTo>
                  <a:lnTo>
                    <a:pt x="243395" y="7962"/>
                  </a:lnTo>
                  <a:lnTo>
                    <a:pt x="243395" y="1587"/>
                  </a:lnTo>
                  <a:lnTo>
                    <a:pt x="220268" y="1587"/>
                  </a:lnTo>
                  <a:lnTo>
                    <a:pt x="220268" y="21805"/>
                  </a:lnTo>
                  <a:lnTo>
                    <a:pt x="231444" y="21805"/>
                  </a:lnTo>
                  <a:lnTo>
                    <a:pt x="231444" y="27368"/>
                  </a:lnTo>
                  <a:lnTo>
                    <a:pt x="215519" y="27368"/>
                  </a:lnTo>
                  <a:lnTo>
                    <a:pt x="215519" y="33553"/>
                  </a:lnTo>
                  <a:lnTo>
                    <a:pt x="227850" y="33553"/>
                  </a:lnTo>
                  <a:lnTo>
                    <a:pt x="223608" y="40386"/>
                  </a:lnTo>
                  <a:lnTo>
                    <a:pt x="219557" y="43992"/>
                  </a:lnTo>
                  <a:lnTo>
                    <a:pt x="214515" y="47637"/>
                  </a:lnTo>
                  <a:lnTo>
                    <a:pt x="219811" y="52324"/>
                  </a:lnTo>
                  <a:lnTo>
                    <a:pt x="223520" y="49288"/>
                  </a:lnTo>
                  <a:lnTo>
                    <a:pt x="227469" y="45567"/>
                  </a:lnTo>
                  <a:lnTo>
                    <a:pt x="231444" y="39560"/>
                  </a:lnTo>
                  <a:lnTo>
                    <a:pt x="231444" y="54089"/>
                  </a:lnTo>
                  <a:lnTo>
                    <a:pt x="238645" y="54089"/>
                  </a:lnTo>
                  <a:lnTo>
                    <a:pt x="238645" y="40386"/>
                  </a:lnTo>
                  <a:lnTo>
                    <a:pt x="243027" y="46189"/>
                  </a:lnTo>
                  <a:lnTo>
                    <a:pt x="243141" y="46329"/>
                  </a:lnTo>
                  <a:lnTo>
                    <a:pt x="247434" y="49288"/>
                  </a:lnTo>
                  <a:lnTo>
                    <a:pt x="250596" y="51308"/>
                  </a:lnTo>
                  <a:lnTo>
                    <a:pt x="255638" y="46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15343" y="3900043"/>
              <a:ext cx="744029" cy="1579283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568323" y="5115142"/>
              <a:ext cx="279887" cy="30445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02312" y="4055257"/>
              <a:ext cx="210009" cy="97197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000702" y="4053325"/>
              <a:ext cx="278523" cy="137160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7205" y="3882245"/>
              <a:ext cx="2826918" cy="159708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7260" y="5566113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37"/>
                  </a:moveTo>
                  <a:lnTo>
                    <a:pt x="0" y="2392337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37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1896237" y="7104100"/>
              <a:ext cx="520065" cy="522605"/>
            </a:xfrm>
            <a:custGeom>
              <a:avLst/>
              <a:gdLst/>
              <a:ahLst/>
              <a:cxnLst/>
              <a:rect l="l" t="t" r="r" b="b"/>
              <a:pathLst>
                <a:path w="520064" h="522604">
                  <a:moveTo>
                    <a:pt x="519683" y="0"/>
                  </a:moveTo>
                  <a:lnTo>
                    <a:pt x="0" y="0"/>
                  </a:lnTo>
                  <a:lnTo>
                    <a:pt x="0" y="522008"/>
                  </a:lnTo>
                  <a:lnTo>
                    <a:pt x="519683" y="522008"/>
                  </a:lnTo>
                  <a:lnTo>
                    <a:pt x="519683" y="0"/>
                  </a:lnTo>
                  <a:close/>
                </a:path>
              </a:pathLst>
            </a:custGeom>
            <a:solidFill>
              <a:srgbClr val="DADB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586266" y="5669362"/>
              <a:ext cx="756733" cy="771984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141759" y="7102696"/>
              <a:ext cx="2276475" cy="525145"/>
            </a:xfrm>
            <a:custGeom>
              <a:avLst/>
              <a:gdLst/>
              <a:ahLst/>
              <a:cxnLst/>
              <a:rect l="l" t="t" r="r" b="b"/>
              <a:pathLst>
                <a:path w="2276475" h="525145">
                  <a:moveTo>
                    <a:pt x="2269070" y="524662"/>
                  </a:moveTo>
                  <a:lnTo>
                    <a:pt x="7061" y="524662"/>
                  </a:lnTo>
                  <a:lnTo>
                    <a:pt x="3162" y="524662"/>
                  </a:lnTo>
                  <a:lnTo>
                    <a:pt x="0" y="521500"/>
                  </a:lnTo>
                  <a:lnTo>
                    <a:pt x="0" y="517613"/>
                  </a:lnTo>
                  <a:lnTo>
                    <a:pt x="0" y="7035"/>
                  </a:lnTo>
                  <a:lnTo>
                    <a:pt x="0" y="3149"/>
                  </a:lnTo>
                  <a:lnTo>
                    <a:pt x="3162" y="0"/>
                  </a:lnTo>
                  <a:lnTo>
                    <a:pt x="7061" y="0"/>
                  </a:lnTo>
                  <a:lnTo>
                    <a:pt x="2269070" y="0"/>
                  </a:lnTo>
                  <a:lnTo>
                    <a:pt x="2272969" y="0"/>
                  </a:lnTo>
                  <a:lnTo>
                    <a:pt x="2276119" y="3149"/>
                  </a:lnTo>
                  <a:lnTo>
                    <a:pt x="2276119" y="7035"/>
                  </a:lnTo>
                  <a:lnTo>
                    <a:pt x="2276119" y="517613"/>
                  </a:lnTo>
                  <a:lnTo>
                    <a:pt x="2276119" y="521500"/>
                  </a:lnTo>
                  <a:lnTo>
                    <a:pt x="2272969" y="524662"/>
                  </a:lnTo>
                  <a:lnTo>
                    <a:pt x="2269070" y="524662"/>
                  </a:lnTo>
                  <a:close/>
                </a:path>
              </a:pathLst>
            </a:custGeom>
            <a:ln w="535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875997" y="6015697"/>
              <a:ext cx="59715" cy="169511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722933" y="6023470"/>
              <a:ext cx="57995" cy="133992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462238" y="6015187"/>
              <a:ext cx="164983" cy="163296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348841" y="7657305"/>
              <a:ext cx="16510" cy="16510"/>
            </a:xfrm>
            <a:custGeom>
              <a:avLst/>
              <a:gdLst/>
              <a:ahLst/>
              <a:cxnLst/>
              <a:rect l="l" t="t" r="r" b="b"/>
              <a:pathLst>
                <a:path w="16510" h="16509">
                  <a:moveTo>
                    <a:pt x="1828" y="0"/>
                  </a:moveTo>
                  <a:lnTo>
                    <a:pt x="0" y="1397"/>
                  </a:lnTo>
                  <a:lnTo>
                    <a:pt x="0" y="2908"/>
                  </a:lnTo>
                  <a:lnTo>
                    <a:pt x="0" y="3543"/>
                  </a:lnTo>
                  <a:lnTo>
                    <a:pt x="241" y="4165"/>
                  </a:lnTo>
                  <a:lnTo>
                    <a:pt x="4102" y="6946"/>
                  </a:lnTo>
                  <a:lnTo>
                    <a:pt x="8648" y="11430"/>
                  </a:lnTo>
                  <a:lnTo>
                    <a:pt x="12065" y="16052"/>
                  </a:lnTo>
                  <a:lnTo>
                    <a:pt x="13017" y="16433"/>
                  </a:lnTo>
                  <a:lnTo>
                    <a:pt x="15227" y="16433"/>
                  </a:lnTo>
                  <a:lnTo>
                    <a:pt x="16497" y="15354"/>
                  </a:lnTo>
                  <a:lnTo>
                    <a:pt x="16497" y="13208"/>
                  </a:lnTo>
                  <a:lnTo>
                    <a:pt x="16243" y="12446"/>
                  </a:lnTo>
                  <a:lnTo>
                    <a:pt x="15608" y="11620"/>
                  </a:lnTo>
                  <a:lnTo>
                    <a:pt x="12636" y="7962"/>
                  </a:lnTo>
                  <a:lnTo>
                    <a:pt x="7581" y="3479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097205" y="6014680"/>
              <a:ext cx="269645" cy="172771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942310" y="6017341"/>
              <a:ext cx="61724" cy="144099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683012" y="6015440"/>
              <a:ext cx="166385" cy="184615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423516" y="6022854"/>
              <a:ext cx="164410" cy="127737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848763" y="6014806"/>
              <a:ext cx="481092" cy="182232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693035" y="6014431"/>
              <a:ext cx="61410" cy="1475487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541852" y="7471549"/>
              <a:ext cx="55880" cy="208279"/>
            </a:xfrm>
            <a:custGeom>
              <a:avLst/>
              <a:gdLst/>
              <a:ahLst/>
              <a:cxnLst/>
              <a:rect l="l" t="t" r="r" b="b"/>
              <a:pathLst>
                <a:path w="55879" h="208279">
                  <a:moveTo>
                    <a:pt x="29502" y="749"/>
                  </a:moveTo>
                  <a:lnTo>
                    <a:pt x="28244" y="0"/>
                  </a:lnTo>
                  <a:lnTo>
                    <a:pt x="25654" y="0"/>
                  </a:lnTo>
                  <a:lnTo>
                    <a:pt x="24320" y="749"/>
                  </a:lnTo>
                  <a:lnTo>
                    <a:pt x="24320" y="49720"/>
                  </a:lnTo>
                  <a:lnTo>
                    <a:pt x="25654" y="50469"/>
                  </a:lnTo>
                  <a:lnTo>
                    <a:pt x="28244" y="50469"/>
                  </a:lnTo>
                  <a:lnTo>
                    <a:pt x="29502" y="49720"/>
                  </a:lnTo>
                  <a:lnTo>
                    <a:pt x="29502" y="48196"/>
                  </a:lnTo>
                  <a:lnTo>
                    <a:pt x="29502" y="749"/>
                  </a:lnTo>
                  <a:close/>
                </a:path>
                <a:path w="55879" h="208279">
                  <a:moveTo>
                    <a:pt x="40436" y="84023"/>
                  </a:moveTo>
                  <a:lnTo>
                    <a:pt x="40373" y="83896"/>
                  </a:lnTo>
                  <a:lnTo>
                    <a:pt x="28054" y="83896"/>
                  </a:lnTo>
                  <a:lnTo>
                    <a:pt x="28016" y="84023"/>
                  </a:lnTo>
                  <a:lnTo>
                    <a:pt x="40436" y="84023"/>
                  </a:lnTo>
                  <a:close/>
                </a:path>
                <a:path w="55879" h="208279">
                  <a:moveTo>
                    <a:pt x="43840" y="108724"/>
                  </a:moveTo>
                  <a:lnTo>
                    <a:pt x="42951" y="107594"/>
                  </a:lnTo>
                  <a:lnTo>
                    <a:pt x="41122" y="107403"/>
                  </a:lnTo>
                  <a:lnTo>
                    <a:pt x="32283" y="106578"/>
                  </a:lnTo>
                  <a:lnTo>
                    <a:pt x="26593" y="101396"/>
                  </a:lnTo>
                  <a:lnTo>
                    <a:pt x="26657" y="88442"/>
                  </a:lnTo>
                  <a:lnTo>
                    <a:pt x="27978" y="84150"/>
                  </a:lnTo>
                  <a:lnTo>
                    <a:pt x="28016" y="84023"/>
                  </a:lnTo>
                  <a:lnTo>
                    <a:pt x="23139" y="84023"/>
                  </a:lnTo>
                  <a:lnTo>
                    <a:pt x="21666" y="87807"/>
                  </a:lnTo>
                  <a:lnTo>
                    <a:pt x="21666" y="94576"/>
                  </a:lnTo>
                  <a:lnTo>
                    <a:pt x="23101" y="101396"/>
                  </a:lnTo>
                  <a:lnTo>
                    <a:pt x="26987" y="106895"/>
                  </a:lnTo>
                  <a:lnTo>
                    <a:pt x="33020" y="110756"/>
                  </a:lnTo>
                  <a:lnTo>
                    <a:pt x="40741" y="112522"/>
                  </a:lnTo>
                  <a:lnTo>
                    <a:pt x="42710" y="112649"/>
                  </a:lnTo>
                  <a:lnTo>
                    <a:pt x="43840" y="111315"/>
                  </a:lnTo>
                  <a:lnTo>
                    <a:pt x="43840" y="108724"/>
                  </a:lnTo>
                  <a:close/>
                </a:path>
                <a:path w="55879" h="208279">
                  <a:moveTo>
                    <a:pt x="45313" y="83896"/>
                  </a:moveTo>
                  <a:lnTo>
                    <a:pt x="43522" y="82575"/>
                  </a:lnTo>
                  <a:lnTo>
                    <a:pt x="42252" y="82118"/>
                  </a:lnTo>
                  <a:lnTo>
                    <a:pt x="41249" y="82118"/>
                  </a:lnTo>
                  <a:lnTo>
                    <a:pt x="40373" y="82943"/>
                  </a:lnTo>
                  <a:lnTo>
                    <a:pt x="40373" y="83896"/>
                  </a:lnTo>
                  <a:lnTo>
                    <a:pt x="45313" y="83896"/>
                  </a:lnTo>
                  <a:close/>
                </a:path>
                <a:path w="55879" h="208279">
                  <a:moveTo>
                    <a:pt x="48895" y="68541"/>
                  </a:moveTo>
                  <a:lnTo>
                    <a:pt x="47815" y="67271"/>
                  </a:lnTo>
                  <a:lnTo>
                    <a:pt x="24815" y="69621"/>
                  </a:lnTo>
                  <a:lnTo>
                    <a:pt x="2082" y="72339"/>
                  </a:lnTo>
                  <a:lnTo>
                    <a:pt x="1244" y="73469"/>
                  </a:lnTo>
                  <a:lnTo>
                    <a:pt x="1244" y="75996"/>
                  </a:lnTo>
                  <a:lnTo>
                    <a:pt x="2387" y="77330"/>
                  </a:lnTo>
                  <a:lnTo>
                    <a:pt x="33909" y="72986"/>
                  </a:lnTo>
                  <a:lnTo>
                    <a:pt x="34544" y="72986"/>
                  </a:lnTo>
                  <a:lnTo>
                    <a:pt x="24828" y="79667"/>
                  </a:lnTo>
                  <a:lnTo>
                    <a:pt x="23190" y="83896"/>
                  </a:lnTo>
                  <a:lnTo>
                    <a:pt x="28054" y="83896"/>
                  </a:lnTo>
                  <a:lnTo>
                    <a:pt x="29044" y="80670"/>
                  </a:lnTo>
                  <a:lnTo>
                    <a:pt x="41706" y="73469"/>
                  </a:lnTo>
                  <a:lnTo>
                    <a:pt x="43167" y="72986"/>
                  </a:lnTo>
                  <a:lnTo>
                    <a:pt x="44475" y="72580"/>
                  </a:lnTo>
                  <a:lnTo>
                    <a:pt x="46113" y="72339"/>
                  </a:lnTo>
                  <a:lnTo>
                    <a:pt x="46266" y="72339"/>
                  </a:lnTo>
                  <a:lnTo>
                    <a:pt x="48133" y="71945"/>
                  </a:lnTo>
                  <a:lnTo>
                    <a:pt x="48895" y="70878"/>
                  </a:lnTo>
                  <a:lnTo>
                    <a:pt x="48895" y="68541"/>
                  </a:lnTo>
                  <a:close/>
                </a:path>
                <a:path w="55879" h="208279">
                  <a:moveTo>
                    <a:pt x="49974" y="89966"/>
                  </a:moveTo>
                  <a:lnTo>
                    <a:pt x="49593" y="88950"/>
                  </a:lnTo>
                  <a:lnTo>
                    <a:pt x="49479" y="88633"/>
                  </a:lnTo>
                  <a:lnTo>
                    <a:pt x="49403" y="88442"/>
                  </a:lnTo>
                  <a:lnTo>
                    <a:pt x="47815" y="86423"/>
                  </a:lnTo>
                  <a:lnTo>
                    <a:pt x="45605" y="84150"/>
                  </a:lnTo>
                  <a:lnTo>
                    <a:pt x="45478" y="84023"/>
                  </a:lnTo>
                  <a:lnTo>
                    <a:pt x="40436" y="84023"/>
                  </a:lnTo>
                  <a:lnTo>
                    <a:pt x="41059" y="85344"/>
                  </a:lnTo>
                  <a:lnTo>
                    <a:pt x="42760" y="86804"/>
                  </a:lnTo>
                  <a:lnTo>
                    <a:pt x="44843" y="88950"/>
                  </a:lnTo>
                  <a:lnTo>
                    <a:pt x="46558" y="91097"/>
                  </a:lnTo>
                  <a:lnTo>
                    <a:pt x="48069" y="91922"/>
                  </a:lnTo>
                  <a:lnTo>
                    <a:pt x="49085" y="91922"/>
                  </a:lnTo>
                  <a:lnTo>
                    <a:pt x="49911" y="91097"/>
                  </a:lnTo>
                  <a:lnTo>
                    <a:pt x="49974" y="89966"/>
                  </a:lnTo>
                  <a:close/>
                </a:path>
                <a:path w="55879" h="208279">
                  <a:moveTo>
                    <a:pt x="50482" y="84023"/>
                  </a:moveTo>
                  <a:lnTo>
                    <a:pt x="50355" y="83896"/>
                  </a:lnTo>
                  <a:lnTo>
                    <a:pt x="45313" y="83896"/>
                  </a:lnTo>
                  <a:lnTo>
                    <a:pt x="45478" y="84023"/>
                  </a:lnTo>
                  <a:lnTo>
                    <a:pt x="50482" y="84023"/>
                  </a:lnTo>
                  <a:close/>
                </a:path>
                <a:path w="55879" h="208279">
                  <a:moveTo>
                    <a:pt x="54203" y="191947"/>
                  </a:moveTo>
                  <a:lnTo>
                    <a:pt x="53162" y="190944"/>
                  </a:lnTo>
                  <a:lnTo>
                    <a:pt x="50660" y="188506"/>
                  </a:lnTo>
                  <a:lnTo>
                    <a:pt x="50660" y="193776"/>
                  </a:lnTo>
                  <a:lnTo>
                    <a:pt x="50660" y="201358"/>
                  </a:lnTo>
                  <a:lnTo>
                    <a:pt x="47764" y="204266"/>
                  </a:lnTo>
                  <a:lnTo>
                    <a:pt x="40182" y="204266"/>
                  </a:lnTo>
                  <a:lnTo>
                    <a:pt x="37338" y="201358"/>
                  </a:lnTo>
                  <a:lnTo>
                    <a:pt x="37338" y="193776"/>
                  </a:lnTo>
                  <a:lnTo>
                    <a:pt x="40246" y="190944"/>
                  </a:lnTo>
                  <a:lnTo>
                    <a:pt x="47828" y="190944"/>
                  </a:lnTo>
                  <a:lnTo>
                    <a:pt x="50660" y="193776"/>
                  </a:lnTo>
                  <a:lnTo>
                    <a:pt x="50660" y="188506"/>
                  </a:lnTo>
                  <a:lnTo>
                    <a:pt x="49657" y="187528"/>
                  </a:lnTo>
                  <a:lnTo>
                    <a:pt x="38417" y="187528"/>
                  </a:lnTo>
                  <a:lnTo>
                    <a:pt x="33794" y="191947"/>
                  </a:lnTo>
                  <a:lnTo>
                    <a:pt x="33794" y="203200"/>
                  </a:lnTo>
                  <a:lnTo>
                    <a:pt x="38417" y="207683"/>
                  </a:lnTo>
                  <a:lnTo>
                    <a:pt x="49657" y="207683"/>
                  </a:lnTo>
                  <a:lnTo>
                    <a:pt x="53124" y="204266"/>
                  </a:lnTo>
                  <a:lnTo>
                    <a:pt x="54203" y="203200"/>
                  </a:lnTo>
                  <a:lnTo>
                    <a:pt x="54203" y="191947"/>
                  </a:lnTo>
                  <a:close/>
                </a:path>
                <a:path w="55879" h="208279">
                  <a:moveTo>
                    <a:pt x="54394" y="134899"/>
                  </a:moveTo>
                  <a:lnTo>
                    <a:pt x="54178" y="134581"/>
                  </a:lnTo>
                  <a:lnTo>
                    <a:pt x="53949" y="134277"/>
                  </a:lnTo>
                  <a:lnTo>
                    <a:pt x="53657" y="133896"/>
                  </a:lnTo>
                  <a:lnTo>
                    <a:pt x="53568" y="133769"/>
                  </a:lnTo>
                  <a:lnTo>
                    <a:pt x="46304" y="133769"/>
                  </a:lnTo>
                  <a:lnTo>
                    <a:pt x="39484" y="133896"/>
                  </a:lnTo>
                  <a:lnTo>
                    <a:pt x="32410" y="134150"/>
                  </a:lnTo>
                  <a:lnTo>
                    <a:pt x="32410" y="124040"/>
                  </a:lnTo>
                  <a:lnTo>
                    <a:pt x="31280" y="123228"/>
                  </a:lnTo>
                  <a:lnTo>
                    <a:pt x="29629" y="123228"/>
                  </a:lnTo>
                  <a:lnTo>
                    <a:pt x="29629" y="152095"/>
                  </a:lnTo>
                  <a:lnTo>
                    <a:pt x="29629" y="159105"/>
                  </a:lnTo>
                  <a:lnTo>
                    <a:pt x="27736" y="161188"/>
                  </a:lnTo>
                  <a:lnTo>
                    <a:pt x="22174" y="161188"/>
                  </a:lnTo>
                  <a:lnTo>
                    <a:pt x="19456" y="158915"/>
                  </a:lnTo>
                  <a:lnTo>
                    <a:pt x="19456" y="151714"/>
                  </a:lnTo>
                  <a:lnTo>
                    <a:pt x="21361" y="149440"/>
                  </a:lnTo>
                  <a:lnTo>
                    <a:pt x="27355" y="149440"/>
                  </a:lnTo>
                  <a:lnTo>
                    <a:pt x="29629" y="152095"/>
                  </a:lnTo>
                  <a:lnTo>
                    <a:pt x="29629" y="123228"/>
                  </a:lnTo>
                  <a:lnTo>
                    <a:pt x="28943" y="123228"/>
                  </a:lnTo>
                  <a:lnTo>
                    <a:pt x="27736" y="124040"/>
                  </a:lnTo>
                  <a:lnTo>
                    <a:pt x="27787" y="134277"/>
                  </a:lnTo>
                  <a:lnTo>
                    <a:pt x="14312" y="134899"/>
                  </a:lnTo>
                  <a:lnTo>
                    <a:pt x="2400" y="135597"/>
                  </a:lnTo>
                  <a:lnTo>
                    <a:pt x="749" y="135724"/>
                  </a:lnTo>
                  <a:lnTo>
                    <a:pt x="0" y="136867"/>
                  </a:lnTo>
                  <a:lnTo>
                    <a:pt x="0" y="139204"/>
                  </a:lnTo>
                  <a:lnTo>
                    <a:pt x="939" y="140398"/>
                  </a:lnTo>
                  <a:lnTo>
                    <a:pt x="9791" y="139712"/>
                  </a:lnTo>
                  <a:lnTo>
                    <a:pt x="18821" y="139204"/>
                  </a:lnTo>
                  <a:lnTo>
                    <a:pt x="27851" y="138887"/>
                  </a:lnTo>
                  <a:lnTo>
                    <a:pt x="27901" y="142608"/>
                  </a:lnTo>
                  <a:lnTo>
                    <a:pt x="27990" y="145211"/>
                  </a:lnTo>
                  <a:lnTo>
                    <a:pt x="28054" y="146151"/>
                  </a:lnTo>
                  <a:lnTo>
                    <a:pt x="26657" y="145529"/>
                  </a:lnTo>
                  <a:lnTo>
                    <a:pt x="25082" y="145211"/>
                  </a:lnTo>
                  <a:lnTo>
                    <a:pt x="18757" y="145211"/>
                  </a:lnTo>
                  <a:lnTo>
                    <a:pt x="14973" y="149250"/>
                  </a:lnTo>
                  <a:lnTo>
                    <a:pt x="14973" y="161188"/>
                  </a:lnTo>
                  <a:lnTo>
                    <a:pt x="19024" y="165366"/>
                  </a:lnTo>
                  <a:lnTo>
                    <a:pt x="26403" y="165366"/>
                  </a:lnTo>
                  <a:lnTo>
                    <a:pt x="28244" y="164731"/>
                  </a:lnTo>
                  <a:lnTo>
                    <a:pt x="29641" y="163029"/>
                  </a:lnTo>
                  <a:lnTo>
                    <a:pt x="29883" y="163029"/>
                  </a:lnTo>
                  <a:lnTo>
                    <a:pt x="28740" y="168338"/>
                  </a:lnTo>
                  <a:lnTo>
                    <a:pt x="25019" y="172377"/>
                  </a:lnTo>
                  <a:lnTo>
                    <a:pt x="19202" y="174904"/>
                  </a:lnTo>
                  <a:lnTo>
                    <a:pt x="18694" y="175856"/>
                  </a:lnTo>
                  <a:lnTo>
                    <a:pt x="18694" y="178003"/>
                  </a:lnTo>
                  <a:lnTo>
                    <a:pt x="19646" y="179133"/>
                  </a:lnTo>
                  <a:lnTo>
                    <a:pt x="21094" y="179133"/>
                  </a:lnTo>
                  <a:lnTo>
                    <a:pt x="22491" y="178828"/>
                  </a:lnTo>
                  <a:lnTo>
                    <a:pt x="30200" y="175285"/>
                  </a:lnTo>
                  <a:lnTo>
                    <a:pt x="34874" y="167640"/>
                  </a:lnTo>
                  <a:lnTo>
                    <a:pt x="34874" y="163029"/>
                  </a:lnTo>
                  <a:lnTo>
                    <a:pt x="34874" y="161188"/>
                  </a:lnTo>
                  <a:lnTo>
                    <a:pt x="34772" y="154749"/>
                  </a:lnTo>
                  <a:lnTo>
                    <a:pt x="34175" y="152527"/>
                  </a:lnTo>
                  <a:lnTo>
                    <a:pt x="32918" y="150456"/>
                  </a:lnTo>
                  <a:lnTo>
                    <a:pt x="32829" y="149440"/>
                  </a:lnTo>
                  <a:lnTo>
                    <a:pt x="32600" y="146532"/>
                  </a:lnTo>
                  <a:lnTo>
                    <a:pt x="32600" y="146151"/>
                  </a:lnTo>
                  <a:lnTo>
                    <a:pt x="32473" y="138887"/>
                  </a:lnTo>
                  <a:lnTo>
                    <a:pt x="32473" y="138696"/>
                  </a:lnTo>
                  <a:lnTo>
                    <a:pt x="46304" y="138252"/>
                  </a:lnTo>
                  <a:lnTo>
                    <a:pt x="53505" y="138252"/>
                  </a:lnTo>
                  <a:lnTo>
                    <a:pt x="54394" y="137121"/>
                  </a:lnTo>
                  <a:lnTo>
                    <a:pt x="54394" y="134899"/>
                  </a:lnTo>
                  <a:close/>
                </a:path>
                <a:path w="55879" h="208279">
                  <a:moveTo>
                    <a:pt x="55003" y="83896"/>
                  </a:moveTo>
                  <a:lnTo>
                    <a:pt x="47701" y="77139"/>
                  </a:lnTo>
                  <a:lnTo>
                    <a:pt x="46685" y="77139"/>
                  </a:lnTo>
                  <a:lnTo>
                    <a:pt x="45796" y="78016"/>
                  </a:lnTo>
                  <a:lnTo>
                    <a:pt x="45796" y="79032"/>
                  </a:lnTo>
                  <a:lnTo>
                    <a:pt x="46494" y="80352"/>
                  </a:lnTo>
                  <a:lnTo>
                    <a:pt x="48209" y="81749"/>
                  </a:lnTo>
                  <a:lnTo>
                    <a:pt x="50355" y="83896"/>
                  </a:lnTo>
                  <a:lnTo>
                    <a:pt x="55003" y="83896"/>
                  </a:lnTo>
                  <a:close/>
                </a:path>
                <a:path w="55879" h="208279">
                  <a:moveTo>
                    <a:pt x="55333" y="84785"/>
                  </a:moveTo>
                  <a:lnTo>
                    <a:pt x="55092" y="84150"/>
                  </a:lnTo>
                  <a:lnTo>
                    <a:pt x="55054" y="84023"/>
                  </a:lnTo>
                  <a:lnTo>
                    <a:pt x="50482" y="84023"/>
                  </a:lnTo>
                  <a:lnTo>
                    <a:pt x="50609" y="84150"/>
                  </a:lnTo>
                  <a:lnTo>
                    <a:pt x="52006" y="85852"/>
                  </a:lnTo>
                  <a:lnTo>
                    <a:pt x="52108" y="85979"/>
                  </a:lnTo>
                  <a:lnTo>
                    <a:pt x="53619" y="86804"/>
                  </a:lnTo>
                  <a:lnTo>
                    <a:pt x="54381" y="86804"/>
                  </a:lnTo>
                  <a:lnTo>
                    <a:pt x="55333" y="85852"/>
                  </a:lnTo>
                  <a:lnTo>
                    <a:pt x="55333" y="8478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013006" y="6014052"/>
              <a:ext cx="586024" cy="184753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752808" y="6016136"/>
              <a:ext cx="166763" cy="103162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598037" y="6014936"/>
              <a:ext cx="61796" cy="1601124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87025" y="7186519"/>
              <a:ext cx="1680285" cy="387732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945132" y="6490931"/>
              <a:ext cx="5276215" cy="1388745"/>
            </a:xfrm>
            <a:custGeom>
              <a:avLst/>
              <a:gdLst/>
              <a:ahLst/>
              <a:cxnLst/>
              <a:rect l="l" t="t" r="r" b="b"/>
              <a:pathLst>
                <a:path w="5276215" h="1388745">
                  <a:moveTo>
                    <a:pt x="59385" y="1084173"/>
                  </a:moveTo>
                  <a:lnTo>
                    <a:pt x="29692" y="1032738"/>
                  </a:lnTo>
                  <a:lnTo>
                    <a:pt x="0" y="1084173"/>
                  </a:lnTo>
                  <a:lnTo>
                    <a:pt x="59385" y="1084173"/>
                  </a:lnTo>
                  <a:close/>
                </a:path>
                <a:path w="5276215" h="1388745">
                  <a:moveTo>
                    <a:pt x="104051" y="1037412"/>
                  </a:moveTo>
                  <a:lnTo>
                    <a:pt x="102412" y="1036154"/>
                  </a:lnTo>
                  <a:lnTo>
                    <a:pt x="97853" y="1036154"/>
                  </a:lnTo>
                  <a:lnTo>
                    <a:pt x="96088" y="1037412"/>
                  </a:lnTo>
                  <a:lnTo>
                    <a:pt x="96088" y="1056233"/>
                  </a:lnTo>
                  <a:lnTo>
                    <a:pt x="74853" y="1056233"/>
                  </a:lnTo>
                  <a:lnTo>
                    <a:pt x="74853" y="1037412"/>
                  </a:lnTo>
                  <a:lnTo>
                    <a:pt x="73215" y="1036154"/>
                  </a:lnTo>
                  <a:lnTo>
                    <a:pt x="68668" y="1036154"/>
                  </a:lnTo>
                  <a:lnTo>
                    <a:pt x="66890" y="1037412"/>
                  </a:lnTo>
                  <a:lnTo>
                    <a:pt x="66890" y="1083665"/>
                  </a:lnTo>
                  <a:lnTo>
                    <a:pt x="68668" y="1084922"/>
                  </a:lnTo>
                  <a:lnTo>
                    <a:pt x="73215" y="1084922"/>
                  </a:lnTo>
                  <a:lnTo>
                    <a:pt x="74853" y="1083665"/>
                  </a:lnTo>
                  <a:lnTo>
                    <a:pt x="74853" y="1062685"/>
                  </a:lnTo>
                  <a:lnTo>
                    <a:pt x="96088" y="1062685"/>
                  </a:lnTo>
                  <a:lnTo>
                    <a:pt x="96088" y="1083665"/>
                  </a:lnTo>
                  <a:lnTo>
                    <a:pt x="97853" y="1084922"/>
                  </a:lnTo>
                  <a:lnTo>
                    <a:pt x="102412" y="1084922"/>
                  </a:lnTo>
                  <a:lnTo>
                    <a:pt x="104051" y="1083665"/>
                  </a:lnTo>
                  <a:lnTo>
                    <a:pt x="104051" y="1037412"/>
                  </a:lnTo>
                  <a:close/>
                </a:path>
                <a:path w="5276215" h="1388745">
                  <a:moveTo>
                    <a:pt x="148513" y="1041196"/>
                  </a:moveTo>
                  <a:lnTo>
                    <a:pt x="143967" y="1036205"/>
                  </a:lnTo>
                  <a:lnTo>
                    <a:pt x="140601" y="1036205"/>
                  </a:lnTo>
                  <a:lnTo>
                    <a:pt x="140601" y="1045057"/>
                  </a:lnTo>
                  <a:lnTo>
                    <a:pt x="140601" y="1054785"/>
                  </a:lnTo>
                  <a:lnTo>
                    <a:pt x="137325" y="1057757"/>
                  </a:lnTo>
                  <a:lnTo>
                    <a:pt x="122986" y="1057757"/>
                  </a:lnTo>
                  <a:lnTo>
                    <a:pt x="122986" y="1043216"/>
                  </a:lnTo>
                  <a:lnTo>
                    <a:pt x="123621" y="1042403"/>
                  </a:lnTo>
                  <a:lnTo>
                    <a:pt x="137960" y="1042403"/>
                  </a:lnTo>
                  <a:lnTo>
                    <a:pt x="140601" y="1045057"/>
                  </a:lnTo>
                  <a:lnTo>
                    <a:pt x="140601" y="1036205"/>
                  </a:lnTo>
                  <a:lnTo>
                    <a:pt x="117487" y="1036205"/>
                  </a:lnTo>
                  <a:lnTo>
                    <a:pt x="115277" y="1038669"/>
                  </a:lnTo>
                  <a:lnTo>
                    <a:pt x="115277" y="1083665"/>
                  </a:lnTo>
                  <a:lnTo>
                    <a:pt x="116916" y="1084922"/>
                  </a:lnTo>
                  <a:lnTo>
                    <a:pt x="121462" y="1084922"/>
                  </a:lnTo>
                  <a:lnTo>
                    <a:pt x="122986" y="1083665"/>
                  </a:lnTo>
                  <a:lnTo>
                    <a:pt x="122986" y="1063879"/>
                  </a:lnTo>
                  <a:lnTo>
                    <a:pt x="142633" y="1063879"/>
                  </a:lnTo>
                  <a:lnTo>
                    <a:pt x="148513" y="1058075"/>
                  </a:lnTo>
                  <a:lnTo>
                    <a:pt x="148513" y="1057757"/>
                  </a:lnTo>
                  <a:lnTo>
                    <a:pt x="148513" y="1042403"/>
                  </a:lnTo>
                  <a:lnTo>
                    <a:pt x="148513" y="1041196"/>
                  </a:lnTo>
                  <a:close/>
                </a:path>
                <a:path w="5276215" h="1388745">
                  <a:moveTo>
                    <a:pt x="186016" y="1036269"/>
                  </a:moveTo>
                  <a:lnTo>
                    <a:pt x="183934" y="1034948"/>
                  </a:lnTo>
                  <a:lnTo>
                    <a:pt x="180340" y="1034948"/>
                  </a:lnTo>
                  <a:lnTo>
                    <a:pt x="174955" y="1064831"/>
                  </a:lnTo>
                  <a:lnTo>
                    <a:pt x="174955" y="1072349"/>
                  </a:lnTo>
                  <a:lnTo>
                    <a:pt x="175475" y="1078534"/>
                  </a:lnTo>
                  <a:lnTo>
                    <a:pt x="175526" y="1079233"/>
                  </a:lnTo>
                  <a:lnTo>
                    <a:pt x="176657" y="1085938"/>
                  </a:lnTo>
                  <a:lnTo>
                    <a:pt x="176733" y="1086434"/>
                  </a:lnTo>
                  <a:lnTo>
                    <a:pt x="178308" y="1087323"/>
                  </a:lnTo>
                  <a:lnTo>
                    <a:pt x="181914" y="1087323"/>
                  </a:lnTo>
                  <a:lnTo>
                    <a:pt x="183934" y="1085938"/>
                  </a:lnTo>
                  <a:lnTo>
                    <a:pt x="183553" y="1083589"/>
                  </a:lnTo>
                  <a:lnTo>
                    <a:pt x="182918" y="1079233"/>
                  </a:lnTo>
                  <a:lnTo>
                    <a:pt x="182803" y="1078534"/>
                  </a:lnTo>
                  <a:lnTo>
                    <a:pt x="182206" y="1072349"/>
                  </a:lnTo>
                  <a:lnTo>
                    <a:pt x="182156" y="1064831"/>
                  </a:lnTo>
                  <a:lnTo>
                    <a:pt x="182397" y="1058583"/>
                  </a:lnTo>
                  <a:lnTo>
                    <a:pt x="183083" y="1052042"/>
                  </a:lnTo>
                  <a:lnTo>
                    <a:pt x="184137" y="1045387"/>
                  </a:lnTo>
                  <a:lnTo>
                    <a:pt x="186016" y="1036269"/>
                  </a:lnTo>
                  <a:close/>
                </a:path>
                <a:path w="5276215" h="1388745">
                  <a:moveTo>
                    <a:pt x="226199" y="1077214"/>
                  </a:moveTo>
                  <a:lnTo>
                    <a:pt x="213944" y="1069314"/>
                  </a:lnTo>
                  <a:lnTo>
                    <a:pt x="213766" y="1067549"/>
                  </a:lnTo>
                  <a:lnTo>
                    <a:pt x="213372" y="1063942"/>
                  </a:lnTo>
                  <a:lnTo>
                    <a:pt x="213360" y="1062939"/>
                  </a:lnTo>
                  <a:lnTo>
                    <a:pt x="213245" y="1058316"/>
                  </a:lnTo>
                  <a:lnTo>
                    <a:pt x="213194" y="1053071"/>
                  </a:lnTo>
                  <a:lnTo>
                    <a:pt x="215900" y="1052753"/>
                  </a:lnTo>
                  <a:lnTo>
                    <a:pt x="218617" y="1052372"/>
                  </a:lnTo>
                  <a:lnTo>
                    <a:pt x="222986" y="1051496"/>
                  </a:lnTo>
                  <a:lnTo>
                    <a:pt x="223862" y="1049972"/>
                  </a:lnTo>
                  <a:lnTo>
                    <a:pt x="223862" y="1046759"/>
                  </a:lnTo>
                  <a:lnTo>
                    <a:pt x="223723" y="1046568"/>
                  </a:lnTo>
                  <a:lnTo>
                    <a:pt x="222542" y="1045044"/>
                  </a:lnTo>
                  <a:lnTo>
                    <a:pt x="220078" y="1045552"/>
                  </a:lnTo>
                  <a:lnTo>
                    <a:pt x="217919" y="1045933"/>
                  </a:lnTo>
                  <a:lnTo>
                    <a:pt x="215595" y="1046314"/>
                  </a:lnTo>
                  <a:lnTo>
                    <a:pt x="213131" y="1046568"/>
                  </a:lnTo>
                  <a:lnTo>
                    <a:pt x="213131" y="1035824"/>
                  </a:lnTo>
                  <a:lnTo>
                    <a:pt x="211480" y="1034884"/>
                  </a:lnTo>
                  <a:lnTo>
                    <a:pt x="208203" y="1034884"/>
                  </a:lnTo>
                  <a:lnTo>
                    <a:pt x="207505" y="1035291"/>
                  </a:lnTo>
                  <a:lnTo>
                    <a:pt x="207505" y="1073861"/>
                  </a:lnTo>
                  <a:lnTo>
                    <a:pt x="207429" y="1077836"/>
                  </a:lnTo>
                  <a:lnTo>
                    <a:pt x="205282" y="1079360"/>
                  </a:lnTo>
                  <a:lnTo>
                    <a:pt x="198907" y="1079360"/>
                  </a:lnTo>
                  <a:lnTo>
                    <a:pt x="197192" y="1078344"/>
                  </a:lnTo>
                  <a:lnTo>
                    <a:pt x="197192" y="1074559"/>
                  </a:lnTo>
                  <a:lnTo>
                    <a:pt x="198589" y="1073162"/>
                  </a:lnTo>
                  <a:lnTo>
                    <a:pt x="204343" y="1073162"/>
                  </a:lnTo>
                  <a:lnTo>
                    <a:pt x="205867" y="1073416"/>
                  </a:lnTo>
                  <a:lnTo>
                    <a:pt x="207505" y="1073861"/>
                  </a:lnTo>
                  <a:lnTo>
                    <a:pt x="207505" y="1035291"/>
                  </a:lnTo>
                  <a:lnTo>
                    <a:pt x="206552" y="1035824"/>
                  </a:lnTo>
                  <a:lnTo>
                    <a:pt x="206552" y="1047381"/>
                  </a:lnTo>
                  <a:lnTo>
                    <a:pt x="193357" y="1047381"/>
                  </a:lnTo>
                  <a:lnTo>
                    <a:pt x="192405" y="1048842"/>
                  </a:lnTo>
                  <a:lnTo>
                    <a:pt x="192405" y="1052068"/>
                  </a:lnTo>
                  <a:lnTo>
                    <a:pt x="193382" y="1053706"/>
                  </a:lnTo>
                  <a:lnTo>
                    <a:pt x="194005" y="1053706"/>
                  </a:lnTo>
                  <a:lnTo>
                    <a:pt x="194246" y="1053706"/>
                  </a:lnTo>
                  <a:lnTo>
                    <a:pt x="195275" y="1053833"/>
                  </a:lnTo>
                  <a:lnTo>
                    <a:pt x="196380" y="1053960"/>
                  </a:lnTo>
                  <a:lnTo>
                    <a:pt x="196634" y="1053960"/>
                  </a:lnTo>
                  <a:lnTo>
                    <a:pt x="202996" y="1053960"/>
                  </a:lnTo>
                  <a:lnTo>
                    <a:pt x="206616" y="1053960"/>
                  </a:lnTo>
                  <a:lnTo>
                    <a:pt x="206692" y="1058506"/>
                  </a:lnTo>
                  <a:lnTo>
                    <a:pt x="206806" y="1062939"/>
                  </a:lnTo>
                  <a:lnTo>
                    <a:pt x="207162" y="1067231"/>
                  </a:lnTo>
                  <a:lnTo>
                    <a:pt x="207187" y="1067549"/>
                  </a:lnTo>
                  <a:lnTo>
                    <a:pt x="205727" y="1067358"/>
                  </a:lnTo>
                  <a:lnTo>
                    <a:pt x="204343" y="1067231"/>
                  </a:lnTo>
                  <a:lnTo>
                    <a:pt x="194805" y="1067231"/>
                  </a:lnTo>
                  <a:lnTo>
                    <a:pt x="190563" y="1071143"/>
                  </a:lnTo>
                  <a:lnTo>
                    <a:pt x="190563" y="1082078"/>
                  </a:lnTo>
                  <a:lnTo>
                    <a:pt x="194995" y="1085621"/>
                  </a:lnTo>
                  <a:lnTo>
                    <a:pt x="209905" y="1085621"/>
                  </a:lnTo>
                  <a:lnTo>
                    <a:pt x="213512" y="1081824"/>
                  </a:lnTo>
                  <a:lnTo>
                    <a:pt x="213753" y="1080046"/>
                  </a:lnTo>
                  <a:lnTo>
                    <a:pt x="213842" y="1079360"/>
                  </a:lnTo>
                  <a:lnTo>
                    <a:pt x="213868" y="1079106"/>
                  </a:lnTo>
                  <a:lnTo>
                    <a:pt x="213969" y="1078344"/>
                  </a:lnTo>
                  <a:lnTo>
                    <a:pt x="214058" y="1077709"/>
                  </a:lnTo>
                  <a:lnTo>
                    <a:pt x="214122" y="1077214"/>
                  </a:lnTo>
                  <a:lnTo>
                    <a:pt x="214198" y="1076579"/>
                  </a:lnTo>
                  <a:lnTo>
                    <a:pt x="216217" y="1077709"/>
                  </a:lnTo>
                  <a:lnTo>
                    <a:pt x="218363" y="1079106"/>
                  </a:lnTo>
                  <a:lnTo>
                    <a:pt x="221272" y="1081379"/>
                  </a:lnTo>
                  <a:lnTo>
                    <a:pt x="222097" y="1081697"/>
                  </a:lnTo>
                  <a:lnTo>
                    <a:pt x="224751" y="1081697"/>
                  </a:lnTo>
                  <a:lnTo>
                    <a:pt x="226199" y="1080046"/>
                  </a:lnTo>
                  <a:lnTo>
                    <a:pt x="226199" y="1077214"/>
                  </a:lnTo>
                  <a:close/>
                </a:path>
                <a:path w="5276215" h="1388745">
                  <a:moveTo>
                    <a:pt x="278320" y="1041400"/>
                  </a:moveTo>
                  <a:lnTo>
                    <a:pt x="277761" y="1040638"/>
                  </a:lnTo>
                  <a:lnTo>
                    <a:pt x="276923" y="1039495"/>
                  </a:lnTo>
                  <a:lnTo>
                    <a:pt x="274332" y="1039812"/>
                  </a:lnTo>
                  <a:lnTo>
                    <a:pt x="271233" y="1040320"/>
                  </a:lnTo>
                  <a:lnTo>
                    <a:pt x="267004" y="1040638"/>
                  </a:lnTo>
                  <a:lnTo>
                    <a:pt x="257721" y="1040638"/>
                  </a:lnTo>
                  <a:lnTo>
                    <a:pt x="253415" y="1040066"/>
                  </a:lnTo>
                  <a:lnTo>
                    <a:pt x="250634" y="1039495"/>
                  </a:lnTo>
                  <a:lnTo>
                    <a:pt x="247421" y="1038872"/>
                  </a:lnTo>
                  <a:lnTo>
                    <a:pt x="245897" y="1040892"/>
                  </a:lnTo>
                  <a:lnTo>
                    <a:pt x="245897" y="1044435"/>
                  </a:lnTo>
                  <a:lnTo>
                    <a:pt x="246773" y="1045946"/>
                  </a:lnTo>
                  <a:lnTo>
                    <a:pt x="248678" y="1046391"/>
                  </a:lnTo>
                  <a:lnTo>
                    <a:pt x="252971" y="1047267"/>
                  </a:lnTo>
                  <a:lnTo>
                    <a:pt x="253390" y="1047267"/>
                  </a:lnTo>
                  <a:lnTo>
                    <a:pt x="257581" y="1047584"/>
                  </a:lnTo>
                  <a:lnTo>
                    <a:pt x="267258" y="1047584"/>
                  </a:lnTo>
                  <a:lnTo>
                    <a:pt x="271678" y="1047267"/>
                  </a:lnTo>
                  <a:lnTo>
                    <a:pt x="275475" y="1046695"/>
                  </a:lnTo>
                  <a:lnTo>
                    <a:pt x="277101" y="1046391"/>
                  </a:lnTo>
                  <a:lnTo>
                    <a:pt x="277393" y="1046391"/>
                  </a:lnTo>
                  <a:lnTo>
                    <a:pt x="278320" y="1044803"/>
                  </a:lnTo>
                  <a:lnTo>
                    <a:pt x="278320" y="1041400"/>
                  </a:lnTo>
                  <a:close/>
                </a:path>
                <a:path w="5276215" h="1388745">
                  <a:moveTo>
                    <a:pt x="283616" y="1077607"/>
                  </a:moveTo>
                  <a:lnTo>
                    <a:pt x="282460" y="1076020"/>
                  </a:lnTo>
                  <a:lnTo>
                    <a:pt x="282359" y="1075893"/>
                  </a:lnTo>
                  <a:lnTo>
                    <a:pt x="280276" y="1075893"/>
                  </a:lnTo>
                  <a:lnTo>
                    <a:pt x="279260" y="1076020"/>
                  </a:lnTo>
                  <a:lnTo>
                    <a:pt x="274015" y="1077099"/>
                  </a:lnTo>
                  <a:lnTo>
                    <a:pt x="268135" y="1077861"/>
                  </a:lnTo>
                  <a:lnTo>
                    <a:pt x="250202" y="1077861"/>
                  </a:lnTo>
                  <a:lnTo>
                    <a:pt x="248043" y="1075702"/>
                  </a:lnTo>
                  <a:lnTo>
                    <a:pt x="248081" y="1070521"/>
                  </a:lnTo>
                  <a:lnTo>
                    <a:pt x="248183" y="1069517"/>
                  </a:lnTo>
                  <a:lnTo>
                    <a:pt x="248386" y="1068755"/>
                  </a:lnTo>
                  <a:lnTo>
                    <a:pt x="248424" y="1068565"/>
                  </a:lnTo>
                  <a:lnTo>
                    <a:pt x="248551" y="1067689"/>
                  </a:lnTo>
                  <a:lnTo>
                    <a:pt x="248551" y="1065847"/>
                  </a:lnTo>
                  <a:lnTo>
                    <a:pt x="246849" y="1064768"/>
                  </a:lnTo>
                  <a:lnTo>
                    <a:pt x="243560" y="1064768"/>
                  </a:lnTo>
                  <a:lnTo>
                    <a:pt x="242049" y="1065530"/>
                  </a:lnTo>
                  <a:lnTo>
                    <a:pt x="241160" y="1068565"/>
                  </a:lnTo>
                  <a:lnTo>
                    <a:pt x="241096" y="1068755"/>
                  </a:lnTo>
                  <a:lnTo>
                    <a:pt x="240842" y="1070521"/>
                  </a:lnTo>
                  <a:lnTo>
                    <a:pt x="240842" y="1080630"/>
                  </a:lnTo>
                  <a:lnTo>
                    <a:pt x="246773" y="1084935"/>
                  </a:lnTo>
                  <a:lnTo>
                    <a:pt x="268833" y="1084935"/>
                  </a:lnTo>
                  <a:lnTo>
                    <a:pt x="274967" y="1084237"/>
                  </a:lnTo>
                  <a:lnTo>
                    <a:pt x="282676" y="1082471"/>
                  </a:lnTo>
                  <a:lnTo>
                    <a:pt x="283616" y="1080884"/>
                  </a:lnTo>
                  <a:lnTo>
                    <a:pt x="283616" y="1077861"/>
                  </a:lnTo>
                  <a:lnTo>
                    <a:pt x="283616" y="1077607"/>
                  </a:lnTo>
                  <a:close/>
                </a:path>
                <a:path w="5276215" h="1388745">
                  <a:moveTo>
                    <a:pt x="346659" y="1063701"/>
                  </a:moveTo>
                  <a:lnTo>
                    <a:pt x="341858" y="1058837"/>
                  </a:lnTo>
                  <a:lnTo>
                    <a:pt x="327012" y="1058837"/>
                  </a:lnTo>
                  <a:lnTo>
                    <a:pt x="320751" y="1060602"/>
                  </a:lnTo>
                  <a:lnTo>
                    <a:pt x="316141" y="1063383"/>
                  </a:lnTo>
                  <a:lnTo>
                    <a:pt x="316014" y="1063320"/>
                  </a:lnTo>
                  <a:lnTo>
                    <a:pt x="317093" y="1059967"/>
                  </a:lnTo>
                  <a:lnTo>
                    <a:pt x="318160" y="1055738"/>
                  </a:lnTo>
                  <a:lnTo>
                    <a:pt x="319049" y="1050874"/>
                  </a:lnTo>
                  <a:lnTo>
                    <a:pt x="324662" y="1050239"/>
                  </a:lnTo>
                  <a:lnTo>
                    <a:pt x="330428" y="1049286"/>
                  </a:lnTo>
                  <a:lnTo>
                    <a:pt x="337502" y="1047775"/>
                  </a:lnTo>
                  <a:lnTo>
                    <a:pt x="338378" y="1046327"/>
                  </a:lnTo>
                  <a:lnTo>
                    <a:pt x="338378" y="1043292"/>
                  </a:lnTo>
                  <a:lnTo>
                    <a:pt x="337185" y="1041654"/>
                  </a:lnTo>
                  <a:lnTo>
                    <a:pt x="335229" y="1041654"/>
                  </a:lnTo>
                  <a:lnTo>
                    <a:pt x="334276" y="1041768"/>
                  </a:lnTo>
                  <a:lnTo>
                    <a:pt x="330034" y="1042720"/>
                  </a:lnTo>
                  <a:lnTo>
                    <a:pt x="325107" y="1043546"/>
                  </a:lnTo>
                  <a:lnTo>
                    <a:pt x="320179" y="1044168"/>
                  </a:lnTo>
                  <a:lnTo>
                    <a:pt x="320573" y="1041590"/>
                  </a:lnTo>
                  <a:lnTo>
                    <a:pt x="321449" y="1033627"/>
                  </a:lnTo>
                  <a:lnTo>
                    <a:pt x="319684" y="1032484"/>
                  </a:lnTo>
                  <a:lnTo>
                    <a:pt x="316268" y="1032484"/>
                  </a:lnTo>
                  <a:lnTo>
                    <a:pt x="314629" y="1033424"/>
                  </a:lnTo>
                  <a:lnTo>
                    <a:pt x="314121" y="1038618"/>
                  </a:lnTo>
                  <a:lnTo>
                    <a:pt x="313296" y="1044930"/>
                  </a:lnTo>
                  <a:lnTo>
                    <a:pt x="306349" y="1045438"/>
                  </a:lnTo>
                  <a:lnTo>
                    <a:pt x="301358" y="1045438"/>
                  </a:lnTo>
                  <a:lnTo>
                    <a:pt x="300278" y="1047076"/>
                  </a:lnTo>
                  <a:lnTo>
                    <a:pt x="300278" y="1050302"/>
                  </a:lnTo>
                  <a:lnTo>
                    <a:pt x="301358" y="1051953"/>
                  </a:lnTo>
                  <a:lnTo>
                    <a:pt x="306158" y="1051953"/>
                  </a:lnTo>
                  <a:lnTo>
                    <a:pt x="309067" y="1051826"/>
                  </a:lnTo>
                  <a:lnTo>
                    <a:pt x="312166" y="1051560"/>
                  </a:lnTo>
                  <a:lnTo>
                    <a:pt x="311023" y="1057503"/>
                  </a:lnTo>
                  <a:lnTo>
                    <a:pt x="309511" y="1063447"/>
                  </a:lnTo>
                  <a:lnTo>
                    <a:pt x="307428" y="1069390"/>
                  </a:lnTo>
                  <a:lnTo>
                    <a:pt x="307174" y="1070902"/>
                  </a:lnTo>
                  <a:lnTo>
                    <a:pt x="307174" y="1072984"/>
                  </a:lnTo>
                  <a:lnTo>
                    <a:pt x="308876" y="1074305"/>
                  </a:lnTo>
                  <a:lnTo>
                    <a:pt x="311658" y="1074305"/>
                  </a:lnTo>
                  <a:lnTo>
                    <a:pt x="312597" y="1073937"/>
                  </a:lnTo>
                  <a:lnTo>
                    <a:pt x="319366" y="1067485"/>
                  </a:lnTo>
                  <a:lnTo>
                    <a:pt x="325424" y="1065022"/>
                  </a:lnTo>
                  <a:lnTo>
                    <a:pt x="337502" y="1065022"/>
                  </a:lnTo>
                  <a:lnTo>
                    <a:pt x="339521" y="1067485"/>
                  </a:lnTo>
                  <a:lnTo>
                    <a:pt x="339521" y="1075893"/>
                  </a:lnTo>
                  <a:lnTo>
                    <a:pt x="335292" y="1080008"/>
                  </a:lnTo>
                  <a:lnTo>
                    <a:pt x="321259" y="1080947"/>
                  </a:lnTo>
                  <a:lnTo>
                    <a:pt x="320306" y="1082471"/>
                  </a:lnTo>
                  <a:lnTo>
                    <a:pt x="320306" y="1085748"/>
                  </a:lnTo>
                  <a:lnTo>
                    <a:pt x="321576" y="1087462"/>
                  </a:lnTo>
                  <a:lnTo>
                    <a:pt x="346659" y="1070648"/>
                  </a:lnTo>
                  <a:lnTo>
                    <a:pt x="346659" y="1063701"/>
                  </a:lnTo>
                  <a:close/>
                </a:path>
                <a:path w="5276215" h="1388745">
                  <a:moveTo>
                    <a:pt x="397065" y="1040130"/>
                  </a:moveTo>
                  <a:lnTo>
                    <a:pt x="382841" y="1033881"/>
                  </a:lnTo>
                  <a:lnTo>
                    <a:pt x="380568" y="1033881"/>
                  </a:lnTo>
                  <a:lnTo>
                    <a:pt x="379120" y="1035773"/>
                  </a:lnTo>
                  <a:lnTo>
                    <a:pt x="379120" y="1038809"/>
                  </a:lnTo>
                  <a:lnTo>
                    <a:pt x="379920" y="1040130"/>
                  </a:lnTo>
                  <a:lnTo>
                    <a:pt x="380085" y="1040130"/>
                  </a:lnTo>
                  <a:lnTo>
                    <a:pt x="381533" y="1040574"/>
                  </a:lnTo>
                  <a:lnTo>
                    <a:pt x="384556" y="1041463"/>
                  </a:lnTo>
                  <a:lnTo>
                    <a:pt x="388543" y="1043038"/>
                  </a:lnTo>
                  <a:lnTo>
                    <a:pt x="392518" y="1044803"/>
                  </a:lnTo>
                  <a:lnTo>
                    <a:pt x="393153" y="1044930"/>
                  </a:lnTo>
                  <a:lnTo>
                    <a:pt x="395744" y="1044930"/>
                  </a:lnTo>
                  <a:lnTo>
                    <a:pt x="397065" y="1043228"/>
                  </a:lnTo>
                  <a:lnTo>
                    <a:pt x="397065" y="1040130"/>
                  </a:lnTo>
                  <a:close/>
                </a:path>
                <a:path w="5276215" h="1388745">
                  <a:moveTo>
                    <a:pt x="409892" y="1062494"/>
                  </a:moveTo>
                  <a:lnTo>
                    <a:pt x="403771" y="1057071"/>
                  </a:lnTo>
                  <a:lnTo>
                    <a:pt x="387591" y="1057071"/>
                  </a:lnTo>
                  <a:lnTo>
                    <a:pt x="380326" y="1059662"/>
                  </a:lnTo>
                  <a:lnTo>
                    <a:pt x="375475" y="1063866"/>
                  </a:lnTo>
                  <a:lnTo>
                    <a:pt x="376085" y="1060094"/>
                  </a:lnTo>
                  <a:lnTo>
                    <a:pt x="377037" y="1055801"/>
                  </a:lnTo>
                  <a:lnTo>
                    <a:pt x="378358" y="1049413"/>
                  </a:lnTo>
                  <a:lnTo>
                    <a:pt x="378802" y="1047140"/>
                  </a:lnTo>
                  <a:lnTo>
                    <a:pt x="376847" y="1045819"/>
                  </a:lnTo>
                  <a:lnTo>
                    <a:pt x="373303" y="1045819"/>
                  </a:lnTo>
                  <a:lnTo>
                    <a:pt x="371729" y="1046632"/>
                  </a:lnTo>
                  <a:lnTo>
                    <a:pt x="369887" y="1055293"/>
                  </a:lnTo>
                  <a:lnTo>
                    <a:pt x="369773" y="1055801"/>
                  </a:lnTo>
                  <a:lnTo>
                    <a:pt x="368414" y="1063383"/>
                  </a:lnTo>
                  <a:lnTo>
                    <a:pt x="367436" y="1069632"/>
                  </a:lnTo>
                  <a:lnTo>
                    <a:pt x="366928" y="1072794"/>
                  </a:lnTo>
                  <a:lnTo>
                    <a:pt x="368947" y="1074508"/>
                  </a:lnTo>
                  <a:lnTo>
                    <a:pt x="372173" y="1074508"/>
                  </a:lnTo>
                  <a:lnTo>
                    <a:pt x="373380" y="1074064"/>
                  </a:lnTo>
                  <a:lnTo>
                    <a:pt x="374256" y="1072984"/>
                  </a:lnTo>
                  <a:lnTo>
                    <a:pt x="379564" y="1066800"/>
                  </a:lnTo>
                  <a:lnTo>
                    <a:pt x="385838" y="1063967"/>
                  </a:lnTo>
                  <a:lnTo>
                    <a:pt x="387146" y="1063383"/>
                  </a:lnTo>
                  <a:lnTo>
                    <a:pt x="399910" y="1063383"/>
                  </a:lnTo>
                  <a:lnTo>
                    <a:pt x="402501" y="1066419"/>
                  </a:lnTo>
                  <a:lnTo>
                    <a:pt x="402501" y="1075131"/>
                  </a:lnTo>
                  <a:lnTo>
                    <a:pt x="398208" y="1079817"/>
                  </a:lnTo>
                  <a:lnTo>
                    <a:pt x="383667" y="1081519"/>
                  </a:lnTo>
                  <a:lnTo>
                    <a:pt x="382600" y="1083094"/>
                  </a:lnTo>
                  <a:lnTo>
                    <a:pt x="382600" y="1086510"/>
                  </a:lnTo>
                  <a:lnTo>
                    <a:pt x="384060" y="1088402"/>
                  </a:lnTo>
                  <a:lnTo>
                    <a:pt x="409892" y="1063383"/>
                  </a:lnTo>
                  <a:lnTo>
                    <a:pt x="409892" y="1062494"/>
                  </a:lnTo>
                  <a:close/>
                </a:path>
                <a:path w="5276215" h="1388745">
                  <a:moveTo>
                    <a:pt x="4929657" y="883640"/>
                  </a:moveTo>
                  <a:lnTo>
                    <a:pt x="4927549" y="872502"/>
                  </a:lnTo>
                  <a:lnTo>
                    <a:pt x="4927435" y="871893"/>
                  </a:lnTo>
                  <a:lnTo>
                    <a:pt x="4921758" y="863790"/>
                  </a:lnTo>
                  <a:lnTo>
                    <a:pt x="4921123" y="862888"/>
                  </a:lnTo>
                  <a:lnTo>
                    <a:pt x="4911255" y="857148"/>
                  </a:lnTo>
                  <a:lnTo>
                    <a:pt x="4898364" y="855116"/>
                  </a:lnTo>
                  <a:lnTo>
                    <a:pt x="4892586" y="855624"/>
                  </a:lnTo>
                  <a:lnTo>
                    <a:pt x="4892586" y="863790"/>
                  </a:lnTo>
                  <a:lnTo>
                    <a:pt x="4891710" y="869721"/>
                  </a:lnTo>
                  <a:lnTo>
                    <a:pt x="4880495" y="899629"/>
                  </a:lnTo>
                  <a:lnTo>
                    <a:pt x="4874412" y="899629"/>
                  </a:lnTo>
                  <a:lnTo>
                    <a:pt x="4871644" y="894626"/>
                  </a:lnTo>
                  <a:lnTo>
                    <a:pt x="4871644" y="880097"/>
                  </a:lnTo>
                  <a:lnTo>
                    <a:pt x="4875758" y="872185"/>
                  </a:lnTo>
                  <a:lnTo>
                    <a:pt x="4885639" y="865339"/>
                  </a:lnTo>
                  <a:lnTo>
                    <a:pt x="4888484" y="864260"/>
                  </a:lnTo>
                  <a:lnTo>
                    <a:pt x="4892586" y="863790"/>
                  </a:lnTo>
                  <a:lnTo>
                    <a:pt x="4892586" y="855624"/>
                  </a:lnTo>
                  <a:lnTo>
                    <a:pt x="4862487" y="879792"/>
                  </a:lnTo>
                  <a:lnTo>
                    <a:pt x="4862487" y="888250"/>
                  </a:lnTo>
                  <a:lnTo>
                    <a:pt x="4863592" y="896404"/>
                  </a:lnTo>
                  <a:lnTo>
                    <a:pt x="4863643" y="896810"/>
                  </a:lnTo>
                  <a:lnTo>
                    <a:pt x="4866856" y="903554"/>
                  </a:lnTo>
                  <a:lnTo>
                    <a:pt x="4871758" y="907973"/>
                  </a:lnTo>
                  <a:lnTo>
                    <a:pt x="4877968" y="909548"/>
                  </a:lnTo>
                  <a:lnTo>
                    <a:pt x="4884458" y="909548"/>
                  </a:lnTo>
                  <a:lnTo>
                    <a:pt x="4889512" y="905002"/>
                  </a:lnTo>
                  <a:lnTo>
                    <a:pt x="4891951" y="899629"/>
                  </a:lnTo>
                  <a:lnTo>
                    <a:pt x="4894021" y="895083"/>
                  </a:lnTo>
                  <a:lnTo>
                    <a:pt x="4901984" y="865339"/>
                  </a:lnTo>
                  <a:lnTo>
                    <a:pt x="4902098" y="864641"/>
                  </a:lnTo>
                  <a:lnTo>
                    <a:pt x="4902200" y="864019"/>
                  </a:lnTo>
                  <a:lnTo>
                    <a:pt x="4902225" y="863790"/>
                  </a:lnTo>
                  <a:lnTo>
                    <a:pt x="4903000" y="863790"/>
                  </a:lnTo>
                  <a:lnTo>
                    <a:pt x="4919942" y="875715"/>
                  </a:lnTo>
                  <a:lnTo>
                    <a:pt x="4919942" y="891324"/>
                  </a:lnTo>
                  <a:lnTo>
                    <a:pt x="4915827" y="898626"/>
                  </a:lnTo>
                  <a:lnTo>
                    <a:pt x="4908956" y="902322"/>
                  </a:lnTo>
                  <a:lnTo>
                    <a:pt x="4905235" y="904392"/>
                  </a:lnTo>
                  <a:lnTo>
                    <a:pt x="4900498" y="905624"/>
                  </a:lnTo>
                  <a:lnTo>
                    <a:pt x="4893221" y="906551"/>
                  </a:lnTo>
                  <a:lnTo>
                    <a:pt x="4895761" y="909777"/>
                  </a:lnTo>
                  <a:lnTo>
                    <a:pt x="4896701" y="911466"/>
                  </a:lnTo>
                  <a:lnTo>
                    <a:pt x="4898047" y="915543"/>
                  </a:lnTo>
                  <a:lnTo>
                    <a:pt x="4903584" y="914615"/>
                  </a:lnTo>
                  <a:lnTo>
                    <a:pt x="4929606" y="884034"/>
                  </a:lnTo>
                  <a:lnTo>
                    <a:pt x="4929657" y="883640"/>
                  </a:lnTo>
                  <a:close/>
                </a:path>
                <a:path w="5276215" h="1388745">
                  <a:moveTo>
                    <a:pt x="5048389" y="556450"/>
                  </a:moveTo>
                  <a:lnTo>
                    <a:pt x="5018075" y="546620"/>
                  </a:lnTo>
                  <a:lnTo>
                    <a:pt x="5018532" y="533692"/>
                  </a:lnTo>
                  <a:lnTo>
                    <a:pt x="5019789" y="516953"/>
                  </a:lnTo>
                  <a:lnTo>
                    <a:pt x="5024209" y="477812"/>
                  </a:lnTo>
                  <a:lnTo>
                    <a:pt x="5033911" y="420674"/>
                  </a:lnTo>
                  <a:lnTo>
                    <a:pt x="5045507" y="374611"/>
                  </a:lnTo>
                  <a:lnTo>
                    <a:pt x="4966462" y="368642"/>
                  </a:lnTo>
                  <a:lnTo>
                    <a:pt x="4966195" y="374611"/>
                  </a:lnTo>
                  <a:lnTo>
                    <a:pt x="4966106" y="376720"/>
                  </a:lnTo>
                  <a:lnTo>
                    <a:pt x="4965382" y="381622"/>
                  </a:lnTo>
                  <a:lnTo>
                    <a:pt x="4956594" y="438111"/>
                  </a:lnTo>
                  <a:lnTo>
                    <a:pt x="4951577" y="477812"/>
                  </a:lnTo>
                  <a:lnTo>
                    <a:pt x="4948059" y="543458"/>
                  </a:lnTo>
                  <a:lnTo>
                    <a:pt x="4948567" y="568248"/>
                  </a:lnTo>
                  <a:lnTo>
                    <a:pt x="4950180" y="594626"/>
                  </a:lnTo>
                  <a:lnTo>
                    <a:pt x="4953089" y="624027"/>
                  </a:lnTo>
                  <a:lnTo>
                    <a:pt x="4957445" y="657910"/>
                  </a:lnTo>
                  <a:lnTo>
                    <a:pt x="4958880" y="667727"/>
                  </a:lnTo>
                  <a:lnTo>
                    <a:pt x="4958880" y="670534"/>
                  </a:lnTo>
                  <a:lnTo>
                    <a:pt x="4959248" y="678256"/>
                  </a:lnTo>
                  <a:lnTo>
                    <a:pt x="5032514" y="675106"/>
                  </a:lnTo>
                  <a:lnTo>
                    <a:pt x="5031791" y="668439"/>
                  </a:lnTo>
                  <a:lnTo>
                    <a:pt x="5031905" y="657910"/>
                  </a:lnTo>
                  <a:lnTo>
                    <a:pt x="5032959" y="634796"/>
                  </a:lnTo>
                  <a:lnTo>
                    <a:pt x="5036299" y="607745"/>
                  </a:lnTo>
                  <a:lnTo>
                    <a:pt x="5041531" y="581025"/>
                  </a:lnTo>
                  <a:lnTo>
                    <a:pt x="5048389" y="556450"/>
                  </a:lnTo>
                  <a:close/>
                </a:path>
                <a:path w="5276215" h="1388745">
                  <a:moveTo>
                    <a:pt x="5211153" y="284010"/>
                  </a:moveTo>
                  <a:lnTo>
                    <a:pt x="5201056" y="276288"/>
                  </a:lnTo>
                  <a:lnTo>
                    <a:pt x="5199977" y="275234"/>
                  </a:lnTo>
                  <a:lnTo>
                    <a:pt x="5173091" y="253517"/>
                  </a:lnTo>
                  <a:lnTo>
                    <a:pt x="5140325" y="228180"/>
                  </a:lnTo>
                  <a:lnTo>
                    <a:pt x="5105273" y="202069"/>
                  </a:lnTo>
                  <a:lnTo>
                    <a:pt x="5071491" y="177990"/>
                  </a:lnTo>
                  <a:lnTo>
                    <a:pt x="5060302" y="170268"/>
                  </a:lnTo>
                  <a:lnTo>
                    <a:pt x="5057051" y="167106"/>
                  </a:lnTo>
                  <a:lnTo>
                    <a:pt x="5057051" y="162191"/>
                  </a:lnTo>
                  <a:lnTo>
                    <a:pt x="5058486" y="160439"/>
                  </a:lnTo>
                  <a:lnTo>
                    <a:pt x="5085931" y="140779"/>
                  </a:lnTo>
                  <a:lnTo>
                    <a:pt x="5101768" y="129044"/>
                  </a:lnTo>
                  <a:lnTo>
                    <a:pt x="5121973" y="113525"/>
                  </a:lnTo>
                  <a:lnTo>
                    <a:pt x="5142103" y="97675"/>
                  </a:lnTo>
                  <a:lnTo>
                    <a:pt x="5157749" y="84963"/>
                  </a:lnTo>
                  <a:lnTo>
                    <a:pt x="5177193" y="68580"/>
                  </a:lnTo>
                  <a:lnTo>
                    <a:pt x="5189918" y="58191"/>
                  </a:lnTo>
                  <a:lnTo>
                    <a:pt x="5198097" y="51879"/>
                  </a:lnTo>
                  <a:lnTo>
                    <a:pt x="5203939" y="47752"/>
                  </a:lnTo>
                  <a:lnTo>
                    <a:pt x="5132476" y="0"/>
                  </a:lnTo>
                  <a:lnTo>
                    <a:pt x="5102161" y="31597"/>
                  </a:lnTo>
                  <a:lnTo>
                    <a:pt x="5064899" y="62712"/>
                  </a:lnTo>
                  <a:lnTo>
                    <a:pt x="5026012" y="93040"/>
                  </a:lnTo>
                  <a:lnTo>
                    <a:pt x="5007965" y="105943"/>
                  </a:lnTo>
                  <a:lnTo>
                    <a:pt x="4997412" y="113919"/>
                  </a:lnTo>
                  <a:lnTo>
                    <a:pt x="4970653" y="152590"/>
                  </a:lnTo>
                  <a:lnTo>
                    <a:pt x="4969713" y="162191"/>
                  </a:lnTo>
                  <a:lnTo>
                    <a:pt x="4970119" y="168871"/>
                  </a:lnTo>
                  <a:lnTo>
                    <a:pt x="4994478" y="209689"/>
                  </a:lnTo>
                  <a:lnTo>
                    <a:pt x="5044846" y="248208"/>
                  </a:lnTo>
                  <a:lnTo>
                    <a:pt x="5071300" y="268909"/>
                  </a:lnTo>
                  <a:lnTo>
                    <a:pt x="5114074" y="305777"/>
                  </a:lnTo>
                  <a:lnTo>
                    <a:pt x="5143716" y="335927"/>
                  </a:lnTo>
                  <a:lnTo>
                    <a:pt x="5150523" y="344741"/>
                  </a:lnTo>
                  <a:lnTo>
                    <a:pt x="5211153" y="284010"/>
                  </a:lnTo>
                  <a:close/>
                </a:path>
                <a:path w="5276215" h="1388745">
                  <a:moveTo>
                    <a:pt x="5247614" y="465531"/>
                  </a:moveTo>
                  <a:lnTo>
                    <a:pt x="5244757" y="403390"/>
                  </a:lnTo>
                  <a:lnTo>
                    <a:pt x="5244363" y="394970"/>
                  </a:lnTo>
                  <a:lnTo>
                    <a:pt x="5225034" y="398500"/>
                  </a:lnTo>
                  <a:lnTo>
                    <a:pt x="5200421" y="401142"/>
                  </a:lnTo>
                  <a:lnTo>
                    <a:pt x="5171884" y="402805"/>
                  </a:lnTo>
                  <a:lnTo>
                    <a:pt x="5140782" y="403390"/>
                  </a:lnTo>
                  <a:lnTo>
                    <a:pt x="5118328" y="403047"/>
                  </a:lnTo>
                  <a:lnTo>
                    <a:pt x="5098961" y="402031"/>
                  </a:lnTo>
                  <a:lnTo>
                    <a:pt x="5082362" y="400278"/>
                  </a:lnTo>
                  <a:lnTo>
                    <a:pt x="5068240" y="397776"/>
                  </a:lnTo>
                  <a:lnTo>
                    <a:pt x="5067541" y="465531"/>
                  </a:lnTo>
                  <a:lnTo>
                    <a:pt x="5067516" y="467982"/>
                  </a:lnTo>
                  <a:lnTo>
                    <a:pt x="5073650" y="467982"/>
                  </a:lnTo>
                  <a:lnTo>
                    <a:pt x="5074742" y="468337"/>
                  </a:lnTo>
                  <a:lnTo>
                    <a:pt x="5112994" y="470789"/>
                  </a:lnTo>
                  <a:lnTo>
                    <a:pt x="5144033" y="471500"/>
                  </a:lnTo>
                  <a:lnTo>
                    <a:pt x="5157609" y="471309"/>
                  </a:lnTo>
                  <a:lnTo>
                    <a:pt x="5160975" y="471309"/>
                  </a:lnTo>
                  <a:lnTo>
                    <a:pt x="5182374" y="470484"/>
                  </a:lnTo>
                  <a:lnTo>
                    <a:pt x="5201780" y="469277"/>
                  </a:lnTo>
                  <a:lnTo>
                    <a:pt x="5220170" y="467639"/>
                  </a:lnTo>
                  <a:lnTo>
                    <a:pt x="5229085" y="466712"/>
                  </a:lnTo>
                  <a:lnTo>
                    <a:pt x="5236730" y="466051"/>
                  </a:lnTo>
                  <a:lnTo>
                    <a:pt x="5242966" y="465658"/>
                  </a:lnTo>
                  <a:lnTo>
                    <a:pt x="5247614" y="465531"/>
                  </a:lnTo>
                  <a:close/>
                </a:path>
                <a:path w="5276215" h="1388745">
                  <a:moveTo>
                    <a:pt x="5250853" y="1204887"/>
                  </a:moveTo>
                  <a:lnTo>
                    <a:pt x="5247729" y="1174000"/>
                  </a:lnTo>
                  <a:lnTo>
                    <a:pt x="5246522" y="1162062"/>
                  </a:lnTo>
                  <a:lnTo>
                    <a:pt x="5246484" y="1161707"/>
                  </a:lnTo>
                  <a:lnTo>
                    <a:pt x="5244820" y="1145209"/>
                  </a:lnTo>
                  <a:lnTo>
                    <a:pt x="5244719" y="1144155"/>
                  </a:lnTo>
                  <a:lnTo>
                    <a:pt x="5232133" y="1148283"/>
                  </a:lnTo>
                  <a:lnTo>
                    <a:pt x="5214671" y="1152410"/>
                  </a:lnTo>
                  <a:lnTo>
                    <a:pt x="5191125" y="1156792"/>
                  </a:lnTo>
                  <a:lnTo>
                    <a:pt x="5160264" y="1161707"/>
                  </a:lnTo>
                  <a:lnTo>
                    <a:pt x="5158968" y="1158544"/>
                  </a:lnTo>
                  <a:lnTo>
                    <a:pt x="5155577" y="1150823"/>
                  </a:lnTo>
                  <a:lnTo>
                    <a:pt x="5222710" y="1139596"/>
                  </a:lnTo>
                  <a:lnTo>
                    <a:pt x="5233543" y="1137488"/>
                  </a:lnTo>
                  <a:lnTo>
                    <a:pt x="5237873" y="1136789"/>
                  </a:lnTo>
                  <a:lnTo>
                    <a:pt x="5234317" y="1104138"/>
                  </a:lnTo>
                  <a:lnTo>
                    <a:pt x="5233314" y="1095006"/>
                  </a:lnTo>
                  <a:lnTo>
                    <a:pt x="5231409" y="1077455"/>
                  </a:lnTo>
                  <a:lnTo>
                    <a:pt x="5231371" y="1077112"/>
                  </a:lnTo>
                  <a:lnTo>
                    <a:pt x="5204714" y="1083411"/>
                  </a:lnTo>
                  <a:lnTo>
                    <a:pt x="5183276" y="1087767"/>
                  </a:lnTo>
                  <a:lnTo>
                    <a:pt x="5161432" y="1091272"/>
                  </a:lnTo>
                  <a:lnTo>
                    <a:pt x="5133568" y="1095006"/>
                  </a:lnTo>
                  <a:lnTo>
                    <a:pt x="5129669" y="1083589"/>
                  </a:lnTo>
                  <a:lnTo>
                    <a:pt x="5127383" y="1076058"/>
                  </a:lnTo>
                  <a:lnTo>
                    <a:pt x="5127295" y="1075791"/>
                  </a:lnTo>
                  <a:lnTo>
                    <a:pt x="5125809" y="1069441"/>
                  </a:lnTo>
                  <a:lnTo>
                    <a:pt x="5124551" y="1062367"/>
                  </a:lnTo>
                  <a:lnTo>
                    <a:pt x="5050561" y="1070787"/>
                  </a:lnTo>
                  <a:lnTo>
                    <a:pt x="5053444" y="1076058"/>
                  </a:lnTo>
                  <a:lnTo>
                    <a:pt x="5053723" y="1077112"/>
                  </a:lnTo>
                  <a:lnTo>
                    <a:pt x="5053812" y="1077455"/>
                  </a:lnTo>
                  <a:lnTo>
                    <a:pt x="5057775" y="1086929"/>
                  </a:lnTo>
                  <a:lnTo>
                    <a:pt x="5058499" y="1089393"/>
                  </a:lnTo>
                  <a:lnTo>
                    <a:pt x="5060302" y="1094308"/>
                  </a:lnTo>
                  <a:lnTo>
                    <a:pt x="5063198" y="1102029"/>
                  </a:lnTo>
                  <a:lnTo>
                    <a:pt x="5049367" y="1102956"/>
                  </a:lnTo>
                  <a:lnTo>
                    <a:pt x="5035943" y="1103617"/>
                  </a:lnTo>
                  <a:lnTo>
                    <a:pt x="5022786" y="1104011"/>
                  </a:lnTo>
                  <a:lnTo>
                    <a:pt x="5009781" y="1104138"/>
                  </a:lnTo>
                  <a:lnTo>
                    <a:pt x="4995596" y="1104011"/>
                  </a:lnTo>
                  <a:lnTo>
                    <a:pt x="4982705" y="1103617"/>
                  </a:lnTo>
                  <a:lnTo>
                    <a:pt x="4970907" y="1102956"/>
                  </a:lnTo>
                  <a:lnTo>
                    <a:pt x="4959972" y="1102029"/>
                  </a:lnTo>
                  <a:lnTo>
                    <a:pt x="4963579" y="1156792"/>
                  </a:lnTo>
                  <a:lnTo>
                    <a:pt x="4963680" y="1158201"/>
                  </a:lnTo>
                  <a:lnTo>
                    <a:pt x="4963795" y="1160081"/>
                  </a:lnTo>
                  <a:lnTo>
                    <a:pt x="4963858" y="1161046"/>
                  </a:lnTo>
                  <a:lnTo>
                    <a:pt x="4963934" y="1162062"/>
                  </a:lnTo>
                  <a:lnTo>
                    <a:pt x="4970437" y="1162062"/>
                  </a:lnTo>
                  <a:lnTo>
                    <a:pt x="4979822" y="1161707"/>
                  </a:lnTo>
                  <a:lnTo>
                    <a:pt x="5005806" y="1161707"/>
                  </a:lnTo>
                  <a:lnTo>
                    <a:pt x="5026177" y="1161554"/>
                  </a:lnTo>
                  <a:lnTo>
                    <a:pt x="5045367" y="1161046"/>
                  </a:lnTo>
                  <a:lnTo>
                    <a:pt x="5064620" y="1160081"/>
                  </a:lnTo>
                  <a:lnTo>
                    <a:pt x="5085207" y="1158544"/>
                  </a:lnTo>
                  <a:lnTo>
                    <a:pt x="5087366" y="1163459"/>
                  </a:lnTo>
                  <a:lnTo>
                    <a:pt x="5042573" y="1173124"/>
                  </a:lnTo>
                  <a:lnTo>
                    <a:pt x="4996065" y="1174000"/>
                  </a:lnTo>
                  <a:lnTo>
                    <a:pt x="4985613" y="1174000"/>
                  </a:lnTo>
                  <a:lnTo>
                    <a:pt x="4972824" y="1173645"/>
                  </a:lnTo>
                  <a:lnTo>
                    <a:pt x="4964722" y="1173124"/>
                  </a:lnTo>
                  <a:lnTo>
                    <a:pt x="4956365" y="1172248"/>
                  </a:lnTo>
                  <a:lnTo>
                    <a:pt x="4959286" y="1227137"/>
                  </a:lnTo>
                  <a:lnTo>
                    <a:pt x="4959388" y="1229194"/>
                  </a:lnTo>
                  <a:lnTo>
                    <a:pt x="4959477" y="1230871"/>
                  </a:lnTo>
                  <a:lnTo>
                    <a:pt x="4959540" y="1231912"/>
                  </a:lnTo>
                  <a:lnTo>
                    <a:pt x="4959616" y="1233322"/>
                  </a:lnTo>
                  <a:lnTo>
                    <a:pt x="4970437" y="1232268"/>
                  </a:lnTo>
                  <a:lnTo>
                    <a:pt x="4977663" y="1232268"/>
                  </a:lnTo>
                  <a:lnTo>
                    <a:pt x="5016309" y="1230871"/>
                  </a:lnTo>
                  <a:lnTo>
                    <a:pt x="5051374" y="1229194"/>
                  </a:lnTo>
                  <a:lnTo>
                    <a:pt x="5084127" y="1227137"/>
                  </a:lnTo>
                  <a:lnTo>
                    <a:pt x="5115890" y="1224546"/>
                  </a:lnTo>
                  <a:lnTo>
                    <a:pt x="5120221" y="1231912"/>
                  </a:lnTo>
                  <a:lnTo>
                    <a:pt x="5125275" y="1240688"/>
                  </a:lnTo>
                  <a:lnTo>
                    <a:pt x="5116677" y="1239418"/>
                  </a:lnTo>
                  <a:lnTo>
                    <a:pt x="5108753" y="1238681"/>
                  </a:lnTo>
                  <a:lnTo>
                    <a:pt x="5099888" y="1238326"/>
                  </a:lnTo>
                  <a:lnTo>
                    <a:pt x="5085740" y="1238326"/>
                  </a:lnTo>
                  <a:lnTo>
                    <a:pt x="5041760" y="1241526"/>
                  </a:lnTo>
                  <a:lnTo>
                    <a:pt x="5004003" y="1251927"/>
                  </a:lnTo>
                  <a:lnTo>
                    <a:pt x="4971389" y="1276591"/>
                  </a:lnTo>
                  <a:lnTo>
                    <a:pt x="4959616" y="1313357"/>
                  </a:lnTo>
                  <a:lnTo>
                    <a:pt x="4962550" y="1332839"/>
                  </a:lnTo>
                  <a:lnTo>
                    <a:pt x="4985182" y="1364157"/>
                  </a:lnTo>
                  <a:lnTo>
                    <a:pt x="5020703" y="1380731"/>
                  </a:lnTo>
                  <a:lnTo>
                    <a:pt x="5063388" y="1387297"/>
                  </a:lnTo>
                  <a:lnTo>
                    <a:pt x="5088458" y="1388135"/>
                  </a:lnTo>
                  <a:lnTo>
                    <a:pt x="5112359" y="1387627"/>
                  </a:lnTo>
                  <a:lnTo>
                    <a:pt x="5135956" y="1385900"/>
                  </a:lnTo>
                  <a:lnTo>
                    <a:pt x="5161788" y="1382649"/>
                  </a:lnTo>
                  <a:lnTo>
                    <a:pt x="5192395" y="1377594"/>
                  </a:lnTo>
                  <a:lnTo>
                    <a:pt x="5202910" y="1375714"/>
                  </a:lnTo>
                  <a:lnTo>
                    <a:pt x="5209400" y="1374622"/>
                  </a:lnTo>
                  <a:lnTo>
                    <a:pt x="5214061" y="1374051"/>
                  </a:lnTo>
                  <a:lnTo>
                    <a:pt x="5219103" y="1373733"/>
                  </a:lnTo>
                  <a:lnTo>
                    <a:pt x="5212588" y="1325295"/>
                  </a:lnTo>
                  <a:lnTo>
                    <a:pt x="5209743" y="1304124"/>
                  </a:lnTo>
                  <a:lnTo>
                    <a:pt x="5209718" y="1303883"/>
                  </a:lnTo>
                  <a:lnTo>
                    <a:pt x="5185715" y="1311960"/>
                  </a:lnTo>
                  <a:lnTo>
                    <a:pt x="5154714" y="1318806"/>
                  </a:lnTo>
                  <a:lnTo>
                    <a:pt x="5121351" y="1323530"/>
                  </a:lnTo>
                  <a:lnTo>
                    <a:pt x="5090249" y="1325295"/>
                  </a:lnTo>
                  <a:lnTo>
                    <a:pt x="5069357" y="1324444"/>
                  </a:lnTo>
                  <a:lnTo>
                    <a:pt x="5054346" y="1321879"/>
                  </a:lnTo>
                  <a:lnTo>
                    <a:pt x="5045291" y="1317599"/>
                  </a:lnTo>
                  <a:lnTo>
                    <a:pt x="5042268" y="1311605"/>
                  </a:lnTo>
                  <a:lnTo>
                    <a:pt x="5045748" y="1304124"/>
                  </a:lnTo>
                  <a:lnTo>
                    <a:pt x="5056022" y="1298613"/>
                  </a:lnTo>
                  <a:lnTo>
                    <a:pt x="5072862" y="1295222"/>
                  </a:lnTo>
                  <a:lnTo>
                    <a:pt x="5096040" y="1294053"/>
                  </a:lnTo>
                  <a:lnTo>
                    <a:pt x="5116487" y="1295044"/>
                  </a:lnTo>
                  <a:lnTo>
                    <a:pt x="5135092" y="1298003"/>
                  </a:lnTo>
                  <a:lnTo>
                    <a:pt x="5151958" y="1302943"/>
                  </a:lnTo>
                  <a:lnTo>
                    <a:pt x="5167134" y="1309852"/>
                  </a:lnTo>
                  <a:lnTo>
                    <a:pt x="5202517" y="1294053"/>
                  </a:lnTo>
                  <a:lnTo>
                    <a:pt x="5233174" y="1280363"/>
                  </a:lnTo>
                  <a:lnTo>
                    <a:pt x="5217706" y="1260741"/>
                  </a:lnTo>
                  <a:lnTo>
                    <a:pt x="5207101" y="1246314"/>
                  </a:lnTo>
                  <a:lnTo>
                    <a:pt x="5203456" y="1240688"/>
                  </a:lnTo>
                  <a:lnTo>
                    <a:pt x="5198262" y="1232674"/>
                  </a:lnTo>
                  <a:lnTo>
                    <a:pt x="5193462" y="1224546"/>
                  </a:lnTo>
                  <a:lnTo>
                    <a:pt x="5188064" y="1215415"/>
                  </a:lnTo>
                  <a:lnTo>
                    <a:pt x="5198948" y="1213700"/>
                  </a:lnTo>
                  <a:lnTo>
                    <a:pt x="5222341" y="1209802"/>
                  </a:lnTo>
                  <a:lnTo>
                    <a:pt x="5241595" y="1206296"/>
                  </a:lnTo>
                  <a:lnTo>
                    <a:pt x="5246141" y="1205560"/>
                  </a:lnTo>
                  <a:lnTo>
                    <a:pt x="5250853" y="1204887"/>
                  </a:lnTo>
                  <a:close/>
                </a:path>
                <a:path w="5276215" h="1388745">
                  <a:moveTo>
                    <a:pt x="5259514" y="657910"/>
                  </a:moveTo>
                  <a:lnTo>
                    <a:pt x="5256631" y="599630"/>
                  </a:lnTo>
                  <a:lnTo>
                    <a:pt x="5256022" y="587184"/>
                  </a:lnTo>
                  <a:lnTo>
                    <a:pt x="5255907" y="584885"/>
                  </a:lnTo>
                  <a:lnTo>
                    <a:pt x="5233555" y="591337"/>
                  </a:lnTo>
                  <a:lnTo>
                    <a:pt x="5210518" y="595934"/>
                  </a:lnTo>
                  <a:lnTo>
                    <a:pt x="5187086" y="598703"/>
                  </a:lnTo>
                  <a:lnTo>
                    <a:pt x="5163515" y="599630"/>
                  </a:lnTo>
                  <a:lnTo>
                    <a:pt x="5147449" y="598195"/>
                  </a:lnTo>
                  <a:lnTo>
                    <a:pt x="5135689" y="594004"/>
                  </a:lnTo>
                  <a:lnTo>
                    <a:pt x="5128450" y="587184"/>
                  </a:lnTo>
                  <a:lnTo>
                    <a:pt x="5125986" y="577862"/>
                  </a:lnTo>
                  <a:lnTo>
                    <a:pt x="5127244" y="568337"/>
                  </a:lnTo>
                  <a:lnTo>
                    <a:pt x="5131168" y="557809"/>
                  </a:lnTo>
                  <a:lnTo>
                    <a:pt x="5138013" y="545617"/>
                  </a:lnTo>
                  <a:lnTo>
                    <a:pt x="5147996" y="531177"/>
                  </a:lnTo>
                  <a:lnTo>
                    <a:pt x="5089169" y="508012"/>
                  </a:lnTo>
                  <a:lnTo>
                    <a:pt x="5073497" y="532041"/>
                  </a:lnTo>
                  <a:lnTo>
                    <a:pt x="5062601" y="553948"/>
                  </a:lnTo>
                  <a:lnTo>
                    <a:pt x="5056238" y="574205"/>
                  </a:lnTo>
                  <a:lnTo>
                    <a:pt x="5054168" y="593305"/>
                  </a:lnTo>
                  <a:lnTo>
                    <a:pt x="5055781" y="607479"/>
                  </a:lnTo>
                  <a:lnTo>
                    <a:pt x="5079428" y="644207"/>
                  </a:lnTo>
                  <a:lnTo>
                    <a:pt x="5113756" y="661098"/>
                  </a:lnTo>
                  <a:lnTo>
                    <a:pt x="5163515" y="666673"/>
                  </a:lnTo>
                  <a:lnTo>
                    <a:pt x="5181993" y="666318"/>
                  </a:lnTo>
                  <a:lnTo>
                    <a:pt x="5199342" y="665276"/>
                  </a:lnTo>
                  <a:lnTo>
                    <a:pt x="5199748" y="665276"/>
                  </a:lnTo>
                  <a:lnTo>
                    <a:pt x="5219763" y="663270"/>
                  </a:lnTo>
                  <a:lnTo>
                    <a:pt x="5241480" y="660361"/>
                  </a:lnTo>
                  <a:lnTo>
                    <a:pt x="5250853" y="658609"/>
                  </a:lnTo>
                  <a:lnTo>
                    <a:pt x="5253380" y="658609"/>
                  </a:lnTo>
                  <a:lnTo>
                    <a:pt x="5259514" y="657910"/>
                  </a:lnTo>
                  <a:close/>
                </a:path>
                <a:path w="5276215" h="1388745">
                  <a:moveTo>
                    <a:pt x="5276113" y="752348"/>
                  </a:moveTo>
                  <a:lnTo>
                    <a:pt x="5271135" y="738378"/>
                  </a:lnTo>
                  <a:lnTo>
                    <a:pt x="5266334" y="726948"/>
                  </a:lnTo>
                  <a:lnTo>
                    <a:pt x="5260645" y="715568"/>
                  </a:lnTo>
                  <a:lnTo>
                    <a:pt x="5253025" y="701802"/>
                  </a:lnTo>
                  <a:lnTo>
                    <a:pt x="5215852" y="712330"/>
                  </a:lnTo>
                  <a:lnTo>
                    <a:pt x="5220297" y="719480"/>
                  </a:lnTo>
                  <a:lnTo>
                    <a:pt x="5223789" y="726071"/>
                  </a:lnTo>
                  <a:lnTo>
                    <a:pt x="5227015" y="733513"/>
                  </a:lnTo>
                  <a:lnTo>
                    <a:pt x="5230647" y="743229"/>
                  </a:lnTo>
                  <a:lnTo>
                    <a:pt x="5227040" y="744270"/>
                  </a:lnTo>
                  <a:lnTo>
                    <a:pt x="5225961" y="744270"/>
                  </a:lnTo>
                  <a:lnTo>
                    <a:pt x="5222341" y="745324"/>
                  </a:lnTo>
                  <a:lnTo>
                    <a:pt x="5219217" y="737438"/>
                  </a:lnTo>
                  <a:lnTo>
                    <a:pt x="5215763" y="729576"/>
                  </a:lnTo>
                  <a:lnTo>
                    <a:pt x="5211889" y="721791"/>
                  </a:lnTo>
                  <a:lnTo>
                    <a:pt x="5207546" y="714095"/>
                  </a:lnTo>
                  <a:lnTo>
                    <a:pt x="5168214" y="723214"/>
                  </a:lnTo>
                  <a:lnTo>
                    <a:pt x="5171757" y="730554"/>
                  </a:lnTo>
                  <a:lnTo>
                    <a:pt x="5175250" y="738441"/>
                  </a:lnTo>
                  <a:lnTo>
                    <a:pt x="5181206" y="753402"/>
                  </a:lnTo>
                  <a:lnTo>
                    <a:pt x="5151247" y="758317"/>
                  </a:lnTo>
                  <a:lnTo>
                    <a:pt x="5147437" y="748182"/>
                  </a:lnTo>
                  <a:lnTo>
                    <a:pt x="5143766" y="736422"/>
                  </a:lnTo>
                  <a:lnTo>
                    <a:pt x="5140490" y="724217"/>
                  </a:lnTo>
                  <a:lnTo>
                    <a:pt x="5137899" y="712685"/>
                  </a:lnTo>
                  <a:lnTo>
                    <a:pt x="5061394" y="721461"/>
                  </a:lnTo>
                  <a:lnTo>
                    <a:pt x="5064722" y="728091"/>
                  </a:lnTo>
                  <a:lnTo>
                    <a:pt x="5067744" y="734974"/>
                  </a:lnTo>
                  <a:lnTo>
                    <a:pt x="5079797" y="766394"/>
                  </a:lnTo>
                  <a:lnTo>
                    <a:pt x="5056759" y="768096"/>
                  </a:lnTo>
                  <a:lnTo>
                    <a:pt x="5033861" y="769429"/>
                  </a:lnTo>
                  <a:lnTo>
                    <a:pt x="5012194" y="770305"/>
                  </a:lnTo>
                  <a:lnTo>
                    <a:pt x="4992814" y="770610"/>
                  </a:lnTo>
                  <a:lnTo>
                    <a:pt x="4981257" y="770483"/>
                  </a:lnTo>
                  <a:lnTo>
                    <a:pt x="4970983" y="770089"/>
                  </a:lnTo>
                  <a:lnTo>
                    <a:pt x="4951311" y="768502"/>
                  </a:lnTo>
                  <a:lnTo>
                    <a:pt x="4957089" y="837653"/>
                  </a:lnTo>
                  <a:lnTo>
                    <a:pt x="4963223" y="836955"/>
                  </a:lnTo>
                  <a:lnTo>
                    <a:pt x="5021999" y="834707"/>
                  </a:lnTo>
                  <a:lnTo>
                    <a:pt x="5050383" y="833272"/>
                  </a:lnTo>
                  <a:lnTo>
                    <a:pt x="5073612" y="831570"/>
                  </a:lnTo>
                  <a:lnTo>
                    <a:pt x="5103609" y="828878"/>
                  </a:lnTo>
                  <a:lnTo>
                    <a:pt x="5116601" y="852665"/>
                  </a:lnTo>
                  <a:lnTo>
                    <a:pt x="5120970" y="859878"/>
                  </a:lnTo>
                  <a:lnTo>
                    <a:pt x="5125263" y="866444"/>
                  </a:lnTo>
                  <a:lnTo>
                    <a:pt x="5114810" y="863790"/>
                  </a:lnTo>
                  <a:lnTo>
                    <a:pt x="5104193" y="862050"/>
                  </a:lnTo>
                  <a:lnTo>
                    <a:pt x="5092827" y="861110"/>
                  </a:lnTo>
                  <a:lnTo>
                    <a:pt x="5080152" y="860818"/>
                  </a:lnTo>
                  <a:lnTo>
                    <a:pt x="5064315" y="861466"/>
                  </a:lnTo>
                  <a:lnTo>
                    <a:pt x="5018443" y="870305"/>
                  </a:lnTo>
                  <a:lnTo>
                    <a:pt x="4981587" y="889609"/>
                  </a:lnTo>
                  <a:lnTo>
                    <a:pt x="4959248" y="921562"/>
                  </a:lnTo>
                  <a:lnTo>
                    <a:pt x="4954562" y="948944"/>
                  </a:lnTo>
                  <a:lnTo>
                    <a:pt x="4956149" y="964603"/>
                  </a:lnTo>
                  <a:lnTo>
                    <a:pt x="4978374" y="1003350"/>
                  </a:lnTo>
                  <a:lnTo>
                    <a:pt x="5024704" y="1026693"/>
                  </a:lnTo>
                  <a:lnTo>
                    <a:pt x="5094592" y="1034237"/>
                  </a:lnTo>
                  <a:lnTo>
                    <a:pt x="5120462" y="1033653"/>
                  </a:lnTo>
                  <a:lnTo>
                    <a:pt x="5145113" y="1031608"/>
                  </a:lnTo>
                  <a:lnTo>
                    <a:pt x="5171935" y="1027734"/>
                  </a:lnTo>
                  <a:lnTo>
                    <a:pt x="5204307" y="1021613"/>
                  </a:lnTo>
                  <a:lnTo>
                    <a:pt x="5212245" y="1019848"/>
                  </a:lnTo>
                  <a:lnTo>
                    <a:pt x="5221986" y="1018451"/>
                  </a:lnTo>
                  <a:lnTo>
                    <a:pt x="5212613" y="944727"/>
                  </a:lnTo>
                  <a:lnTo>
                    <a:pt x="5187937" y="954582"/>
                  </a:lnTo>
                  <a:lnTo>
                    <a:pt x="5158702" y="962240"/>
                  </a:lnTo>
                  <a:lnTo>
                    <a:pt x="5127091" y="967193"/>
                  </a:lnTo>
                  <a:lnTo>
                    <a:pt x="5095316" y="968946"/>
                  </a:lnTo>
                  <a:lnTo>
                    <a:pt x="5078603" y="968375"/>
                  </a:lnTo>
                  <a:lnTo>
                    <a:pt x="5037201" y="957719"/>
                  </a:lnTo>
                  <a:lnTo>
                    <a:pt x="5033594" y="952093"/>
                  </a:lnTo>
                  <a:lnTo>
                    <a:pt x="5033594" y="946137"/>
                  </a:lnTo>
                  <a:lnTo>
                    <a:pt x="5037404" y="935482"/>
                  </a:lnTo>
                  <a:lnTo>
                    <a:pt x="5048707" y="927798"/>
                  </a:lnTo>
                  <a:lnTo>
                    <a:pt x="5067249" y="923137"/>
                  </a:lnTo>
                  <a:lnTo>
                    <a:pt x="5092789" y="921562"/>
                  </a:lnTo>
                  <a:lnTo>
                    <a:pt x="5106670" y="921905"/>
                  </a:lnTo>
                  <a:lnTo>
                    <a:pt x="5148123" y="930643"/>
                  </a:lnTo>
                  <a:lnTo>
                    <a:pt x="5165687" y="943673"/>
                  </a:lnTo>
                  <a:lnTo>
                    <a:pt x="5236426" y="917346"/>
                  </a:lnTo>
                  <a:lnTo>
                    <a:pt x="5221871" y="896620"/>
                  </a:lnTo>
                  <a:lnTo>
                    <a:pt x="5207190" y="873988"/>
                  </a:lnTo>
                  <a:lnTo>
                    <a:pt x="5191963" y="848728"/>
                  </a:lnTo>
                  <a:lnTo>
                    <a:pt x="5175796" y="820102"/>
                  </a:lnTo>
                  <a:lnTo>
                    <a:pt x="5248338" y="809218"/>
                  </a:lnTo>
                  <a:lnTo>
                    <a:pt x="5243639" y="762876"/>
                  </a:lnTo>
                  <a:lnTo>
                    <a:pt x="5276113" y="75234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805086" y="7559859"/>
              <a:ext cx="74656" cy="6512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807063" y="7777144"/>
              <a:ext cx="68538" cy="66586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502717" y="6516243"/>
              <a:ext cx="901700" cy="1370330"/>
            </a:xfrm>
            <a:custGeom>
              <a:avLst/>
              <a:gdLst/>
              <a:ahLst/>
              <a:cxnLst/>
              <a:rect l="l" t="t" r="r" b="b"/>
              <a:pathLst>
                <a:path w="901700" h="1370329">
                  <a:moveTo>
                    <a:pt x="89306" y="1267993"/>
                  </a:moveTo>
                  <a:lnTo>
                    <a:pt x="44653" y="1237424"/>
                  </a:lnTo>
                  <a:lnTo>
                    <a:pt x="32842" y="1268971"/>
                  </a:lnTo>
                  <a:lnTo>
                    <a:pt x="21615" y="1294892"/>
                  </a:lnTo>
                  <a:lnTo>
                    <a:pt x="10896" y="1315300"/>
                  </a:lnTo>
                  <a:lnTo>
                    <a:pt x="596" y="1330312"/>
                  </a:lnTo>
                  <a:lnTo>
                    <a:pt x="47345" y="1370177"/>
                  </a:lnTo>
                  <a:lnTo>
                    <a:pt x="65443" y="1334160"/>
                  </a:lnTo>
                  <a:lnTo>
                    <a:pt x="81089" y="1293164"/>
                  </a:lnTo>
                  <a:lnTo>
                    <a:pt x="89306" y="1267993"/>
                  </a:lnTo>
                  <a:close/>
                </a:path>
                <a:path w="901700" h="1370329">
                  <a:moveTo>
                    <a:pt x="91401" y="1196378"/>
                  </a:moveTo>
                  <a:lnTo>
                    <a:pt x="76606" y="1185557"/>
                  </a:lnTo>
                  <a:lnTo>
                    <a:pt x="62966" y="1176121"/>
                  </a:lnTo>
                  <a:lnTo>
                    <a:pt x="48704" y="1166850"/>
                  </a:lnTo>
                  <a:lnTo>
                    <a:pt x="32067" y="1156525"/>
                  </a:lnTo>
                  <a:lnTo>
                    <a:pt x="596" y="1198778"/>
                  </a:lnTo>
                  <a:lnTo>
                    <a:pt x="16929" y="1207985"/>
                  </a:lnTo>
                  <a:lnTo>
                    <a:pt x="31280" y="1217129"/>
                  </a:lnTo>
                  <a:lnTo>
                    <a:pt x="45554" y="1227518"/>
                  </a:lnTo>
                  <a:lnTo>
                    <a:pt x="61722" y="1240421"/>
                  </a:lnTo>
                  <a:lnTo>
                    <a:pt x="91401" y="1196378"/>
                  </a:lnTo>
                  <a:close/>
                </a:path>
                <a:path w="901700" h="1370329">
                  <a:moveTo>
                    <a:pt x="272973" y="927036"/>
                  </a:moveTo>
                  <a:lnTo>
                    <a:pt x="266992" y="927646"/>
                  </a:lnTo>
                  <a:lnTo>
                    <a:pt x="260096" y="927950"/>
                  </a:lnTo>
                  <a:lnTo>
                    <a:pt x="102476" y="927950"/>
                  </a:lnTo>
                  <a:lnTo>
                    <a:pt x="97078" y="927341"/>
                  </a:lnTo>
                  <a:lnTo>
                    <a:pt x="97078" y="963904"/>
                  </a:lnTo>
                  <a:lnTo>
                    <a:pt x="102781" y="963295"/>
                  </a:lnTo>
                  <a:lnTo>
                    <a:pt x="260388" y="963295"/>
                  </a:lnTo>
                  <a:lnTo>
                    <a:pt x="266992" y="963599"/>
                  </a:lnTo>
                  <a:lnTo>
                    <a:pt x="272973" y="964196"/>
                  </a:lnTo>
                  <a:lnTo>
                    <a:pt x="272973" y="963295"/>
                  </a:lnTo>
                  <a:lnTo>
                    <a:pt x="272973" y="927950"/>
                  </a:lnTo>
                  <a:lnTo>
                    <a:pt x="272973" y="927036"/>
                  </a:lnTo>
                  <a:close/>
                </a:path>
                <a:path w="901700" h="1370329">
                  <a:moveTo>
                    <a:pt x="272973" y="885393"/>
                  </a:moveTo>
                  <a:lnTo>
                    <a:pt x="266992" y="886002"/>
                  </a:lnTo>
                  <a:lnTo>
                    <a:pt x="260096" y="886307"/>
                  </a:lnTo>
                  <a:lnTo>
                    <a:pt x="102476" y="886307"/>
                  </a:lnTo>
                  <a:lnTo>
                    <a:pt x="97078" y="885698"/>
                  </a:lnTo>
                  <a:lnTo>
                    <a:pt x="97078" y="922248"/>
                  </a:lnTo>
                  <a:lnTo>
                    <a:pt x="102781" y="921664"/>
                  </a:lnTo>
                  <a:lnTo>
                    <a:pt x="260388" y="921664"/>
                  </a:lnTo>
                  <a:lnTo>
                    <a:pt x="266992" y="921969"/>
                  </a:lnTo>
                  <a:lnTo>
                    <a:pt x="272973" y="922553"/>
                  </a:lnTo>
                  <a:lnTo>
                    <a:pt x="272973" y="921664"/>
                  </a:lnTo>
                  <a:lnTo>
                    <a:pt x="272973" y="886307"/>
                  </a:lnTo>
                  <a:lnTo>
                    <a:pt x="272973" y="885393"/>
                  </a:lnTo>
                  <a:close/>
                </a:path>
                <a:path w="901700" h="1370329">
                  <a:moveTo>
                    <a:pt x="273278" y="788911"/>
                  </a:moveTo>
                  <a:lnTo>
                    <a:pt x="265709" y="789660"/>
                  </a:lnTo>
                  <a:lnTo>
                    <a:pt x="257911" y="790117"/>
                  </a:lnTo>
                  <a:lnTo>
                    <a:pt x="249339" y="790346"/>
                  </a:lnTo>
                  <a:lnTo>
                    <a:pt x="126199" y="790346"/>
                  </a:lnTo>
                  <a:lnTo>
                    <a:pt x="117424" y="790117"/>
                  </a:lnTo>
                  <a:lnTo>
                    <a:pt x="109499" y="789660"/>
                  </a:lnTo>
                  <a:lnTo>
                    <a:pt x="101879" y="788911"/>
                  </a:lnTo>
                  <a:lnTo>
                    <a:pt x="101879" y="832358"/>
                  </a:lnTo>
                  <a:lnTo>
                    <a:pt x="108140" y="831977"/>
                  </a:lnTo>
                  <a:lnTo>
                    <a:pt x="114427" y="831684"/>
                  </a:lnTo>
                  <a:lnTo>
                    <a:pt x="121551" y="831519"/>
                  </a:lnTo>
                  <a:lnTo>
                    <a:pt x="253593" y="831519"/>
                  </a:lnTo>
                  <a:lnTo>
                    <a:pt x="260718" y="831684"/>
                  </a:lnTo>
                  <a:lnTo>
                    <a:pt x="267017" y="831977"/>
                  </a:lnTo>
                  <a:lnTo>
                    <a:pt x="273278" y="832358"/>
                  </a:lnTo>
                  <a:lnTo>
                    <a:pt x="273278" y="831519"/>
                  </a:lnTo>
                  <a:lnTo>
                    <a:pt x="273278" y="790346"/>
                  </a:lnTo>
                  <a:lnTo>
                    <a:pt x="273278" y="788911"/>
                  </a:lnTo>
                  <a:close/>
                </a:path>
                <a:path w="901700" h="1370329">
                  <a:moveTo>
                    <a:pt x="275971" y="1068768"/>
                  </a:moveTo>
                  <a:lnTo>
                    <a:pt x="275412" y="1062913"/>
                  </a:lnTo>
                  <a:lnTo>
                    <a:pt x="275361" y="1062304"/>
                  </a:lnTo>
                  <a:lnTo>
                    <a:pt x="275158" y="1059446"/>
                  </a:lnTo>
                  <a:lnTo>
                    <a:pt x="275107" y="1058583"/>
                  </a:lnTo>
                  <a:lnTo>
                    <a:pt x="274942" y="1056157"/>
                  </a:lnTo>
                  <a:lnTo>
                    <a:pt x="274523" y="1009142"/>
                  </a:lnTo>
                  <a:lnTo>
                    <a:pt x="274485" y="981278"/>
                  </a:lnTo>
                  <a:lnTo>
                    <a:pt x="274777" y="975283"/>
                  </a:lnTo>
                  <a:lnTo>
                    <a:pt x="275551" y="969594"/>
                  </a:lnTo>
                  <a:lnTo>
                    <a:pt x="275678" y="968692"/>
                  </a:lnTo>
                  <a:lnTo>
                    <a:pt x="269976" y="969289"/>
                  </a:lnTo>
                  <a:lnTo>
                    <a:pt x="263690" y="969594"/>
                  </a:lnTo>
                  <a:lnTo>
                    <a:pt x="221729" y="969594"/>
                  </a:lnTo>
                  <a:lnTo>
                    <a:pt x="221729" y="1009142"/>
                  </a:lnTo>
                  <a:lnTo>
                    <a:pt x="221729" y="1018133"/>
                  </a:lnTo>
                  <a:lnTo>
                    <a:pt x="147116" y="1018133"/>
                  </a:lnTo>
                  <a:lnTo>
                    <a:pt x="147116" y="1009142"/>
                  </a:lnTo>
                  <a:lnTo>
                    <a:pt x="221729" y="1009142"/>
                  </a:lnTo>
                  <a:lnTo>
                    <a:pt x="221729" y="969594"/>
                  </a:lnTo>
                  <a:lnTo>
                    <a:pt x="107569" y="969594"/>
                  </a:lnTo>
                  <a:lnTo>
                    <a:pt x="101282" y="969289"/>
                  </a:lnTo>
                  <a:lnTo>
                    <a:pt x="94081" y="968692"/>
                  </a:lnTo>
                  <a:lnTo>
                    <a:pt x="94996" y="975283"/>
                  </a:lnTo>
                  <a:lnTo>
                    <a:pt x="95237" y="981278"/>
                  </a:lnTo>
                  <a:lnTo>
                    <a:pt x="95186" y="1043711"/>
                  </a:lnTo>
                  <a:lnTo>
                    <a:pt x="95059" y="1051585"/>
                  </a:lnTo>
                  <a:lnTo>
                    <a:pt x="94907" y="1055408"/>
                  </a:lnTo>
                  <a:lnTo>
                    <a:pt x="94869" y="1056157"/>
                  </a:lnTo>
                  <a:lnTo>
                    <a:pt x="94437" y="1062304"/>
                  </a:lnTo>
                  <a:lnTo>
                    <a:pt x="94399" y="1062913"/>
                  </a:lnTo>
                  <a:lnTo>
                    <a:pt x="93814" y="1068768"/>
                  </a:lnTo>
                  <a:lnTo>
                    <a:pt x="93776" y="1069073"/>
                  </a:lnTo>
                  <a:lnTo>
                    <a:pt x="147129" y="1069073"/>
                  </a:lnTo>
                  <a:lnTo>
                    <a:pt x="147129" y="1058583"/>
                  </a:lnTo>
                  <a:lnTo>
                    <a:pt x="221729" y="1058583"/>
                  </a:lnTo>
                  <a:lnTo>
                    <a:pt x="221729" y="1068768"/>
                  </a:lnTo>
                  <a:lnTo>
                    <a:pt x="275971" y="1068768"/>
                  </a:lnTo>
                  <a:close/>
                </a:path>
                <a:path w="901700" h="1370329">
                  <a:moveTo>
                    <a:pt x="284962" y="1300060"/>
                  </a:moveTo>
                  <a:lnTo>
                    <a:pt x="277329" y="1300848"/>
                  </a:lnTo>
                  <a:lnTo>
                    <a:pt x="267995" y="1301407"/>
                  </a:lnTo>
                  <a:lnTo>
                    <a:pt x="253365" y="1301851"/>
                  </a:lnTo>
                  <a:lnTo>
                    <a:pt x="212153" y="1301851"/>
                  </a:lnTo>
                  <a:lnTo>
                    <a:pt x="212153" y="1152144"/>
                  </a:lnTo>
                  <a:lnTo>
                    <a:pt x="253034" y="1152144"/>
                  </a:lnTo>
                  <a:lnTo>
                    <a:pt x="263194" y="1152486"/>
                  </a:lnTo>
                  <a:lnTo>
                    <a:pt x="272186" y="1153045"/>
                  </a:lnTo>
                  <a:lnTo>
                    <a:pt x="280466" y="1153820"/>
                  </a:lnTo>
                  <a:lnTo>
                    <a:pt x="280466" y="1152144"/>
                  </a:lnTo>
                  <a:lnTo>
                    <a:pt x="280466" y="1125664"/>
                  </a:lnTo>
                  <a:lnTo>
                    <a:pt x="280466" y="1117269"/>
                  </a:lnTo>
                  <a:lnTo>
                    <a:pt x="280466" y="1099489"/>
                  </a:lnTo>
                  <a:lnTo>
                    <a:pt x="280466" y="1097800"/>
                  </a:lnTo>
                  <a:lnTo>
                    <a:pt x="272059" y="1098588"/>
                  </a:lnTo>
                  <a:lnTo>
                    <a:pt x="263309" y="1099146"/>
                  </a:lnTo>
                  <a:lnTo>
                    <a:pt x="253326" y="1099489"/>
                  </a:lnTo>
                  <a:lnTo>
                    <a:pt x="124434" y="1099489"/>
                  </a:lnTo>
                  <a:lnTo>
                    <a:pt x="114274" y="1099146"/>
                  </a:lnTo>
                  <a:lnTo>
                    <a:pt x="105410" y="1098588"/>
                  </a:lnTo>
                  <a:lnTo>
                    <a:pt x="97078" y="1097800"/>
                  </a:lnTo>
                  <a:lnTo>
                    <a:pt x="97078" y="1117269"/>
                  </a:lnTo>
                  <a:lnTo>
                    <a:pt x="82727" y="1106716"/>
                  </a:lnTo>
                  <a:lnTo>
                    <a:pt x="69888" y="1097991"/>
                  </a:lnTo>
                  <a:lnTo>
                    <a:pt x="56718" y="1089761"/>
                  </a:lnTo>
                  <a:lnTo>
                    <a:pt x="41351" y="1080719"/>
                  </a:lnTo>
                  <a:lnTo>
                    <a:pt x="8102" y="1119974"/>
                  </a:lnTo>
                  <a:lnTo>
                    <a:pt x="27190" y="1132319"/>
                  </a:lnTo>
                  <a:lnTo>
                    <a:pt x="41948" y="1142555"/>
                  </a:lnTo>
                  <a:lnTo>
                    <a:pt x="54698" y="1152296"/>
                  </a:lnTo>
                  <a:lnTo>
                    <a:pt x="67729" y="1163116"/>
                  </a:lnTo>
                  <a:lnTo>
                    <a:pt x="97078" y="1125664"/>
                  </a:lnTo>
                  <a:lnTo>
                    <a:pt x="97078" y="1153820"/>
                  </a:lnTo>
                  <a:lnTo>
                    <a:pt x="105194" y="1153045"/>
                  </a:lnTo>
                  <a:lnTo>
                    <a:pt x="114084" y="1152486"/>
                  </a:lnTo>
                  <a:lnTo>
                    <a:pt x="124218" y="1152144"/>
                  </a:lnTo>
                  <a:lnTo>
                    <a:pt x="156121" y="1152144"/>
                  </a:lnTo>
                  <a:lnTo>
                    <a:pt x="156121" y="1301851"/>
                  </a:lnTo>
                  <a:lnTo>
                    <a:pt x="115595" y="1301851"/>
                  </a:lnTo>
                  <a:lnTo>
                    <a:pt x="101384" y="1301407"/>
                  </a:lnTo>
                  <a:lnTo>
                    <a:pt x="92240" y="1300848"/>
                  </a:lnTo>
                  <a:lnTo>
                    <a:pt x="84201" y="1300060"/>
                  </a:lnTo>
                  <a:lnTo>
                    <a:pt x="84201" y="1356093"/>
                  </a:lnTo>
                  <a:lnTo>
                    <a:pt x="92456" y="1355305"/>
                  </a:lnTo>
                  <a:lnTo>
                    <a:pt x="101498" y="1354747"/>
                  </a:lnTo>
                  <a:lnTo>
                    <a:pt x="112001" y="1354404"/>
                  </a:lnTo>
                  <a:lnTo>
                    <a:pt x="257149" y="1354404"/>
                  </a:lnTo>
                  <a:lnTo>
                    <a:pt x="267665" y="1354747"/>
                  </a:lnTo>
                  <a:lnTo>
                    <a:pt x="276707" y="1355305"/>
                  </a:lnTo>
                  <a:lnTo>
                    <a:pt x="284962" y="1356093"/>
                  </a:lnTo>
                  <a:lnTo>
                    <a:pt x="284962" y="1354404"/>
                  </a:lnTo>
                  <a:lnTo>
                    <a:pt x="284962" y="1301851"/>
                  </a:lnTo>
                  <a:lnTo>
                    <a:pt x="284962" y="1300060"/>
                  </a:lnTo>
                  <a:close/>
                </a:path>
                <a:path w="901700" h="1370329">
                  <a:moveTo>
                    <a:pt x="288264" y="836256"/>
                  </a:moveTo>
                  <a:lnTo>
                    <a:pt x="282359" y="837006"/>
                  </a:lnTo>
                  <a:lnTo>
                    <a:pt x="276352" y="837463"/>
                  </a:lnTo>
                  <a:lnTo>
                    <a:pt x="267627" y="837755"/>
                  </a:lnTo>
                  <a:lnTo>
                    <a:pt x="101282" y="837755"/>
                  </a:lnTo>
                  <a:lnTo>
                    <a:pt x="94754" y="837463"/>
                  </a:lnTo>
                  <a:lnTo>
                    <a:pt x="88392" y="836853"/>
                  </a:lnTo>
                  <a:lnTo>
                    <a:pt x="91998" y="828154"/>
                  </a:lnTo>
                  <a:lnTo>
                    <a:pt x="94691" y="820077"/>
                  </a:lnTo>
                  <a:lnTo>
                    <a:pt x="96189" y="815276"/>
                  </a:lnTo>
                  <a:lnTo>
                    <a:pt x="97688" y="810780"/>
                  </a:lnTo>
                  <a:lnTo>
                    <a:pt x="98882" y="806881"/>
                  </a:lnTo>
                  <a:lnTo>
                    <a:pt x="101574" y="798487"/>
                  </a:lnTo>
                  <a:lnTo>
                    <a:pt x="47929" y="779322"/>
                  </a:lnTo>
                  <a:lnTo>
                    <a:pt x="46520" y="788250"/>
                  </a:lnTo>
                  <a:lnTo>
                    <a:pt x="44386" y="797636"/>
                  </a:lnTo>
                  <a:lnTo>
                    <a:pt x="29578" y="838314"/>
                  </a:lnTo>
                  <a:lnTo>
                    <a:pt x="0" y="881202"/>
                  </a:lnTo>
                  <a:lnTo>
                    <a:pt x="5473" y="898474"/>
                  </a:lnTo>
                  <a:lnTo>
                    <a:pt x="9664" y="914171"/>
                  </a:lnTo>
                  <a:lnTo>
                    <a:pt x="13055" y="930084"/>
                  </a:lnTo>
                  <a:lnTo>
                    <a:pt x="16179" y="948016"/>
                  </a:lnTo>
                  <a:lnTo>
                    <a:pt x="21882" y="942924"/>
                  </a:lnTo>
                  <a:lnTo>
                    <a:pt x="24282" y="940536"/>
                  </a:lnTo>
                  <a:lnTo>
                    <a:pt x="28752" y="934834"/>
                  </a:lnTo>
                  <a:lnTo>
                    <a:pt x="28752" y="950709"/>
                  </a:lnTo>
                  <a:lnTo>
                    <a:pt x="28473" y="955205"/>
                  </a:lnTo>
                  <a:lnTo>
                    <a:pt x="28397" y="1044003"/>
                  </a:lnTo>
                  <a:lnTo>
                    <a:pt x="28257" y="1048004"/>
                  </a:lnTo>
                  <a:lnTo>
                    <a:pt x="28219" y="1048905"/>
                  </a:lnTo>
                  <a:lnTo>
                    <a:pt x="28130" y="1051585"/>
                  </a:lnTo>
                  <a:lnTo>
                    <a:pt x="27635" y="1058583"/>
                  </a:lnTo>
                  <a:lnTo>
                    <a:pt x="27571" y="1059446"/>
                  </a:lnTo>
                  <a:lnTo>
                    <a:pt x="26695" y="1068768"/>
                  </a:lnTo>
                  <a:lnTo>
                    <a:pt x="26670" y="1069073"/>
                  </a:lnTo>
                  <a:lnTo>
                    <a:pt x="82105" y="1069073"/>
                  </a:lnTo>
                  <a:lnTo>
                    <a:pt x="81203" y="1059446"/>
                  </a:lnTo>
                  <a:lnTo>
                    <a:pt x="80657" y="1051585"/>
                  </a:lnTo>
                  <a:lnTo>
                    <a:pt x="80391" y="1044003"/>
                  </a:lnTo>
                  <a:lnTo>
                    <a:pt x="80340" y="934834"/>
                  </a:lnTo>
                  <a:lnTo>
                    <a:pt x="80314" y="855141"/>
                  </a:lnTo>
                  <a:lnTo>
                    <a:pt x="83286" y="849134"/>
                  </a:lnTo>
                  <a:lnTo>
                    <a:pt x="83896" y="847356"/>
                  </a:lnTo>
                  <a:lnTo>
                    <a:pt x="86296" y="842238"/>
                  </a:lnTo>
                  <a:lnTo>
                    <a:pt x="86296" y="880897"/>
                  </a:lnTo>
                  <a:lnTo>
                    <a:pt x="94081" y="880300"/>
                  </a:lnTo>
                  <a:lnTo>
                    <a:pt x="99822" y="880059"/>
                  </a:lnTo>
                  <a:lnTo>
                    <a:pt x="269417" y="880059"/>
                  </a:lnTo>
                  <a:lnTo>
                    <a:pt x="277558" y="880300"/>
                  </a:lnTo>
                  <a:lnTo>
                    <a:pt x="276885" y="880300"/>
                  </a:lnTo>
                  <a:lnTo>
                    <a:pt x="282321" y="880643"/>
                  </a:lnTo>
                  <a:lnTo>
                    <a:pt x="288264" y="881202"/>
                  </a:lnTo>
                  <a:lnTo>
                    <a:pt x="288264" y="880059"/>
                  </a:lnTo>
                  <a:lnTo>
                    <a:pt x="288264" y="842238"/>
                  </a:lnTo>
                  <a:lnTo>
                    <a:pt x="288264" y="837755"/>
                  </a:lnTo>
                  <a:lnTo>
                    <a:pt x="288264" y="836256"/>
                  </a:lnTo>
                  <a:close/>
                </a:path>
                <a:path w="901700" h="1370329">
                  <a:moveTo>
                    <a:pt x="814730" y="1024013"/>
                  </a:moveTo>
                  <a:lnTo>
                    <a:pt x="811212" y="1024280"/>
                  </a:lnTo>
                  <a:lnTo>
                    <a:pt x="773874" y="1024280"/>
                  </a:lnTo>
                  <a:lnTo>
                    <a:pt x="771207" y="1024013"/>
                  </a:lnTo>
                  <a:lnTo>
                    <a:pt x="771207" y="1039431"/>
                  </a:lnTo>
                  <a:lnTo>
                    <a:pt x="773874" y="1039304"/>
                  </a:lnTo>
                  <a:lnTo>
                    <a:pt x="775550" y="1039164"/>
                  </a:lnTo>
                  <a:lnTo>
                    <a:pt x="810374" y="1039164"/>
                  </a:lnTo>
                  <a:lnTo>
                    <a:pt x="812901" y="1039304"/>
                  </a:lnTo>
                  <a:lnTo>
                    <a:pt x="814730" y="1039431"/>
                  </a:lnTo>
                  <a:lnTo>
                    <a:pt x="814730" y="1039164"/>
                  </a:lnTo>
                  <a:lnTo>
                    <a:pt x="814730" y="1024280"/>
                  </a:lnTo>
                  <a:lnTo>
                    <a:pt x="814730" y="1024013"/>
                  </a:lnTo>
                  <a:close/>
                </a:path>
                <a:path w="901700" h="1370329">
                  <a:moveTo>
                    <a:pt x="815009" y="963104"/>
                  </a:moveTo>
                  <a:lnTo>
                    <a:pt x="810933" y="963523"/>
                  </a:lnTo>
                  <a:lnTo>
                    <a:pt x="808837" y="963663"/>
                  </a:lnTo>
                  <a:lnTo>
                    <a:pt x="777100" y="963663"/>
                  </a:lnTo>
                  <a:lnTo>
                    <a:pt x="774992" y="963523"/>
                  </a:lnTo>
                  <a:lnTo>
                    <a:pt x="770928" y="963104"/>
                  </a:lnTo>
                  <a:lnTo>
                    <a:pt x="770928" y="979220"/>
                  </a:lnTo>
                  <a:lnTo>
                    <a:pt x="775271" y="978941"/>
                  </a:lnTo>
                  <a:lnTo>
                    <a:pt x="811072" y="978941"/>
                  </a:lnTo>
                  <a:lnTo>
                    <a:pt x="815009" y="979220"/>
                  </a:lnTo>
                  <a:lnTo>
                    <a:pt x="815009" y="978941"/>
                  </a:lnTo>
                  <a:lnTo>
                    <a:pt x="815009" y="963663"/>
                  </a:lnTo>
                  <a:lnTo>
                    <a:pt x="815009" y="963104"/>
                  </a:lnTo>
                  <a:close/>
                </a:path>
                <a:path w="901700" h="1370329">
                  <a:moveTo>
                    <a:pt x="823849" y="279933"/>
                  </a:moveTo>
                  <a:lnTo>
                    <a:pt x="818146" y="280606"/>
                  </a:lnTo>
                  <a:lnTo>
                    <a:pt x="777938" y="280606"/>
                  </a:lnTo>
                  <a:lnTo>
                    <a:pt x="773442" y="280339"/>
                  </a:lnTo>
                  <a:lnTo>
                    <a:pt x="768400" y="279793"/>
                  </a:lnTo>
                  <a:lnTo>
                    <a:pt x="768400" y="300558"/>
                  </a:lnTo>
                  <a:lnTo>
                    <a:pt x="773303" y="299999"/>
                  </a:lnTo>
                  <a:lnTo>
                    <a:pt x="778090" y="299732"/>
                  </a:lnTo>
                  <a:lnTo>
                    <a:pt x="802233" y="299732"/>
                  </a:lnTo>
                  <a:lnTo>
                    <a:pt x="802233" y="318033"/>
                  </a:lnTo>
                  <a:lnTo>
                    <a:pt x="823150" y="318033"/>
                  </a:lnTo>
                  <a:lnTo>
                    <a:pt x="823150" y="299732"/>
                  </a:lnTo>
                  <a:lnTo>
                    <a:pt x="823150" y="289344"/>
                  </a:lnTo>
                  <a:lnTo>
                    <a:pt x="823290" y="285115"/>
                  </a:lnTo>
                  <a:lnTo>
                    <a:pt x="823772" y="280606"/>
                  </a:lnTo>
                  <a:lnTo>
                    <a:pt x="823849" y="279933"/>
                  </a:lnTo>
                  <a:close/>
                </a:path>
                <a:path w="901700" h="1370329">
                  <a:moveTo>
                    <a:pt x="827214" y="833285"/>
                  </a:moveTo>
                  <a:lnTo>
                    <a:pt x="804189" y="824814"/>
                  </a:lnTo>
                  <a:lnTo>
                    <a:pt x="803198" y="829589"/>
                  </a:lnTo>
                  <a:lnTo>
                    <a:pt x="801217" y="834097"/>
                  </a:lnTo>
                  <a:lnTo>
                    <a:pt x="774268" y="867600"/>
                  </a:lnTo>
                  <a:lnTo>
                    <a:pt x="764311" y="874928"/>
                  </a:lnTo>
                  <a:lnTo>
                    <a:pt x="769937" y="881202"/>
                  </a:lnTo>
                  <a:lnTo>
                    <a:pt x="773442" y="886117"/>
                  </a:lnTo>
                  <a:lnTo>
                    <a:pt x="778357" y="894867"/>
                  </a:lnTo>
                  <a:lnTo>
                    <a:pt x="784809" y="889622"/>
                  </a:lnTo>
                  <a:lnTo>
                    <a:pt x="813523" y="857046"/>
                  </a:lnTo>
                  <a:lnTo>
                    <a:pt x="824966" y="836828"/>
                  </a:lnTo>
                  <a:lnTo>
                    <a:pt x="826223" y="834644"/>
                  </a:lnTo>
                  <a:lnTo>
                    <a:pt x="827214" y="833285"/>
                  </a:lnTo>
                  <a:close/>
                </a:path>
                <a:path w="901700" h="1370329">
                  <a:moveTo>
                    <a:pt x="882535" y="813638"/>
                  </a:moveTo>
                  <a:lnTo>
                    <a:pt x="881837" y="809129"/>
                  </a:lnTo>
                  <a:lnTo>
                    <a:pt x="881786" y="808037"/>
                  </a:lnTo>
                  <a:lnTo>
                    <a:pt x="881697" y="789051"/>
                  </a:lnTo>
                  <a:lnTo>
                    <a:pt x="881697" y="769531"/>
                  </a:lnTo>
                  <a:lnTo>
                    <a:pt x="881697" y="758063"/>
                  </a:lnTo>
                  <a:lnTo>
                    <a:pt x="881824" y="754240"/>
                  </a:lnTo>
                  <a:lnTo>
                    <a:pt x="881837" y="754100"/>
                  </a:lnTo>
                  <a:lnTo>
                    <a:pt x="882332" y="750557"/>
                  </a:lnTo>
                  <a:lnTo>
                    <a:pt x="882396" y="750138"/>
                  </a:lnTo>
                  <a:lnTo>
                    <a:pt x="879030" y="750417"/>
                  </a:lnTo>
                  <a:lnTo>
                    <a:pt x="874953" y="750557"/>
                  </a:lnTo>
                  <a:lnTo>
                    <a:pt x="859929" y="750557"/>
                  </a:lnTo>
                  <a:lnTo>
                    <a:pt x="859929" y="769531"/>
                  </a:lnTo>
                  <a:lnTo>
                    <a:pt x="859929" y="789051"/>
                  </a:lnTo>
                  <a:lnTo>
                    <a:pt x="803630" y="789051"/>
                  </a:lnTo>
                  <a:lnTo>
                    <a:pt x="803630" y="769531"/>
                  </a:lnTo>
                  <a:lnTo>
                    <a:pt x="859929" y="769531"/>
                  </a:lnTo>
                  <a:lnTo>
                    <a:pt x="859929" y="750557"/>
                  </a:lnTo>
                  <a:lnTo>
                    <a:pt x="788479" y="750557"/>
                  </a:lnTo>
                  <a:lnTo>
                    <a:pt x="784402" y="750417"/>
                  </a:lnTo>
                  <a:lnTo>
                    <a:pt x="781164" y="750138"/>
                  </a:lnTo>
                  <a:lnTo>
                    <a:pt x="781570" y="754100"/>
                  </a:lnTo>
                  <a:lnTo>
                    <a:pt x="781850" y="758063"/>
                  </a:lnTo>
                  <a:lnTo>
                    <a:pt x="781837" y="805713"/>
                  </a:lnTo>
                  <a:lnTo>
                    <a:pt x="781659" y="808037"/>
                  </a:lnTo>
                  <a:lnTo>
                    <a:pt x="781583" y="809129"/>
                  </a:lnTo>
                  <a:lnTo>
                    <a:pt x="781024" y="813638"/>
                  </a:lnTo>
                  <a:lnTo>
                    <a:pt x="803630" y="813638"/>
                  </a:lnTo>
                  <a:lnTo>
                    <a:pt x="803630" y="808037"/>
                  </a:lnTo>
                  <a:lnTo>
                    <a:pt x="859929" y="808037"/>
                  </a:lnTo>
                  <a:lnTo>
                    <a:pt x="859929" y="813638"/>
                  </a:lnTo>
                  <a:lnTo>
                    <a:pt x="882535" y="813638"/>
                  </a:lnTo>
                  <a:close/>
                </a:path>
                <a:path w="901700" h="1370329">
                  <a:moveTo>
                    <a:pt x="893203" y="19989"/>
                  </a:moveTo>
                  <a:lnTo>
                    <a:pt x="889787" y="20320"/>
                  </a:lnTo>
                  <a:lnTo>
                    <a:pt x="870889" y="20320"/>
                  </a:lnTo>
                  <a:lnTo>
                    <a:pt x="870889" y="40640"/>
                  </a:lnTo>
                  <a:lnTo>
                    <a:pt x="870889" y="66040"/>
                  </a:lnTo>
                  <a:lnTo>
                    <a:pt x="842530" y="66040"/>
                  </a:lnTo>
                  <a:lnTo>
                    <a:pt x="842530" y="40640"/>
                  </a:lnTo>
                  <a:lnTo>
                    <a:pt x="870889" y="40640"/>
                  </a:lnTo>
                  <a:lnTo>
                    <a:pt x="870889" y="20320"/>
                  </a:lnTo>
                  <a:lnTo>
                    <a:pt x="842568" y="20320"/>
                  </a:lnTo>
                  <a:lnTo>
                    <a:pt x="842568" y="7620"/>
                  </a:lnTo>
                  <a:lnTo>
                    <a:pt x="842632" y="3810"/>
                  </a:lnTo>
                  <a:lnTo>
                    <a:pt x="843000" y="3810"/>
                  </a:lnTo>
                  <a:lnTo>
                    <a:pt x="843000" y="0"/>
                  </a:lnTo>
                  <a:lnTo>
                    <a:pt x="819823" y="0"/>
                  </a:lnTo>
                  <a:lnTo>
                    <a:pt x="819823" y="3810"/>
                  </a:lnTo>
                  <a:lnTo>
                    <a:pt x="820254" y="3810"/>
                  </a:lnTo>
                  <a:lnTo>
                    <a:pt x="820254" y="7620"/>
                  </a:lnTo>
                  <a:lnTo>
                    <a:pt x="820331" y="20320"/>
                  </a:lnTo>
                  <a:lnTo>
                    <a:pt x="820331" y="40640"/>
                  </a:lnTo>
                  <a:lnTo>
                    <a:pt x="820331" y="66040"/>
                  </a:lnTo>
                  <a:lnTo>
                    <a:pt x="793242" y="66040"/>
                  </a:lnTo>
                  <a:lnTo>
                    <a:pt x="793242" y="40640"/>
                  </a:lnTo>
                  <a:lnTo>
                    <a:pt x="820331" y="40640"/>
                  </a:lnTo>
                  <a:lnTo>
                    <a:pt x="820331" y="20320"/>
                  </a:lnTo>
                  <a:lnTo>
                    <a:pt x="771144" y="20320"/>
                  </a:lnTo>
                  <a:lnTo>
                    <a:pt x="771144" y="24130"/>
                  </a:lnTo>
                  <a:lnTo>
                    <a:pt x="771334" y="24130"/>
                  </a:lnTo>
                  <a:lnTo>
                    <a:pt x="771334" y="26670"/>
                  </a:lnTo>
                  <a:lnTo>
                    <a:pt x="771334" y="40640"/>
                  </a:lnTo>
                  <a:lnTo>
                    <a:pt x="771334" y="66040"/>
                  </a:lnTo>
                  <a:lnTo>
                    <a:pt x="771334" y="86360"/>
                  </a:lnTo>
                  <a:lnTo>
                    <a:pt x="771334" y="88900"/>
                  </a:lnTo>
                  <a:lnTo>
                    <a:pt x="771093" y="88900"/>
                  </a:lnTo>
                  <a:lnTo>
                    <a:pt x="771093" y="92710"/>
                  </a:lnTo>
                  <a:lnTo>
                    <a:pt x="793242" y="92710"/>
                  </a:lnTo>
                  <a:lnTo>
                    <a:pt x="793242" y="88900"/>
                  </a:lnTo>
                  <a:lnTo>
                    <a:pt x="793242" y="86360"/>
                  </a:lnTo>
                  <a:lnTo>
                    <a:pt x="820318" y="86360"/>
                  </a:lnTo>
                  <a:lnTo>
                    <a:pt x="820318" y="118110"/>
                  </a:lnTo>
                  <a:lnTo>
                    <a:pt x="820178" y="118110"/>
                  </a:lnTo>
                  <a:lnTo>
                    <a:pt x="820178" y="123190"/>
                  </a:lnTo>
                  <a:lnTo>
                    <a:pt x="819683" y="123190"/>
                  </a:lnTo>
                  <a:lnTo>
                    <a:pt x="819683" y="128270"/>
                  </a:lnTo>
                  <a:lnTo>
                    <a:pt x="843114" y="128270"/>
                  </a:lnTo>
                  <a:lnTo>
                    <a:pt x="843114" y="123190"/>
                  </a:lnTo>
                  <a:lnTo>
                    <a:pt x="842632" y="123190"/>
                  </a:lnTo>
                  <a:lnTo>
                    <a:pt x="842632" y="118110"/>
                  </a:lnTo>
                  <a:lnTo>
                    <a:pt x="842530" y="86360"/>
                  </a:lnTo>
                  <a:lnTo>
                    <a:pt x="870889" y="86360"/>
                  </a:lnTo>
                  <a:lnTo>
                    <a:pt x="870889" y="88900"/>
                  </a:lnTo>
                  <a:lnTo>
                    <a:pt x="870889" y="92710"/>
                  </a:lnTo>
                  <a:lnTo>
                    <a:pt x="893013" y="92710"/>
                  </a:lnTo>
                  <a:lnTo>
                    <a:pt x="893013" y="88900"/>
                  </a:lnTo>
                  <a:lnTo>
                    <a:pt x="892708" y="88900"/>
                  </a:lnTo>
                  <a:lnTo>
                    <a:pt x="892708" y="86360"/>
                  </a:lnTo>
                  <a:lnTo>
                    <a:pt x="892644" y="66141"/>
                  </a:lnTo>
                  <a:lnTo>
                    <a:pt x="892644" y="40640"/>
                  </a:lnTo>
                  <a:lnTo>
                    <a:pt x="892644" y="40462"/>
                  </a:lnTo>
                  <a:lnTo>
                    <a:pt x="892644" y="26670"/>
                  </a:lnTo>
                  <a:lnTo>
                    <a:pt x="892708" y="24130"/>
                  </a:lnTo>
                  <a:lnTo>
                    <a:pt x="892975" y="24130"/>
                  </a:lnTo>
                  <a:lnTo>
                    <a:pt x="892975" y="20535"/>
                  </a:lnTo>
                  <a:lnTo>
                    <a:pt x="893140" y="20535"/>
                  </a:lnTo>
                  <a:lnTo>
                    <a:pt x="893203" y="19989"/>
                  </a:lnTo>
                  <a:close/>
                </a:path>
                <a:path w="901700" h="1370329">
                  <a:moveTo>
                    <a:pt x="893902" y="940739"/>
                  </a:moveTo>
                  <a:lnTo>
                    <a:pt x="892200" y="937729"/>
                  </a:lnTo>
                  <a:lnTo>
                    <a:pt x="886599" y="927798"/>
                  </a:lnTo>
                  <a:lnTo>
                    <a:pt x="883996" y="923671"/>
                  </a:lnTo>
                  <a:lnTo>
                    <a:pt x="883399" y="922718"/>
                  </a:lnTo>
                  <a:lnTo>
                    <a:pt x="878497" y="914908"/>
                  </a:lnTo>
                  <a:lnTo>
                    <a:pt x="869505" y="901890"/>
                  </a:lnTo>
                  <a:lnTo>
                    <a:pt x="859510" y="888580"/>
                  </a:lnTo>
                  <a:lnTo>
                    <a:pt x="840549" y="898677"/>
                  </a:lnTo>
                  <a:lnTo>
                    <a:pt x="844245" y="903262"/>
                  </a:lnTo>
                  <a:lnTo>
                    <a:pt x="848055" y="908342"/>
                  </a:lnTo>
                  <a:lnTo>
                    <a:pt x="851865" y="913841"/>
                  </a:lnTo>
                  <a:lnTo>
                    <a:pt x="855433" y="919441"/>
                  </a:lnTo>
                  <a:lnTo>
                    <a:pt x="847598" y="920445"/>
                  </a:lnTo>
                  <a:lnTo>
                    <a:pt x="838873" y="921283"/>
                  </a:lnTo>
                  <a:lnTo>
                    <a:pt x="828344" y="922007"/>
                  </a:lnTo>
                  <a:lnTo>
                    <a:pt x="815136" y="922718"/>
                  </a:lnTo>
                  <a:lnTo>
                    <a:pt x="821169" y="912609"/>
                  </a:lnTo>
                  <a:lnTo>
                    <a:pt x="827887" y="900099"/>
                  </a:lnTo>
                  <a:lnTo>
                    <a:pt x="834644" y="886434"/>
                  </a:lnTo>
                  <a:lnTo>
                    <a:pt x="840828" y="872871"/>
                  </a:lnTo>
                  <a:lnTo>
                    <a:pt x="841819" y="870419"/>
                  </a:lnTo>
                  <a:lnTo>
                    <a:pt x="841959" y="870140"/>
                  </a:lnTo>
                  <a:lnTo>
                    <a:pt x="842937" y="868514"/>
                  </a:lnTo>
                  <a:lnTo>
                    <a:pt x="817803" y="862507"/>
                  </a:lnTo>
                  <a:lnTo>
                    <a:pt x="816267" y="869594"/>
                  </a:lnTo>
                  <a:lnTo>
                    <a:pt x="814997" y="873429"/>
                  </a:lnTo>
                  <a:lnTo>
                    <a:pt x="795147" y="913841"/>
                  </a:lnTo>
                  <a:lnTo>
                    <a:pt x="789444" y="923671"/>
                  </a:lnTo>
                  <a:lnTo>
                    <a:pt x="777087" y="923671"/>
                  </a:lnTo>
                  <a:lnTo>
                    <a:pt x="774560" y="923531"/>
                  </a:lnTo>
                  <a:lnTo>
                    <a:pt x="771613" y="923264"/>
                  </a:lnTo>
                  <a:lnTo>
                    <a:pt x="774903" y="945921"/>
                  </a:lnTo>
                  <a:lnTo>
                    <a:pt x="774992" y="946607"/>
                  </a:lnTo>
                  <a:lnTo>
                    <a:pt x="777659" y="946200"/>
                  </a:lnTo>
                  <a:lnTo>
                    <a:pt x="780186" y="945921"/>
                  </a:lnTo>
                  <a:lnTo>
                    <a:pt x="780808" y="945921"/>
                  </a:lnTo>
                  <a:lnTo>
                    <a:pt x="808151" y="944219"/>
                  </a:lnTo>
                  <a:lnTo>
                    <a:pt x="829132" y="942479"/>
                  </a:lnTo>
                  <a:lnTo>
                    <a:pt x="847712" y="940371"/>
                  </a:lnTo>
                  <a:lnTo>
                    <a:pt x="865822" y="937729"/>
                  </a:lnTo>
                  <a:lnTo>
                    <a:pt x="868489" y="943063"/>
                  </a:lnTo>
                  <a:lnTo>
                    <a:pt x="872985" y="952347"/>
                  </a:lnTo>
                  <a:lnTo>
                    <a:pt x="893902" y="940739"/>
                  </a:lnTo>
                  <a:close/>
                </a:path>
                <a:path w="901700" h="1370329">
                  <a:moveTo>
                    <a:pt x="895870" y="149961"/>
                  </a:moveTo>
                  <a:lnTo>
                    <a:pt x="891387" y="150634"/>
                  </a:lnTo>
                  <a:lnTo>
                    <a:pt x="888149" y="150774"/>
                  </a:lnTo>
                  <a:lnTo>
                    <a:pt x="876922" y="150774"/>
                  </a:lnTo>
                  <a:lnTo>
                    <a:pt x="879589" y="146951"/>
                  </a:lnTo>
                  <a:lnTo>
                    <a:pt x="880567" y="145173"/>
                  </a:lnTo>
                  <a:lnTo>
                    <a:pt x="883513" y="140398"/>
                  </a:lnTo>
                  <a:lnTo>
                    <a:pt x="861898" y="136702"/>
                  </a:lnTo>
                  <a:lnTo>
                    <a:pt x="859802" y="142036"/>
                  </a:lnTo>
                  <a:lnTo>
                    <a:pt x="857961" y="145440"/>
                  </a:lnTo>
                  <a:lnTo>
                    <a:pt x="854633" y="150495"/>
                  </a:lnTo>
                  <a:lnTo>
                    <a:pt x="854544" y="150634"/>
                  </a:lnTo>
                  <a:lnTo>
                    <a:pt x="854456" y="150774"/>
                  </a:lnTo>
                  <a:lnTo>
                    <a:pt x="844486" y="150774"/>
                  </a:lnTo>
                  <a:lnTo>
                    <a:pt x="841679" y="145440"/>
                  </a:lnTo>
                  <a:lnTo>
                    <a:pt x="839990" y="142582"/>
                  </a:lnTo>
                  <a:lnTo>
                    <a:pt x="836066" y="136702"/>
                  </a:lnTo>
                  <a:lnTo>
                    <a:pt x="815708" y="141084"/>
                  </a:lnTo>
                  <a:lnTo>
                    <a:pt x="818515" y="144767"/>
                  </a:lnTo>
                  <a:lnTo>
                    <a:pt x="819492" y="146265"/>
                  </a:lnTo>
                  <a:lnTo>
                    <a:pt x="821994" y="150495"/>
                  </a:lnTo>
                  <a:lnTo>
                    <a:pt x="822083" y="150634"/>
                  </a:lnTo>
                  <a:lnTo>
                    <a:pt x="822172" y="150774"/>
                  </a:lnTo>
                  <a:lnTo>
                    <a:pt x="814019" y="150774"/>
                  </a:lnTo>
                  <a:lnTo>
                    <a:pt x="809523" y="150495"/>
                  </a:lnTo>
                  <a:lnTo>
                    <a:pt x="806018" y="149961"/>
                  </a:lnTo>
                  <a:lnTo>
                    <a:pt x="806018" y="162242"/>
                  </a:lnTo>
                  <a:lnTo>
                    <a:pt x="801497" y="156730"/>
                  </a:lnTo>
                  <a:lnTo>
                    <a:pt x="796010" y="151041"/>
                  </a:lnTo>
                  <a:lnTo>
                    <a:pt x="789305" y="144907"/>
                  </a:lnTo>
                  <a:lnTo>
                    <a:pt x="781164" y="138074"/>
                  </a:lnTo>
                  <a:lnTo>
                    <a:pt x="765314" y="152412"/>
                  </a:lnTo>
                  <a:lnTo>
                    <a:pt x="772744" y="158788"/>
                  </a:lnTo>
                  <a:lnTo>
                    <a:pt x="779132" y="164896"/>
                  </a:lnTo>
                  <a:lnTo>
                    <a:pt x="784885" y="171170"/>
                  </a:lnTo>
                  <a:lnTo>
                    <a:pt x="790435" y="178079"/>
                  </a:lnTo>
                  <a:lnTo>
                    <a:pt x="806018" y="163207"/>
                  </a:lnTo>
                  <a:lnTo>
                    <a:pt x="806018" y="168389"/>
                  </a:lnTo>
                  <a:lnTo>
                    <a:pt x="809523" y="168109"/>
                  </a:lnTo>
                  <a:lnTo>
                    <a:pt x="814171" y="167970"/>
                  </a:lnTo>
                  <a:lnTo>
                    <a:pt x="838314" y="167970"/>
                  </a:lnTo>
                  <a:lnTo>
                    <a:pt x="837476" y="169887"/>
                  </a:lnTo>
                  <a:lnTo>
                    <a:pt x="837196" y="170434"/>
                  </a:lnTo>
                  <a:lnTo>
                    <a:pt x="836079" y="172478"/>
                  </a:lnTo>
                  <a:lnTo>
                    <a:pt x="836002" y="172618"/>
                  </a:lnTo>
                  <a:lnTo>
                    <a:pt x="835926" y="172758"/>
                  </a:lnTo>
                  <a:lnTo>
                    <a:pt x="816406" y="172758"/>
                  </a:lnTo>
                  <a:lnTo>
                    <a:pt x="812190" y="172478"/>
                  </a:lnTo>
                  <a:lnTo>
                    <a:pt x="812533" y="175348"/>
                  </a:lnTo>
                  <a:lnTo>
                    <a:pt x="812622" y="235292"/>
                  </a:lnTo>
                  <a:lnTo>
                    <a:pt x="812406" y="237477"/>
                  </a:lnTo>
                  <a:lnTo>
                    <a:pt x="812342" y="238163"/>
                  </a:lnTo>
                  <a:lnTo>
                    <a:pt x="819645" y="238023"/>
                  </a:lnTo>
                  <a:lnTo>
                    <a:pt x="823709" y="237883"/>
                  </a:lnTo>
                  <a:lnTo>
                    <a:pt x="878192" y="237883"/>
                  </a:lnTo>
                  <a:lnTo>
                    <a:pt x="884923" y="238023"/>
                  </a:lnTo>
                  <a:lnTo>
                    <a:pt x="887310" y="238163"/>
                  </a:lnTo>
                  <a:lnTo>
                    <a:pt x="888568" y="238163"/>
                  </a:lnTo>
                  <a:lnTo>
                    <a:pt x="888530" y="237883"/>
                  </a:lnTo>
                  <a:lnTo>
                    <a:pt x="888149" y="233794"/>
                  </a:lnTo>
                  <a:lnTo>
                    <a:pt x="888034" y="231749"/>
                  </a:lnTo>
                  <a:lnTo>
                    <a:pt x="888009" y="222999"/>
                  </a:lnTo>
                  <a:lnTo>
                    <a:pt x="888009" y="218490"/>
                  </a:lnTo>
                  <a:lnTo>
                    <a:pt x="888009" y="207162"/>
                  </a:lnTo>
                  <a:lnTo>
                    <a:pt x="888009" y="202806"/>
                  </a:lnTo>
                  <a:lnTo>
                    <a:pt x="888009" y="191325"/>
                  </a:lnTo>
                  <a:lnTo>
                    <a:pt x="888009" y="186956"/>
                  </a:lnTo>
                  <a:lnTo>
                    <a:pt x="888111" y="176034"/>
                  </a:lnTo>
                  <a:lnTo>
                    <a:pt x="888149" y="175348"/>
                  </a:lnTo>
                  <a:lnTo>
                    <a:pt x="888390" y="172758"/>
                  </a:lnTo>
                  <a:lnTo>
                    <a:pt x="888415" y="172478"/>
                  </a:lnTo>
                  <a:lnTo>
                    <a:pt x="887285" y="172478"/>
                  </a:lnTo>
                  <a:lnTo>
                    <a:pt x="886040" y="172618"/>
                  </a:lnTo>
                  <a:lnTo>
                    <a:pt x="882954" y="172758"/>
                  </a:lnTo>
                  <a:lnTo>
                    <a:pt x="867371" y="172758"/>
                  </a:lnTo>
                  <a:lnTo>
                    <a:pt x="867371" y="186956"/>
                  </a:lnTo>
                  <a:lnTo>
                    <a:pt x="867371" y="191325"/>
                  </a:lnTo>
                  <a:lnTo>
                    <a:pt x="867371" y="202806"/>
                  </a:lnTo>
                  <a:lnTo>
                    <a:pt x="867371" y="207162"/>
                  </a:lnTo>
                  <a:lnTo>
                    <a:pt x="867371" y="218490"/>
                  </a:lnTo>
                  <a:lnTo>
                    <a:pt x="867371" y="222999"/>
                  </a:lnTo>
                  <a:lnTo>
                    <a:pt x="832840" y="222999"/>
                  </a:lnTo>
                  <a:lnTo>
                    <a:pt x="832840" y="218490"/>
                  </a:lnTo>
                  <a:lnTo>
                    <a:pt x="867371" y="218490"/>
                  </a:lnTo>
                  <a:lnTo>
                    <a:pt x="867371" y="207162"/>
                  </a:lnTo>
                  <a:lnTo>
                    <a:pt x="832840" y="207162"/>
                  </a:lnTo>
                  <a:lnTo>
                    <a:pt x="832840" y="202806"/>
                  </a:lnTo>
                  <a:lnTo>
                    <a:pt x="867371" y="202806"/>
                  </a:lnTo>
                  <a:lnTo>
                    <a:pt x="867371" y="191325"/>
                  </a:lnTo>
                  <a:lnTo>
                    <a:pt x="832840" y="191325"/>
                  </a:lnTo>
                  <a:lnTo>
                    <a:pt x="832840" y="186956"/>
                  </a:lnTo>
                  <a:lnTo>
                    <a:pt x="867371" y="186956"/>
                  </a:lnTo>
                  <a:lnTo>
                    <a:pt x="867371" y="172758"/>
                  </a:lnTo>
                  <a:lnTo>
                    <a:pt x="857961" y="172758"/>
                  </a:lnTo>
                  <a:lnTo>
                    <a:pt x="860412" y="168109"/>
                  </a:lnTo>
                  <a:lnTo>
                    <a:pt x="860488" y="167970"/>
                  </a:lnTo>
                  <a:lnTo>
                    <a:pt x="887310" y="167970"/>
                  </a:lnTo>
                  <a:lnTo>
                    <a:pt x="891235" y="168109"/>
                  </a:lnTo>
                  <a:lnTo>
                    <a:pt x="895870" y="168529"/>
                  </a:lnTo>
                  <a:lnTo>
                    <a:pt x="895870" y="167970"/>
                  </a:lnTo>
                  <a:lnTo>
                    <a:pt x="895870" y="163207"/>
                  </a:lnTo>
                  <a:lnTo>
                    <a:pt x="895870" y="162242"/>
                  </a:lnTo>
                  <a:lnTo>
                    <a:pt x="895870" y="150774"/>
                  </a:lnTo>
                  <a:lnTo>
                    <a:pt x="895870" y="149961"/>
                  </a:lnTo>
                  <a:close/>
                </a:path>
                <a:path w="901700" h="1370329">
                  <a:moveTo>
                    <a:pt x="896302" y="501523"/>
                  </a:moveTo>
                  <a:lnTo>
                    <a:pt x="891387" y="502208"/>
                  </a:lnTo>
                  <a:lnTo>
                    <a:pt x="886193" y="502475"/>
                  </a:lnTo>
                  <a:lnTo>
                    <a:pt x="842111" y="502475"/>
                  </a:lnTo>
                  <a:lnTo>
                    <a:pt x="842111" y="497827"/>
                  </a:lnTo>
                  <a:lnTo>
                    <a:pt x="880999" y="497827"/>
                  </a:lnTo>
                  <a:lnTo>
                    <a:pt x="885621" y="498233"/>
                  </a:lnTo>
                  <a:lnTo>
                    <a:pt x="885571" y="497827"/>
                  </a:lnTo>
                  <a:lnTo>
                    <a:pt x="885202" y="494004"/>
                  </a:lnTo>
                  <a:lnTo>
                    <a:pt x="885063" y="491274"/>
                  </a:lnTo>
                  <a:lnTo>
                    <a:pt x="885063" y="482422"/>
                  </a:lnTo>
                  <a:lnTo>
                    <a:pt x="885063" y="475996"/>
                  </a:lnTo>
                  <a:lnTo>
                    <a:pt x="885063" y="466839"/>
                  </a:lnTo>
                  <a:lnTo>
                    <a:pt x="885190" y="464235"/>
                  </a:lnTo>
                  <a:lnTo>
                    <a:pt x="885571" y="460286"/>
                  </a:lnTo>
                  <a:lnTo>
                    <a:pt x="878751" y="460286"/>
                  </a:lnTo>
                  <a:lnTo>
                    <a:pt x="863866" y="460286"/>
                  </a:lnTo>
                  <a:lnTo>
                    <a:pt x="863866" y="475996"/>
                  </a:lnTo>
                  <a:lnTo>
                    <a:pt x="863866" y="482422"/>
                  </a:lnTo>
                  <a:lnTo>
                    <a:pt x="842098" y="482422"/>
                  </a:lnTo>
                  <a:lnTo>
                    <a:pt x="842098" y="475996"/>
                  </a:lnTo>
                  <a:lnTo>
                    <a:pt x="863866" y="475996"/>
                  </a:lnTo>
                  <a:lnTo>
                    <a:pt x="863866" y="460286"/>
                  </a:lnTo>
                  <a:lnTo>
                    <a:pt x="842111" y="460286"/>
                  </a:lnTo>
                  <a:lnTo>
                    <a:pt x="820483" y="460286"/>
                  </a:lnTo>
                  <a:lnTo>
                    <a:pt x="820483" y="475996"/>
                  </a:lnTo>
                  <a:lnTo>
                    <a:pt x="820483" y="482422"/>
                  </a:lnTo>
                  <a:lnTo>
                    <a:pt x="800544" y="482422"/>
                  </a:lnTo>
                  <a:lnTo>
                    <a:pt x="800544" y="475996"/>
                  </a:lnTo>
                  <a:lnTo>
                    <a:pt x="820483" y="475996"/>
                  </a:lnTo>
                  <a:lnTo>
                    <a:pt x="820483" y="460286"/>
                  </a:lnTo>
                  <a:lnTo>
                    <a:pt x="785660" y="460286"/>
                  </a:lnTo>
                  <a:lnTo>
                    <a:pt x="778827" y="460286"/>
                  </a:lnTo>
                  <a:lnTo>
                    <a:pt x="779208" y="464235"/>
                  </a:lnTo>
                  <a:lnTo>
                    <a:pt x="779322" y="491274"/>
                  </a:lnTo>
                  <a:lnTo>
                    <a:pt x="779195" y="494004"/>
                  </a:lnTo>
                  <a:lnTo>
                    <a:pt x="778827" y="497827"/>
                  </a:lnTo>
                  <a:lnTo>
                    <a:pt x="778789" y="498233"/>
                  </a:lnTo>
                  <a:lnTo>
                    <a:pt x="783412" y="497827"/>
                  </a:lnTo>
                  <a:lnTo>
                    <a:pt x="820483" y="497827"/>
                  </a:lnTo>
                  <a:lnTo>
                    <a:pt x="820483" y="502475"/>
                  </a:lnTo>
                  <a:lnTo>
                    <a:pt x="777798" y="502475"/>
                  </a:lnTo>
                  <a:lnTo>
                    <a:pt x="772464" y="502208"/>
                  </a:lnTo>
                  <a:lnTo>
                    <a:pt x="767549" y="501523"/>
                  </a:lnTo>
                  <a:lnTo>
                    <a:pt x="767549" y="522008"/>
                  </a:lnTo>
                  <a:lnTo>
                    <a:pt x="772896" y="521449"/>
                  </a:lnTo>
                  <a:lnTo>
                    <a:pt x="778789" y="521182"/>
                  </a:lnTo>
                  <a:lnTo>
                    <a:pt x="820483" y="521182"/>
                  </a:lnTo>
                  <a:lnTo>
                    <a:pt x="820432" y="530339"/>
                  </a:lnTo>
                  <a:lnTo>
                    <a:pt x="820204" y="533742"/>
                  </a:lnTo>
                  <a:lnTo>
                    <a:pt x="819492" y="540156"/>
                  </a:lnTo>
                  <a:lnTo>
                    <a:pt x="843089" y="540156"/>
                  </a:lnTo>
                  <a:lnTo>
                    <a:pt x="842391" y="534568"/>
                  </a:lnTo>
                  <a:lnTo>
                    <a:pt x="842111" y="530339"/>
                  </a:lnTo>
                  <a:lnTo>
                    <a:pt x="842111" y="521182"/>
                  </a:lnTo>
                  <a:lnTo>
                    <a:pt x="885482" y="521182"/>
                  </a:lnTo>
                  <a:lnTo>
                    <a:pt x="891235" y="521449"/>
                  </a:lnTo>
                  <a:lnTo>
                    <a:pt x="896302" y="522008"/>
                  </a:lnTo>
                  <a:lnTo>
                    <a:pt x="896302" y="521182"/>
                  </a:lnTo>
                  <a:lnTo>
                    <a:pt x="896302" y="502475"/>
                  </a:lnTo>
                  <a:lnTo>
                    <a:pt x="896302" y="501523"/>
                  </a:lnTo>
                  <a:close/>
                </a:path>
                <a:path w="901700" h="1370329">
                  <a:moveTo>
                    <a:pt x="896429" y="418909"/>
                  </a:moveTo>
                  <a:lnTo>
                    <a:pt x="892086" y="419455"/>
                  </a:lnTo>
                  <a:lnTo>
                    <a:pt x="887450" y="419735"/>
                  </a:lnTo>
                  <a:lnTo>
                    <a:pt x="868629" y="419735"/>
                  </a:lnTo>
                  <a:lnTo>
                    <a:pt x="868654" y="418909"/>
                  </a:lnTo>
                  <a:lnTo>
                    <a:pt x="868781" y="414134"/>
                  </a:lnTo>
                  <a:lnTo>
                    <a:pt x="869200" y="411543"/>
                  </a:lnTo>
                  <a:lnTo>
                    <a:pt x="847864" y="411543"/>
                  </a:lnTo>
                  <a:lnTo>
                    <a:pt x="847864" y="437769"/>
                  </a:lnTo>
                  <a:lnTo>
                    <a:pt x="847864" y="443077"/>
                  </a:lnTo>
                  <a:lnTo>
                    <a:pt x="815987" y="443077"/>
                  </a:lnTo>
                  <a:lnTo>
                    <a:pt x="815987" y="437769"/>
                  </a:lnTo>
                  <a:lnTo>
                    <a:pt x="847864" y="437769"/>
                  </a:lnTo>
                  <a:lnTo>
                    <a:pt x="847864" y="411543"/>
                  </a:lnTo>
                  <a:lnTo>
                    <a:pt x="847293" y="411543"/>
                  </a:lnTo>
                  <a:lnTo>
                    <a:pt x="847572" y="414134"/>
                  </a:lnTo>
                  <a:lnTo>
                    <a:pt x="847712" y="415899"/>
                  </a:lnTo>
                  <a:lnTo>
                    <a:pt x="847725" y="416052"/>
                  </a:lnTo>
                  <a:lnTo>
                    <a:pt x="847852" y="419735"/>
                  </a:lnTo>
                  <a:lnTo>
                    <a:pt x="815987" y="419735"/>
                  </a:lnTo>
                  <a:lnTo>
                    <a:pt x="816013" y="418909"/>
                  </a:lnTo>
                  <a:lnTo>
                    <a:pt x="816127" y="414134"/>
                  </a:lnTo>
                  <a:lnTo>
                    <a:pt x="816546" y="411543"/>
                  </a:lnTo>
                  <a:lnTo>
                    <a:pt x="794651" y="411543"/>
                  </a:lnTo>
                  <a:lnTo>
                    <a:pt x="794931" y="414134"/>
                  </a:lnTo>
                  <a:lnTo>
                    <a:pt x="795058" y="415899"/>
                  </a:lnTo>
                  <a:lnTo>
                    <a:pt x="795172" y="418909"/>
                  </a:lnTo>
                  <a:lnTo>
                    <a:pt x="795210" y="419735"/>
                  </a:lnTo>
                  <a:lnTo>
                    <a:pt x="777659" y="419735"/>
                  </a:lnTo>
                  <a:lnTo>
                    <a:pt x="772464" y="419455"/>
                  </a:lnTo>
                  <a:lnTo>
                    <a:pt x="767549" y="418909"/>
                  </a:lnTo>
                  <a:lnTo>
                    <a:pt x="767549" y="438569"/>
                  </a:lnTo>
                  <a:lnTo>
                    <a:pt x="772325" y="438023"/>
                  </a:lnTo>
                  <a:lnTo>
                    <a:pt x="778205" y="437769"/>
                  </a:lnTo>
                  <a:lnTo>
                    <a:pt x="795210" y="437769"/>
                  </a:lnTo>
                  <a:lnTo>
                    <a:pt x="795185" y="450037"/>
                  </a:lnTo>
                  <a:lnTo>
                    <a:pt x="795070" y="452640"/>
                  </a:lnTo>
                  <a:lnTo>
                    <a:pt x="794689" y="455917"/>
                  </a:lnTo>
                  <a:lnTo>
                    <a:pt x="794651" y="456323"/>
                  </a:lnTo>
                  <a:lnTo>
                    <a:pt x="799134" y="456057"/>
                  </a:lnTo>
                  <a:lnTo>
                    <a:pt x="804049" y="455917"/>
                  </a:lnTo>
                  <a:lnTo>
                    <a:pt x="820483" y="455917"/>
                  </a:lnTo>
                  <a:lnTo>
                    <a:pt x="820483" y="459879"/>
                  </a:lnTo>
                  <a:lnTo>
                    <a:pt x="842111" y="459879"/>
                  </a:lnTo>
                  <a:lnTo>
                    <a:pt x="842111" y="455917"/>
                  </a:lnTo>
                  <a:lnTo>
                    <a:pt x="859929" y="455917"/>
                  </a:lnTo>
                  <a:lnTo>
                    <a:pt x="864844" y="456057"/>
                  </a:lnTo>
                  <a:lnTo>
                    <a:pt x="869200" y="456323"/>
                  </a:lnTo>
                  <a:lnTo>
                    <a:pt x="869137" y="455917"/>
                  </a:lnTo>
                  <a:lnTo>
                    <a:pt x="868781" y="453047"/>
                  </a:lnTo>
                  <a:lnTo>
                    <a:pt x="868629" y="450037"/>
                  </a:lnTo>
                  <a:lnTo>
                    <a:pt x="868629" y="443077"/>
                  </a:lnTo>
                  <a:lnTo>
                    <a:pt x="868629" y="437769"/>
                  </a:lnTo>
                  <a:lnTo>
                    <a:pt x="885901" y="437769"/>
                  </a:lnTo>
                  <a:lnTo>
                    <a:pt x="891095" y="438023"/>
                  </a:lnTo>
                  <a:lnTo>
                    <a:pt x="896429" y="438569"/>
                  </a:lnTo>
                  <a:lnTo>
                    <a:pt x="896429" y="437769"/>
                  </a:lnTo>
                  <a:lnTo>
                    <a:pt x="896429" y="419735"/>
                  </a:lnTo>
                  <a:lnTo>
                    <a:pt x="896429" y="418909"/>
                  </a:lnTo>
                  <a:close/>
                </a:path>
                <a:path w="901700" h="1370329">
                  <a:moveTo>
                    <a:pt x="898258" y="292633"/>
                  </a:moveTo>
                  <a:lnTo>
                    <a:pt x="894181" y="293039"/>
                  </a:lnTo>
                  <a:lnTo>
                    <a:pt x="889977" y="293306"/>
                  </a:lnTo>
                  <a:lnTo>
                    <a:pt x="858520" y="293306"/>
                  </a:lnTo>
                  <a:lnTo>
                    <a:pt x="859510" y="289623"/>
                  </a:lnTo>
                  <a:lnTo>
                    <a:pt x="860666" y="285115"/>
                  </a:lnTo>
                  <a:lnTo>
                    <a:pt x="861720" y="280606"/>
                  </a:lnTo>
                  <a:lnTo>
                    <a:pt x="862177" y="278561"/>
                  </a:lnTo>
                  <a:lnTo>
                    <a:pt x="862888" y="276656"/>
                  </a:lnTo>
                  <a:lnTo>
                    <a:pt x="840143" y="273380"/>
                  </a:lnTo>
                  <a:lnTo>
                    <a:pt x="838644" y="284708"/>
                  </a:lnTo>
                  <a:lnTo>
                    <a:pt x="838555" y="285115"/>
                  </a:lnTo>
                  <a:lnTo>
                    <a:pt x="835012" y="297599"/>
                  </a:lnTo>
                  <a:lnTo>
                    <a:pt x="829703" y="310375"/>
                  </a:lnTo>
                  <a:lnTo>
                    <a:pt x="825207" y="318439"/>
                  </a:lnTo>
                  <a:lnTo>
                    <a:pt x="849909" y="318439"/>
                  </a:lnTo>
                  <a:lnTo>
                    <a:pt x="849693" y="317334"/>
                  </a:lnTo>
                  <a:lnTo>
                    <a:pt x="850671" y="315163"/>
                  </a:lnTo>
                  <a:lnTo>
                    <a:pt x="851090" y="314337"/>
                  </a:lnTo>
                  <a:lnTo>
                    <a:pt x="851865" y="312293"/>
                  </a:lnTo>
                  <a:lnTo>
                    <a:pt x="851928" y="312153"/>
                  </a:lnTo>
                  <a:lnTo>
                    <a:pt x="867791" y="312153"/>
                  </a:lnTo>
                  <a:lnTo>
                    <a:pt x="867359" y="317334"/>
                  </a:lnTo>
                  <a:lnTo>
                    <a:pt x="867270" y="318439"/>
                  </a:lnTo>
                  <a:lnTo>
                    <a:pt x="888326" y="318439"/>
                  </a:lnTo>
                  <a:lnTo>
                    <a:pt x="888530" y="315163"/>
                  </a:lnTo>
                  <a:lnTo>
                    <a:pt x="888568" y="314337"/>
                  </a:lnTo>
                  <a:lnTo>
                    <a:pt x="888695" y="312293"/>
                  </a:lnTo>
                  <a:lnTo>
                    <a:pt x="888707" y="312153"/>
                  </a:lnTo>
                  <a:lnTo>
                    <a:pt x="893622" y="312293"/>
                  </a:lnTo>
                  <a:lnTo>
                    <a:pt x="894613" y="312293"/>
                  </a:lnTo>
                  <a:lnTo>
                    <a:pt x="898258" y="312699"/>
                  </a:lnTo>
                  <a:lnTo>
                    <a:pt x="898258" y="312153"/>
                  </a:lnTo>
                  <a:lnTo>
                    <a:pt x="898258" y="293306"/>
                  </a:lnTo>
                  <a:lnTo>
                    <a:pt x="898258" y="292633"/>
                  </a:lnTo>
                  <a:close/>
                </a:path>
                <a:path w="901700" h="1370329">
                  <a:moveTo>
                    <a:pt x="899668" y="722833"/>
                  </a:moveTo>
                  <a:lnTo>
                    <a:pt x="862241" y="704672"/>
                  </a:lnTo>
                  <a:lnTo>
                    <a:pt x="858964" y="702449"/>
                  </a:lnTo>
                  <a:lnTo>
                    <a:pt x="852665" y="697369"/>
                  </a:lnTo>
                  <a:lnTo>
                    <a:pt x="852208" y="696925"/>
                  </a:lnTo>
                  <a:lnTo>
                    <a:pt x="852208" y="723519"/>
                  </a:lnTo>
                  <a:lnTo>
                    <a:pt x="811771" y="723519"/>
                  </a:lnTo>
                  <a:lnTo>
                    <a:pt x="817587" y="718959"/>
                  </a:lnTo>
                  <a:lnTo>
                    <a:pt x="822413" y="714705"/>
                  </a:lnTo>
                  <a:lnTo>
                    <a:pt x="826858" y="710145"/>
                  </a:lnTo>
                  <a:lnTo>
                    <a:pt x="831570" y="704672"/>
                  </a:lnTo>
                  <a:lnTo>
                    <a:pt x="836333" y="709942"/>
                  </a:lnTo>
                  <a:lnTo>
                    <a:pt x="841044" y="714552"/>
                  </a:lnTo>
                  <a:lnTo>
                    <a:pt x="846213" y="718959"/>
                  </a:lnTo>
                  <a:lnTo>
                    <a:pt x="852208" y="723519"/>
                  </a:lnTo>
                  <a:lnTo>
                    <a:pt x="852208" y="696925"/>
                  </a:lnTo>
                  <a:lnTo>
                    <a:pt x="847471" y="692200"/>
                  </a:lnTo>
                  <a:lnTo>
                    <a:pt x="842657" y="686231"/>
                  </a:lnTo>
                  <a:lnTo>
                    <a:pt x="819785" y="686231"/>
                  </a:lnTo>
                  <a:lnTo>
                    <a:pt x="815162" y="692200"/>
                  </a:lnTo>
                  <a:lnTo>
                    <a:pt x="809967" y="697636"/>
                  </a:lnTo>
                  <a:lnTo>
                    <a:pt x="772363" y="720953"/>
                  </a:lnTo>
                  <a:lnTo>
                    <a:pt x="763905" y="723798"/>
                  </a:lnTo>
                  <a:lnTo>
                    <a:pt x="768959" y="730885"/>
                  </a:lnTo>
                  <a:lnTo>
                    <a:pt x="771055" y="734847"/>
                  </a:lnTo>
                  <a:lnTo>
                    <a:pt x="774433" y="743864"/>
                  </a:lnTo>
                  <a:lnTo>
                    <a:pt x="782294" y="740714"/>
                  </a:lnTo>
                  <a:lnTo>
                    <a:pt x="786079" y="739089"/>
                  </a:lnTo>
                  <a:lnTo>
                    <a:pt x="793242" y="735126"/>
                  </a:lnTo>
                  <a:lnTo>
                    <a:pt x="793242" y="742899"/>
                  </a:lnTo>
                  <a:lnTo>
                    <a:pt x="797598" y="742492"/>
                  </a:lnTo>
                  <a:lnTo>
                    <a:pt x="801535" y="742365"/>
                  </a:lnTo>
                  <a:lnTo>
                    <a:pt x="863307" y="742365"/>
                  </a:lnTo>
                  <a:lnTo>
                    <a:pt x="867092" y="742492"/>
                  </a:lnTo>
                  <a:lnTo>
                    <a:pt x="870889" y="742899"/>
                  </a:lnTo>
                  <a:lnTo>
                    <a:pt x="870889" y="742365"/>
                  </a:lnTo>
                  <a:lnTo>
                    <a:pt x="870889" y="735393"/>
                  </a:lnTo>
                  <a:lnTo>
                    <a:pt x="877341" y="738949"/>
                  </a:lnTo>
                  <a:lnTo>
                    <a:pt x="881697" y="740994"/>
                  </a:lnTo>
                  <a:lnTo>
                    <a:pt x="889838" y="744270"/>
                  </a:lnTo>
                  <a:lnTo>
                    <a:pt x="892365" y="735812"/>
                  </a:lnTo>
                  <a:lnTo>
                    <a:pt x="892556" y="735393"/>
                  </a:lnTo>
                  <a:lnTo>
                    <a:pt x="892670" y="735126"/>
                  </a:lnTo>
                  <a:lnTo>
                    <a:pt x="894613" y="730885"/>
                  </a:lnTo>
                  <a:lnTo>
                    <a:pt x="899236" y="723519"/>
                  </a:lnTo>
                  <a:lnTo>
                    <a:pt x="899668" y="722833"/>
                  </a:lnTo>
                  <a:close/>
                </a:path>
                <a:path w="901700" h="1370329">
                  <a:moveTo>
                    <a:pt x="899668" y="240347"/>
                  </a:moveTo>
                  <a:lnTo>
                    <a:pt x="888619" y="241503"/>
                  </a:lnTo>
                  <a:lnTo>
                    <a:pt x="876490" y="242316"/>
                  </a:lnTo>
                  <a:lnTo>
                    <a:pt x="858850" y="242938"/>
                  </a:lnTo>
                  <a:lnTo>
                    <a:pt x="839571" y="242938"/>
                  </a:lnTo>
                  <a:lnTo>
                    <a:pt x="802360" y="232422"/>
                  </a:lnTo>
                  <a:lnTo>
                    <a:pt x="802360" y="207162"/>
                  </a:lnTo>
                  <a:lnTo>
                    <a:pt x="802360" y="193916"/>
                  </a:lnTo>
                  <a:lnTo>
                    <a:pt x="802513" y="191592"/>
                  </a:lnTo>
                  <a:lnTo>
                    <a:pt x="802868" y="187782"/>
                  </a:lnTo>
                  <a:lnTo>
                    <a:pt x="802932" y="187223"/>
                  </a:lnTo>
                  <a:lnTo>
                    <a:pt x="799566" y="187642"/>
                  </a:lnTo>
                  <a:lnTo>
                    <a:pt x="796899" y="187782"/>
                  </a:lnTo>
                  <a:lnTo>
                    <a:pt x="773023" y="187782"/>
                  </a:lnTo>
                  <a:lnTo>
                    <a:pt x="770775" y="187642"/>
                  </a:lnTo>
                  <a:lnTo>
                    <a:pt x="768083" y="187223"/>
                  </a:lnTo>
                  <a:lnTo>
                    <a:pt x="767270" y="187223"/>
                  </a:lnTo>
                  <a:lnTo>
                    <a:pt x="767270" y="207708"/>
                  </a:lnTo>
                  <a:lnTo>
                    <a:pt x="771055" y="207162"/>
                  </a:lnTo>
                  <a:lnTo>
                    <a:pt x="782015" y="207162"/>
                  </a:lnTo>
                  <a:lnTo>
                    <a:pt x="782015" y="231749"/>
                  </a:lnTo>
                  <a:lnTo>
                    <a:pt x="774230" y="237477"/>
                  </a:lnTo>
                  <a:lnTo>
                    <a:pt x="773645" y="237883"/>
                  </a:lnTo>
                  <a:lnTo>
                    <a:pt x="768540" y="240893"/>
                  </a:lnTo>
                  <a:lnTo>
                    <a:pt x="764324" y="242112"/>
                  </a:lnTo>
                  <a:lnTo>
                    <a:pt x="773582" y="263969"/>
                  </a:lnTo>
                  <a:lnTo>
                    <a:pt x="774852" y="262877"/>
                  </a:lnTo>
                  <a:lnTo>
                    <a:pt x="775271" y="262458"/>
                  </a:lnTo>
                  <a:lnTo>
                    <a:pt x="775893" y="262064"/>
                  </a:lnTo>
                  <a:lnTo>
                    <a:pt x="776401" y="261785"/>
                  </a:lnTo>
                  <a:lnTo>
                    <a:pt x="783272" y="257403"/>
                  </a:lnTo>
                  <a:lnTo>
                    <a:pt x="787488" y="254139"/>
                  </a:lnTo>
                  <a:lnTo>
                    <a:pt x="792835" y="248945"/>
                  </a:lnTo>
                  <a:lnTo>
                    <a:pt x="797318" y="253720"/>
                  </a:lnTo>
                  <a:lnTo>
                    <a:pt x="828611" y="262064"/>
                  </a:lnTo>
                  <a:lnTo>
                    <a:pt x="823671" y="262064"/>
                  </a:lnTo>
                  <a:lnTo>
                    <a:pt x="843495" y="262458"/>
                  </a:lnTo>
                  <a:lnTo>
                    <a:pt x="856005" y="262458"/>
                  </a:lnTo>
                  <a:lnTo>
                    <a:pt x="894334" y="261785"/>
                  </a:lnTo>
                  <a:lnTo>
                    <a:pt x="895464" y="252628"/>
                  </a:lnTo>
                  <a:lnTo>
                    <a:pt x="896416" y="248945"/>
                  </a:lnTo>
                  <a:lnTo>
                    <a:pt x="896569" y="248399"/>
                  </a:lnTo>
                  <a:lnTo>
                    <a:pt x="898664" y="242938"/>
                  </a:lnTo>
                  <a:lnTo>
                    <a:pt x="899668" y="240347"/>
                  </a:lnTo>
                  <a:close/>
                </a:path>
                <a:path w="901700" h="1370329">
                  <a:moveTo>
                    <a:pt x="900061" y="382193"/>
                  </a:moveTo>
                  <a:lnTo>
                    <a:pt x="894372" y="379463"/>
                  </a:lnTo>
                  <a:lnTo>
                    <a:pt x="892390" y="378523"/>
                  </a:lnTo>
                  <a:lnTo>
                    <a:pt x="885888" y="374662"/>
                  </a:lnTo>
                  <a:lnTo>
                    <a:pt x="879881" y="370243"/>
                  </a:lnTo>
                  <a:lnTo>
                    <a:pt x="873975" y="364998"/>
                  </a:lnTo>
                  <a:lnTo>
                    <a:pt x="878459" y="357632"/>
                  </a:lnTo>
                  <a:lnTo>
                    <a:pt x="881697" y="350393"/>
                  </a:lnTo>
                  <a:lnTo>
                    <a:pt x="882510" y="347599"/>
                  </a:lnTo>
                  <a:lnTo>
                    <a:pt x="884135" y="342061"/>
                  </a:lnTo>
                  <a:lnTo>
                    <a:pt x="886079" y="334911"/>
                  </a:lnTo>
                  <a:lnTo>
                    <a:pt x="887361" y="328256"/>
                  </a:lnTo>
                  <a:lnTo>
                    <a:pt x="888187" y="320954"/>
                  </a:lnTo>
                  <a:lnTo>
                    <a:pt x="888326" y="318566"/>
                  </a:lnTo>
                  <a:lnTo>
                    <a:pt x="867257" y="318566"/>
                  </a:lnTo>
                  <a:lnTo>
                    <a:pt x="867067" y="320954"/>
                  </a:lnTo>
                  <a:lnTo>
                    <a:pt x="866965" y="322122"/>
                  </a:lnTo>
                  <a:lnTo>
                    <a:pt x="866914" y="322757"/>
                  </a:lnTo>
                  <a:lnTo>
                    <a:pt x="865466" y="331685"/>
                  </a:lnTo>
                  <a:lnTo>
                    <a:pt x="863295" y="339699"/>
                  </a:lnTo>
                  <a:lnTo>
                    <a:pt x="860209" y="347522"/>
                  </a:lnTo>
                  <a:lnTo>
                    <a:pt x="856767" y="340969"/>
                  </a:lnTo>
                  <a:lnTo>
                    <a:pt x="856373" y="340220"/>
                  </a:lnTo>
                  <a:lnTo>
                    <a:pt x="855395" y="337832"/>
                  </a:lnTo>
                  <a:lnTo>
                    <a:pt x="855332" y="337680"/>
                  </a:lnTo>
                  <a:lnTo>
                    <a:pt x="853528" y="333311"/>
                  </a:lnTo>
                  <a:lnTo>
                    <a:pt x="851382" y="325958"/>
                  </a:lnTo>
                  <a:lnTo>
                    <a:pt x="850760" y="322757"/>
                  </a:lnTo>
                  <a:lnTo>
                    <a:pt x="850633" y="322122"/>
                  </a:lnTo>
                  <a:lnTo>
                    <a:pt x="849934" y="318566"/>
                  </a:lnTo>
                  <a:lnTo>
                    <a:pt x="847153" y="318566"/>
                  </a:lnTo>
                  <a:lnTo>
                    <a:pt x="847153" y="365810"/>
                  </a:lnTo>
                  <a:lnTo>
                    <a:pt x="841400" y="371271"/>
                  </a:lnTo>
                  <a:lnTo>
                    <a:pt x="834809" y="375780"/>
                  </a:lnTo>
                  <a:lnTo>
                    <a:pt x="827214" y="379463"/>
                  </a:lnTo>
                  <a:lnTo>
                    <a:pt x="828649" y="374662"/>
                  </a:lnTo>
                  <a:lnTo>
                    <a:pt x="828763" y="374281"/>
                  </a:lnTo>
                  <a:lnTo>
                    <a:pt x="828929" y="373049"/>
                  </a:lnTo>
                  <a:lnTo>
                    <a:pt x="829602" y="368414"/>
                  </a:lnTo>
                  <a:lnTo>
                    <a:pt x="829691" y="364998"/>
                  </a:lnTo>
                  <a:lnTo>
                    <a:pt x="829779" y="362267"/>
                  </a:lnTo>
                  <a:lnTo>
                    <a:pt x="829881" y="358711"/>
                  </a:lnTo>
                  <a:lnTo>
                    <a:pt x="822452" y="357352"/>
                  </a:lnTo>
                  <a:lnTo>
                    <a:pt x="816978" y="355574"/>
                  </a:lnTo>
                  <a:lnTo>
                    <a:pt x="809396" y="352031"/>
                  </a:lnTo>
                  <a:lnTo>
                    <a:pt x="809396" y="362267"/>
                  </a:lnTo>
                  <a:lnTo>
                    <a:pt x="808964" y="367868"/>
                  </a:lnTo>
                  <a:lnTo>
                    <a:pt x="807288" y="372364"/>
                  </a:lnTo>
                  <a:lnTo>
                    <a:pt x="805180" y="373049"/>
                  </a:lnTo>
                  <a:lnTo>
                    <a:pt x="791984" y="373049"/>
                  </a:lnTo>
                  <a:lnTo>
                    <a:pt x="790994" y="372503"/>
                  </a:lnTo>
                  <a:lnTo>
                    <a:pt x="790994" y="337680"/>
                  </a:lnTo>
                  <a:lnTo>
                    <a:pt x="816686" y="337680"/>
                  </a:lnTo>
                  <a:lnTo>
                    <a:pt x="820064" y="337832"/>
                  </a:lnTo>
                  <a:lnTo>
                    <a:pt x="824420" y="342061"/>
                  </a:lnTo>
                  <a:lnTo>
                    <a:pt x="826376" y="344512"/>
                  </a:lnTo>
                  <a:lnTo>
                    <a:pt x="829602" y="348881"/>
                  </a:lnTo>
                  <a:lnTo>
                    <a:pt x="832840" y="345059"/>
                  </a:lnTo>
                  <a:lnTo>
                    <a:pt x="833958" y="343700"/>
                  </a:lnTo>
                  <a:lnTo>
                    <a:pt x="835926" y="340969"/>
                  </a:lnTo>
                  <a:lnTo>
                    <a:pt x="838212" y="347599"/>
                  </a:lnTo>
                  <a:lnTo>
                    <a:pt x="840752" y="353745"/>
                  </a:lnTo>
                  <a:lnTo>
                    <a:pt x="843686" y="359727"/>
                  </a:lnTo>
                  <a:lnTo>
                    <a:pt x="847153" y="365810"/>
                  </a:lnTo>
                  <a:lnTo>
                    <a:pt x="847153" y="318566"/>
                  </a:lnTo>
                  <a:lnTo>
                    <a:pt x="825131" y="318566"/>
                  </a:lnTo>
                  <a:lnTo>
                    <a:pt x="823150" y="322122"/>
                  </a:lnTo>
                  <a:lnTo>
                    <a:pt x="823150" y="318566"/>
                  </a:lnTo>
                  <a:lnTo>
                    <a:pt x="802233" y="318566"/>
                  </a:lnTo>
                  <a:lnTo>
                    <a:pt x="777100" y="318566"/>
                  </a:lnTo>
                  <a:lnTo>
                    <a:pt x="774611" y="318465"/>
                  </a:lnTo>
                  <a:lnTo>
                    <a:pt x="769416" y="318439"/>
                  </a:lnTo>
                  <a:lnTo>
                    <a:pt x="769658" y="320954"/>
                  </a:lnTo>
                  <a:lnTo>
                    <a:pt x="769772" y="322122"/>
                  </a:lnTo>
                  <a:lnTo>
                    <a:pt x="769810" y="322757"/>
                  </a:lnTo>
                  <a:lnTo>
                    <a:pt x="769937" y="382193"/>
                  </a:lnTo>
                  <a:lnTo>
                    <a:pt x="784123" y="392023"/>
                  </a:lnTo>
                  <a:lnTo>
                    <a:pt x="808824" y="392023"/>
                  </a:lnTo>
                  <a:lnTo>
                    <a:pt x="815568" y="390931"/>
                  </a:lnTo>
                  <a:lnTo>
                    <a:pt x="820280" y="388645"/>
                  </a:lnTo>
                  <a:lnTo>
                    <a:pt x="824001" y="393534"/>
                  </a:lnTo>
                  <a:lnTo>
                    <a:pt x="826376" y="397624"/>
                  </a:lnTo>
                  <a:lnTo>
                    <a:pt x="829183" y="403910"/>
                  </a:lnTo>
                  <a:lnTo>
                    <a:pt x="838250" y="399034"/>
                  </a:lnTo>
                  <a:lnTo>
                    <a:pt x="846074" y="394081"/>
                  </a:lnTo>
                  <a:lnTo>
                    <a:pt x="853287" y="388645"/>
                  </a:lnTo>
                  <a:lnTo>
                    <a:pt x="860082" y="382612"/>
                  </a:lnTo>
                  <a:lnTo>
                    <a:pt x="866660" y="388912"/>
                  </a:lnTo>
                  <a:lnTo>
                    <a:pt x="873582" y="394639"/>
                  </a:lnTo>
                  <a:lnTo>
                    <a:pt x="880884" y="399796"/>
                  </a:lnTo>
                  <a:lnTo>
                    <a:pt x="888580" y="404317"/>
                  </a:lnTo>
                  <a:lnTo>
                    <a:pt x="892086" y="394081"/>
                  </a:lnTo>
                  <a:lnTo>
                    <a:pt x="894473" y="389445"/>
                  </a:lnTo>
                  <a:lnTo>
                    <a:pt x="899414" y="382612"/>
                  </a:lnTo>
                  <a:lnTo>
                    <a:pt x="899706" y="382193"/>
                  </a:lnTo>
                  <a:lnTo>
                    <a:pt x="900061" y="382193"/>
                  </a:lnTo>
                  <a:close/>
                </a:path>
                <a:path w="901700" h="1370329">
                  <a:moveTo>
                    <a:pt x="900366" y="652386"/>
                  </a:moveTo>
                  <a:lnTo>
                    <a:pt x="889609" y="653465"/>
                  </a:lnTo>
                  <a:lnTo>
                    <a:pt x="880300" y="654151"/>
                  </a:lnTo>
                  <a:lnTo>
                    <a:pt x="879881" y="654151"/>
                  </a:lnTo>
                  <a:lnTo>
                    <a:pt x="865682" y="654697"/>
                  </a:lnTo>
                  <a:lnTo>
                    <a:pt x="859091" y="654697"/>
                  </a:lnTo>
                  <a:lnTo>
                    <a:pt x="859091" y="647738"/>
                  </a:lnTo>
                  <a:lnTo>
                    <a:pt x="887869" y="647738"/>
                  </a:lnTo>
                  <a:lnTo>
                    <a:pt x="893203" y="648004"/>
                  </a:lnTo>
                  <a:lnTo>
                    <a:pt x="896023" y="648284"/>
                  </a:lnTo>
                  <a:lnTo>
                    <a:pt x="896023" y="647738"/>
                  </a:lnTo>
                  <a:lnTo>
                    <a:pt x="896023" y="631634"/>
                  </a:lnTo>
                  <a:lnTo>
                    <a:pt x="896023" y="631215"/>
                  </a:lnTo>
                  <a:lnTo>
                    <a:pt x="894676" y="631215"/>
                  </a:lnTo>
                  <a:lnTo>
                    <a:pt x="893203" y="631355"/>
                  </a:lnTo>
                  <a:lnTo>
                    <a:pt x="888149" y="631634"/>
                  </a:lnTo>
                  <a:lnTo>
                    <a:pt x="859091" y="631634"/>
                  </a:lnTo>
                  <a:lnTo>
                    <a:pt x="859091" y="626846"/>
                  </a:lnTo>
                  <a:lnTo>
                    <a:pt x="884085" y="626846"/>
                  </a:lnTo>
                  <a:lnTo>
                    <a:pt x="887171" y="626986"/>
                  </a:lnTo>
                  <a:lnTo>
                    <a:pt x="891235" y="627253"/>
                  </a:lnTo>
                  <a:lnTo>
                    <a:pt x="891184" y="626846"/>
                  </a:lnTo>
                  <a:lnTo>
                    <a:pt x="890841" y="623709"/>
                  </a:lnTo>
                  <a:lnTo>
                    <a:pt x="890676" y="621245"/>
                  </a:lnTo>
                  <a:lnTo>
                    <a:pt x="890676" y="613333"/>
                  </a:lnTo>
                  <a:lnTo>
                    <a:pt x="890676" y="607745"/>
                  </a:lnTo>
                  <a:lnTo>
                    <a:pt x="890676" y="595579"/>
                  </a:lnTo>
                  <a:lnTo>
                    <a:pt x="890676" y="590118"/>
                  </a:lnTo>
                  <a:lnTo>
                    <a:pt x="890739" y="581240"/>
                  </a:lnTo>
                  <a:lnTo>
                    <a:pt x="890854" y="579742"/>
                  </a:lnTo>
                  <a:lnTo>
                    <a:pt x="891184" y="576605"/>
                  </a:lnTo>
                  <a:lnTo>
                    <a:pt x="891235" y="576186"/>
                  </a:lnTo>
                  <a:lnTo>
                    <a:pt x="887310" y="576465"/>
                  </a:lnTo>
                  <a:lnTo>
                    <a:pt x="884364" y="576605"/>
                  </a:lnTo>
                  <a:lnTo>
                    <a:pt x="870610" y="576605"/>
                  </a:lnTo>
                  <a:lnTo>
                    <a:pt x="870610" y="590118"/>
                  </a:lnTo>
                  <a:lnTo>
                    <a:pt x="870610" y="595579"/>
                  </a:lnTo>
                  <a:lnTo>
                    <a:pt x="870610" y="607745"/>
                  </a:lnTo>
                  <a:lnTo>
                    <a:pt x="870610" y="613333"/>
                  </a:lnTo>
                  <a:lnTo>
                    <a:pt x="859091" y="613333"/>
                  </a:lnTo>
                  <a:lnTo>
                    <a:pt x="859091" y="607745"/>
                  </a:lnTo>
                  <a:lnTo>
                    <a:pt x="870610" y="607745"/>
                  </a:lnTo>
                  <a:lnTo>
                    <a:pt x="870610" y="595579"/>
                  </a:lnTo>
                  <a:lnTo>
                    <a:pt x="859091" y="595579"/>
                  </a:lnTo>
                  <a:lnTo>
                    <a:pt x="859091" y="590118"/>
                  </a:lnTo>
                  <a:lnTo>
                    <a:pt x="870610" y="590118"/>
                  </a:lnTo>
                  <a:lnTo>
                    <a:pt x="870610" y="576605"/>
                  </a:lnTo>
                  <a:lnTo>
                    <a:pt x="859091" y="576605"/>
                  </a:lnTo>
                  <a:lnTo>
                    <a:pt x="859091" y="572096"/>
                  </a:lnTo>
                  <a:lnTo>
                    <a:pt x="888720" y="572096"/>
                  </a:lnTo>
                  <a:lnTo>
                    <a:pt x="891667" y="572236"/>
                  </a:lnTo>
                  <a:lnTo>
                    <a:pt x="895311" y="572643"/>
                  </a:lnTo>
                  <a:lnTo>
                    <a:pt x="895311" y="572096"/>
                  </a:lnTo>
                  <a:lnTo>
                    <a:pt x="895311" y="567182"/>
                  </a:lnTo>
                  <a:lnTo>
                    <a:pt x="895311" y="555980"/>
                  </a:lnTo>
                  <a:lnTo>
                    <a:pt x="895311" y="555167"/>
                  </a:lnTo>
                  <a:lnTo>
                    <a:pt x="890397" y="555713"/>
                  </a:lnTo>
                  <a:lnTo>
                    <a:pt x="885063" y="555980"/>
                  </a:lnTo>
                  <a:lnTo>
                    <a:pt x="859231" y="555980"/>
                  </a:lnTo>
                  <a:lnTo>
                    <a:pt x="859345" y="552843"/>
                  </a:lnTo>
                  <a:lnTo>
                    <a:pt x="859396" y="552030"/>
                  </a:lnTo>
                  <a:lnTo>
                    <a:pt x="859523" y="550786"/>
                  </a:lnTo>
                  <a:lnTo>
                    <a:pt x="859929" y="548055"/>
                  </a:lnTo>
                  <a:lnTo>
                    <a:pt x="838034" y="548055"/>
                  </a:lnTo>
                  <a:lnTo>
                    <a:pt x="838454" y="550786"/>
                  </a:lnTo>
                  <a:lnTo>
                    <a:pt x="838593" y="552030"/>
                  </a:lnTo>
                  <a:lnTo>
                    <a:pt x="838809" y="555167"/>
                  </a:lnTo>
                  <a:lnTo>
                    <a:pt x="838873" y="555980"/>
                  </a:lnTo>
                  <a:lnTo>
                    <a:pt x="809891" y="555980"/>
                  </a:lnTo>
                  <a:lnTo>
                    <a:pt x="803922" y="555167"/>
                  </a:lnTo>
                  <a:lnTo>
                    <a:pt x="803922" y="567182"/>
                  </a:lnTo>
                  <a:lnTo>
                    <a:pt x="798525" y="562051"/>
                  </a:lnTo>
                  <a:lnTo>
                    <a:pt x="793203" y="557403"/>
                  </a:lnTo>
                  <a:lnTo>
                    <a:pt x="787400" y="552843"/>
                  </a:lnTo>
                  <a:lnTo>
                    <a:pt x="780770" y="548055"/>
                  </a:lnTo>
                  <a:lnTo>
                    <a:pt x="780478" y="548055"/>
                  </a:lnTo>
                  <a:lnTo>
                    <a:pt x="765594" y="563626"/>
                  </a:lnTo>
                  <a:lnTo>
                    <a:pt x="773633" y="569722"/>
                  </a:lnTo>
                  <a:lnTo>
                    <a:pt x="780161" y="575297"/>
                  </a:lnTo>
                  <a:lnTo>
                    <a:pt x="786244" y="581240"/>
                  </a:lnTo>
                  <a:lnTo>
                    <a:pt x="792962" y="588479"/>
                  </a:lnTo>
                  <a:lnTo>
                    <a:pt x="807707" y="572236"/>
                  </a:lnTo>
                  <a:lnTo>
                    <a:pt x="810234" y="572096"/>
                  </a:lnTo>
                  <a:lnTo>
                    <a:pt x="838873" y="572096"/>
                  </a:lnTo>
                  <a:lnTo>
                    <a:pt x="838873" y="576605"/>
                  </a:lnTo>
                  <a:lnTo>
                    <a:pt x="838873" y="590118"/>
                  </a:lnTo>
                  <a:lnTo>
                    <a:pt x="838873" y="595579"/>
                  </a:lnTo>
                  <a:lnTo>
                    <a:pt x="838873" y="607745"/>
                  </a:lnTo>
                  <a:lnTo>
                    <a:pt x="838873" y="613333"/>
                  </a:lnTo>
                  <a:lnTo>
                    <a:pt x="828065" y="613333"/>
                  </a:lnTo>
                  <a:lnTo>
                    <a:pt x="828065" y="607745"/>
                  </a:lnTo>
                  <a:lnTo>
                    <a:pt x="838873" y="607745"/>
                  </a:lnTo>
                  <a:lnTo>
                    <a:pt x="838873" y="595579"/>
                  </a:lnTo>
                  <a:lnTo>
                    <a:pt x="828065" y="595579"/>
                  </a:lnTo>
                  <a:lnTo>
                    <a:pt x="828065" y="590118"/>
                  </a:lnTo>
                  <a:lnTo>
                    <a:pt x="838873" y="590118"/>
                  </a:lnTo>
                  <a:lnTo>
                    <a:pt x="838873" y="576605"/>
                  </a:lnTo>
                  <a:lnTo>
                    <a:pt x="815289" y="576605"/>
                  </a:lnTo>
                  <a:lnTo>
                    <a:pt x="811784" y="576465"/>
                  </a:lnTo>
                  <a:lnTo>
                    <a:pt x="808126" y="576186"/>
                  </a:lnTo>
                  <a:lnTo>
                    <a:pt x="808405" y="579742"/>
                  </a:lnTo>
                  <a:lnTo>
                    <a:pt x="808405" y="623709"/>
                  </a:lnTo>
                  <a:lnTo>
                    <a:pt x="808139" y="626846"/>
                  </a:lnTo>
                  <a:lnTo>
                    <a:pt x="808113" y="627126"/>
                  </a:lnTo>
                  <a:lnTo>
                    <a:pt x="815987" y="626846"/>
                  </a:lnTo>
                  <a:lnTo>
                    <a:pt x="838873" y="626846"/>
                  </a:lnTo>
                  <a:lnTo>
                    <a:pt x="838873" y="631634"/>
                  </a:lnTo>
                  <a:lnTo>
                    <a:pt x="811911" y="631634"/>
                  </a:lnTo>
                  <a:lnTo>
                    <a:pt x="808685" y="631494"/>
                  </a:lnTo>
                  <a:lnTo>
                    <a:pt x="805319" y="631215"/>
                  </a:lnTo>
                  <a:lnTo>
                    <a:pt x="805319" y="648157"/>
                  </a:lnTo>
                  <a:lnTo>
                    <a:pt x="807758" y="648004"/>
                  </a:lnTo>
                  <a:lnTo>
                    <a:pt x="805700" y="648004"/>
                  </a:lnTo>
                  <a:lnTo>
                    <a:pt x="814311" y="647738"/>
                  </a:lnTo>
                  <a:lnTo>
                    <a:pt x="838873" y="647738"/>
                  </a:lnTo>
                  <a:lnTo>
                    <a:pt x="838873" y="654977"/>
                  </a:lnTo>
                  <a:lnTo>
                    <a:pt x="834796" y="655116"/>
                  </a:lnTo>
                  <a:lnTo>
                    <a:pt x="833958" y="655116"/>
                  </a:lnTo>
                  <a:lnTo>
                    <a:pt x="828751" y="654977"/>
                  </a:lnTo>
                  <a:lnTo>
                    <a:pt x="826071" y="654977"/>
                  </a:lnTo>
                  <a:lnTo>
                    <a:pt x="803948" y="648284"/>
                  </a:lnTo>
                  <a:lnTo>
                    <a:pt x="803275" y="648284"/>
                  </a:lnTo>
                  <a:lnTo>
                    <a:pt x="803910" y="648246"/>
                  </a:lnTo>
                  <a:lnTo>
                    <a:pt x="801662" y="645693"/>
                  </a:lnTo>
                  <a:lnTo>
                    <a:pt x="801662" y="618248"/>
                  </a:lnTo>
                  <a:lnTo>
                    <a:pt x="801662" y="605828"/>
                  </a:lnTo>
                  <a:lnTo>
                    <a:pt x="801814" y="602145"/>
                  </a:lnTo>
                  <a:lnTo>
                    <a:pt x="802157" y="598995"/>
                  </a:lnTo>
                  <a:lnTo>
                    <a:pt x="802220" y="598449"/>
                  </a:lnTo>
                  <a:lnTo>
                    <a:pt x="798715" y="598855"/>
                  </a:lnTo>
                  <a:lnTo>
                    <a:pt x="795769" y="598995"/>
                  </a:lnTo>
                  <a:lnTo>
                    <a:pt x="772325" y="598995"/>
                  </a:lnTo>
                  <a:lnTo>
                    <a:pt x="770216" y="598855"/>
                  </a:lnTo>
                  <a:lnTo>
                    <a:pt x="766152" y="598309"/>
                  </a:lnTo>
                  <a:lnTo>
                    <a:pt x="766152" y="618921"/>
                  </a:lnTo>
                  <a:lnTo>
                    <a:pt x="770077" y="618388"/>
                  </a:lnTo>
                  <a:lnTo>
                    <a:pt x="771766" y="618248"/>
                  </a:lnTo>
                  <a:lnTo>
                    <a:pt x="780884" y="618248"/>
                  </a:lnTo>
                  <a:lnTo>
                    <a:pt x="780884" y="644601"/>
                  </a:lnTo>
                  <a:lnTo>
                    <a:pt x="774573" y="649249"/>
                  </a:lnTo>
                  <a:lnTo>
                    <a:pt x="767194" y="653465"/>
                  </a:lnTo>
                  <a:lnTo>
                    <a:pt x="767029" y="653465"/>
                  </a:lnTo>
                  <a:lnTo>
                    <a:pt x="763219" y="654697"/>
                  </a:lnTo>
                  <a:lnTo>
                    <a:pt x="763663" y="654697"/>
                  </a:lnTo>
                  <a:lnTo>
                    <a:pt x="772744" y="676694"/>
                  </a:lnTo>
                  <a:lnTo>
                    <a:pt x="774801" y="675182"/>
                  </a:lnTo>
                  <a:lnTo>
                    <a:pt x="775309" y="674839"/>
                  </a:lnTo>
                  <a:lnTo>
                    <a:pt x="781443" y="670953"/>
                  </a:lnTo>
                  <a:lnTo>
                    <a:pt x="784542" y="668769"/>
                  </a:lnTo>
                  <a:lnTo>
                    <a:pt x="791845" y="662762"/>
                  </a:lnTo>
                  <a:lnTo>
                    <a:pt x="799680" y="669086"/>
                  </a:lnTo>
                  <a:lnTo>
                    <a:pt x="809218" y="672871"/>
                  </a:lnTo>
                  <a:lnTo>
                    <a:pt x="822845" y="674712"/>
                  </a:lnTo>
                  <a:lnTo>
                    <a:pt x="842937" y="675182"/>
                  </a:lnTo>
                  <a:lnTo>
                    <a:pt x="864108" y="675182"/>
                  </a:lnTo>
                  <a:lnTo>
                    <a:pt x="884059" y="674839"/>
                  </a:lnTo>
                  <a:lnTo>
                    <a:pt x="895172" y="674509"/>
                  </a:lnTo>
                  <a:lnTo>
                    <a:pt x="896302" y="665899"/>
                  </a:lnTo>
                  <a:lnTo>
                    <a:pt x="897064" y="662762"/>
                  </a:lnTo>
                  <a:lnTo>
                    <a:pt x="897699" y="660171"/>
                  </a:lnTo>
                  <a:lnTo>
                    <a:pt x="899426" y="655116"/>
                  </a:lnTo>
                  <a:lnTo>
                    <a:pt x="899477" y="654977"/>
                  </a:lnTo>
                  <a:lnTo>
                    <a:pt x="899566" y="654697"/>
                  </a:lnTo>
                  <a:lnTo>
                    <a:pt x="900366" y="652386"/>
                  </a:lnTo>
                  <a:close/>
                </a:path>
                <a:path w="901700" h="1370329">
                  <a:moveTo>
                    <a:pt x="900493" y="873975"/>
                  </a:moveTo>
                  <a:lnTo>
                    <a:pt x="868680" y="844740"/>
                  </a:lnTo>
                  <a:lnTo>
                    <a:pt x="858520" y="824814"/>
                  </a:lnTo>
                  <a:lnTo>
                    <a:pt x="837882" y="833145"/>
                  </a:lnTo>
                  <a:lnTo>
                    <a:pt x="838441" y="834097"/>
                  </a:lnTo>
                  <a:lnTo>
                    <a:pt x="843229" y="844207"/>
                  </a:lnTo>
                  <a:lnTo>
                    <a:pt x="846861" y="850976"/>
                  </a:lnTo>
                  <a:lnTo>
                    <a:pt x="877354" y="887361"/>
                  </a:lnTo>
                  <a:lnTo>
                    <a:pt x="886739" y="894867"/>
                  </a:lnTo>
                  <a:lnTo>
                    <a:pt x="891311" y="886117"/>
                  </a:lnTo>
                  <a:lnTo>
                    <a:pt x="894461" y="881341"/>
                  </a:lnTo>
                  <a:lnTo>
                    <a:pt x="900493" y="873975"/>
                  </a:lnTo>
                  <a:close/>
                </a:path>
                <a:path w="901700" h="1370329">
                  <a:moveTo>
                    <a:pt x="901077" y="1070165"/>
                  </a:moveTo>
                  <a:lnTo>
                    <a:pt x="899883" y="1066342"/>
                  </a:lnTo>
                  <a:lnTo>
                    <a:pt x="898245" y="1061059"/>
                  </a:lnTo>
                  <a:lnTo>
                    <a:pt x="897331" y="1058557"/>
                  </a:lnTo>
                  <a:lnTo>
                    <a:pt x="895032" y="1052309"/>
                  </a:lnTo>
                  <a:lnTo>
                    <a:pt x="891565" y="1044219"/>
                  </a:lnTo>
                  <a:lnTo>
                    <a:pt x="891501" y="1044067"/>
                  </a:lnTo>
                  <a:lnTo>
                    <a:pt x="891387" y="1043825"/>
                  </a:lnTo>
                  <a:lnTo>
                    <a:pt x="887310" y="1035481"/>
                  </a:lnTo>
                  <a:lnTo>
                    <a:pt x="871740" y="1043673"/>
                  </a:lnTo>
                  <a:lnTo>
                    <a:pt x="875245" y="1049540"/>
                  </a:lnTo>
                  <a:lnTo>
                    <a:pt x="876503" y="1052144"/>
                  </a:lnTo>
                  <a:lnTo>
                    <a:pt x="878827" y="1058418"/>
                  </a:lnTo>
                  <a:lnTo>
                    <a:pt x="878890" y="1058557"/>
                  </a:lnTo>
                  <a:lnTo>
                    <a:pt x="873696" y="1057186"/>
                  </a:lnTo>
                  <a:lnTo>
                    <a:pt x="869619" y="1055687"/>
                  </a:lnTo>
                  <a:lnTo>
                    <a:pt x="864844" y="1053769"/>
                  </a:lnTo>
                  <a:lnTo>
                    <a:pt x="864717" y="1063548"/>
                  </a:lnTo>
                  <a:lnTo>
                    <a:pt x="864565" y="1066063"/>
                  </a:lnTo>
                  <a:lnTo>
                    <a:pt x="864146" y="1067155"/>
                  </a:lnTo>
                  <a:lnTo>
                    <a:pt x="863688" y="1068247"/>
                  </a:lnTo>
                  <a:lnTo>
                    <a:pt x="863587" y="1068514"/>
                  </a:lnTo>
                  <a:lnTo>
                    <a:pt x="862469" y="1068793"/>
                  </a:lnTo>
                  <a:lnTo>
                    <a:pt x="855306" y="1068793"/>
                  </a:lnTo>
                  <a:lnTo>
                    <a:pt x="854608" y="1068247"/>
                  </a:lnTo>
                  <a:lnTo>
                    <a:pt x="854608" y="1044219"/>
                  </a:lnTo>
                  <a:lnTo>
                    <a:pt x="854608" y="1041209"/>
                  </a:lnTo>
                  <a:lnTo>
                    <a:pt x="854608" y="1040257"/>
                  </a:lnTo>
                  <a:lnTo>
                    <a:pt x="857694" y="1043533"/>
                  </a:lnTo>
                  <a:lnTo>
                    <a:pt x="858672" y="1044625"/>
                  </a:lnTo>
                  <a:lnTo>
                    <a:pt x="861339" y="1048715"/>
                  </a:lnTo>
                  <a:lnTo>
                    <a:pt x="871588" y="1040257"/>
                  </a:lnTo>
                  <a:lnTo>
                    <a:pt x="876223" y="1036434"/>
                  </a:lnTo>
                  <a:lnTo>
                    <a:pt x="871740" y="1031786"/>
                  </a:lnTo>
                  <a:lnTo>
                    <a:pt x="869759" y="1029881"/>
                  </a:lnTo>
                  <a:lnTo>
                    <a:pt x="865136" y="1026198"/>
                  </a:lnTo>
                  <a:lnTo>
                    <a:pt x="868641" y="1026325"/>
                  </a:lnTo>
                  <a:lnTo>
                    <a:pt x="882116" y="1026325"/>
                  </a:lnTo>
                  <a:lnTo>
                    <a:pt x="882319" y="1026198"/>
                  </a:lnTo>
                  <a:lnTo>
                    <a:pt x="886891" y="1023467"/>
                  </a:lnTo>
                  <a:lnTo>
                    <a:pt x="887336" y="1022096"/>
                  </a:lnTo>
                  <a:lnTo>
                    <a:pt x="889838" y="1014590"/>
                  </a:lnTo>
                  <a:lnTo>
                    <a:pt x="890409" y="1012405"/>
                  </a:lnTo>
                  <a:lnTo>
                    <a:pt x="891273" y="1009129"/>
                  </a:lnTo>
                  <a:lnTo>
                    <a:pt x="891362" y="1008710"/>
                  </a:lnTo>
                  <a:lnTo>
                    <a:pt x="892378" y="1002245"/>
                  </a:lnTo>
                  <a:lnTo>
                    <a:pt x="893165" y="993559"/>
                  </a:lnTo>
                  <a:lnTo>
                    <a:pt x="893267" y="992466"/>
                  </a:lnTo>
                  <a:lnTo>
                    <a:pt x="893838" y="983729"/>
                  </a:lnTo>
                  <a:lnTo>
                    <a:pt x="893876" y="983310"/>
                  </a:lnTo>
                  <a:lnTo>
                    <a:pt x="893889" y="983043"/>
                  </a:lnTo>
                  <a:lnTo>
                    <a:pt x="894143" y="979220"/>
                  </a:lnTo>
                  <a:lnTo>
                    <a:pt x="894892" y="966393"/>
                  </a:lnTo>
                  <a:lnTo>
                    <a:pt x="895096" y="964882"/>
                  </a:lnTo>
                  <a:lnTo>
                    <a:pt x="895172" y="964336"/>
                  </a:lnTo>
                  <a:lnTo>
                    <a:pt x="891806" y="964755"/>
                  </a:lnTo>
                  <a:lnTo>
                    <a:pt x="887869" y="964882"/>
                  </a:lnTo>
                  <a:lnTo>
                    <a:pt x="873125" y="964882"/>
                  </a:lnTo>
                  <a:lnTo>
                    <a:pt x="873125" y="983310"/>
                  </a:lnTo>
                  <a:lnTo>
                    <a:pt x="873112" y="983729"/>
                  </a:lnTo>
                  <a:lnTo>
                    <a:pt x="872998" y="986459"/>
                  </a:lnTo>
                  <a:lnTo>
                    <a:pt x="872871" y="989457"/>
                  </a:lnTo>
                  <a:lnTo>
                    <a:pt x="872744" y="992466"/>
                  </a:lnTo>
                  <a:lnTo>
                    <a:pt x="868641" y="1008710"/>
                  </a:lnTo>
                  <a:lnTo>
                    <a:pt x="863307" y="1008710"/>
                  </a:lnTo>
                  <a:lnTo>
                    <a:pt x="859802" y="1008443"/>
                  </a:lnTo>
                  <a:lnTo>
                    <a:pt x="864425" y="1001344"/>
                  </a:lnTo>
                  <a:lnTo>
                    <a:pt x="862253" y="1000252"/>
                  </a:lnTo>
                  <a:lnTo>
                    <a:pt x="861174" y="999705"/>
                  </a:lnTo>
                  <a:lnTo>
                    <a:pt x="856996" y="997661"/>
                  </a:lnTo>
                  <a:lnTo>
                    <a:pt x="858989" y="992720"/>
                  </a:lnTo>
                  <a:lnTo>
                    <a:pt x="859091" y="992466"/>
                  </a:lnTo>
                  <a:lnTo>
                    <a:pt x="859701" y="990282"/>
                  </a:lnTo>
                  <a:lnTo>
                    <a:pt x="859942" y="989457"/>
                  </a:lnTo>
                  <a:lnTo>
                    <a:pt x="860958" y="983729"/>
                  </a:lnTo>
                  <a:lnTo>
                    <a:pt x="861034" y="983310"/>
                  </a:lnTo>
                  <a:lnTo>
                    <a:pt x="873125" y="983310"/>
                  </a:lnTo>
                  <a:lnTo>
                    <a:pt x="873125" y="964882"/>
                  </a:lnTo>
                  <a:lnTo>
                    <a:pt x="841095" y="964882"/>
                  </a:lnTo>
                  <a:lnTo>
                    <a:pt x="841095" y="983310"/>
                  </a:lnTo>
                  <a:lnTo>
                    <a:pt x="840562" y="986320"/>
                  </a:lnTo>
                  <a:lnTo>
                    <a:pt x="840282" y="987552"/>
                  </a:lnTo>
                  <a:lnTo>
                    <a:pt x="839292" y="990282"/>
                  </a:lnTo>
                  <a:lnTo>
                    <a:pt x="833259" y="988237"/>
                  </a:lnTo>
                  <a:lnTo>
                    <a:pt x="827506" y="986459"/>
                  </a:lnTo>
                  <a:lnTo>
                    <a:pt x="818756" y="999566"/>
                  </a:lnTo>
                  <a:lnTo>
                    <a:pt x="818667" y="999705"/>
                  </a:lnTo>
                  <a:lnTo>
                    <a:pt x="818667" y="983729"/>
                  </a:lnTo>
                  <a:lnTo>
                    <a:pt x="822731" y="983310"/>
                  </a:lnTo>
                  <a:lnTo>
                    <a:pt x="841095" y="983310"/>
                  </a:lnTo>
                  <a:lnTo>
                    <a:pt x="841095" y="964882"/>
                  </a:lnTo>
                  <a:lnTo>
                    <a:pt x="829475" y="964882"/>
                  </a:lnTo>
                  <a:lnTo>
                    <a:pt x="823569" y="964615"/>
                  </a:lnTo>
                  <a:lnTo>
                    <a:pt x="818667" y="964069"/>
                  </a:lnTo>
                  <a:lnTo>
                    <a:pt x="818667" y="982637"/>
                  </a:lnTo>
                  <a:lnTo>
                    <a:pt x="815848" y="982903"/>
                  </a:lnTo>
                  <a:lnTo>
                    <a:pt x="813320" y="983043"/>
                  </a:lnTo>
                  <a:lnTo>
                    <a:pt x="772604" y="983043"/>
                  </a:lnTo>
                  <a:lnTo>
                    <a:pt x="769670" y="982903"/>
                  </a:lnTo>
                  <a:lnTo>
                    <a:pt x="766572" y="982357"/>
                  </a:lnTo>
                  <a:lnTo>
                    <a:pt x="766572" y="1000937"/>
                  </a:lnTo>
                  <a:lnTo>
                    <a:pt x="770077" y="1000531"/>
                  </a:lnTo>
                  <a:lnTo>
                    <a:pt x="773303" y="1000379"/>
                  </a:lnTo>
                  <a:lnTo>
                    <a:pt x="814438" y="1000379"/>
                  </a:lnTo>
                  <a:lnTo>
                    <a:pt x="818667" y="1000798"/>
                  </a:lnTo>
                  <a:lnTo>
                    <a:pt x="818667" y="1000379"/>
                  </a:lnTo>
                  <a:lnTo>
                    <a:pt x="818667" y="1000252"/>
                  </a:lnTo>
                  <a:lnTo>
                    <a:pt x="824788" y="1002245"/>
                  </a:lnTo>
                  <a:lnTo>
                    <a:pt x="826947" y="1003109"/>
                  </a:lnTo>
                  <a:lnTo>
                    <a:pt x="830732" y="1004760"/>
                  </a:lnTo>
                  <a:lnTo>
                    <a:pt x="826668" y="1009129"/>
                  </a:lnTo>
                  <a:lnTo>
                    <a:pt x="821182" y="1013079"/>
                  </a:lnTo>
                  <a:lnTo>
                    <a:pt x="815009" y="1015949"/>
                  </a:lnTo>
                  <a:lnTo>
                    <a:pt x="815009" y="1005027"/>
                  </a:lnTo>
                  <a:lnTo>
                    <a:pt x="815009" y="1004760"/>
                  </a:lnTo>
                  <a:lnTo>
                    <a:pt x="813193" y="1005027"/>
                  </a:lnTo>
                  <a:lnTo>
                    <a:pt x="773874" y="1005027"/>
                  </a:lnTo>
                  <a:lnTo>
                    <a:pt x="771207" y="1004760"/>
                  </a:lnTo>
                  <a:lnTo>
                    <a:pt x="771207" y="1020178"/>
                  </a:lnTo>
                  <a:lnTo>
                    <a:pt x="773023" y="1020038"/>
                  </a:lnTo>
                  <a:lnTo>
                    <a:pt x="775690" y="1019911"/>
                  </a:lnTo>
                  <a:lnTo>
                    <a:pt x="812063" y="1019911"/>
                  </a:lnTo>
                  <a:lnTo>
                    <a:pt x="814590" y="1020178"/>
                  </a:lnTo>
                  <a:lnTo>
                    <a:pt x="818807" y="1024547"/>
                  </a:lnTo>
                  <a:lnTo>
                    <a:pt x="820623" y="1027290"/>
                  </a:lnTo>
                  <a:lnTo>
                    <a:pt x="823709" y="1033297"/>
                  </a:lnTo>
                  <a:lnTo>
                    <a:pt x="831176" y="1028839"/>
                  </a:lnTo>
                  <a:lnTo>
                    <a:pt x="837361" y="1024280"/>
                  </a:lnTo>
                  <a:lnTo>
                    <a:pt x="842073" y="1019911"/>
                  </a:lnTo>
                  <a:lnTo>
                    <a:pt x="842899" y="1019136"/>
                  </a:lnTo>
                  <a:lnTo>
                    <a:pt x="845642" y="1015949"/>
                  </a:lnTo>
                  <a:lnTo>
                    <a:pt x="848004" y="1013218"/>
                  </a:lnTo>
                  <a:lnTo>
                    <a:pt x="850379" y="1014590"/>
                  </a:lnTo>
                  <a:lnTo>
                    <a:pt x="851369" y="1015136"/>
                  </a:lnTo>
                  <a:lnTo>
                    <a:pt x="854176" y="1016901"/>
                  </a:lnTo>
                  <a:lnTo>
                    <a:pt x="856703" y="1013218"/>
                  </a:lnTo>
                  <a:lnTo>
                    <a:pt x="857275" y="1012405"/>
                  </a:lnTo>
                  <a:lnTo>
                    <a:pt x="858431" y="1015949"/>
                  </a:lnTo>
                  <a:lnTo>
                    <a:pt x="859091" y="1018133"/>
                  </a:lnTo>
                  <a:lnTo>
                    <a:pt x="859802" y="1022096"/>
                  </a:lnTo>
                  <a:lnTo>
                    <a:pt x="858113" y="1021003"/>
                  </a:lnTo>
                  <a:lnTo>
                    <a:pt x="856564" y="1019771"/>
                  </a:lnTo>
                  <a:lnTo>
                    <a:pt x="855027" y="1018679"/>
                  </a:lnTo>
                  <a:lnTo>
                    <a:pt x="841273" y="1029195"/>
                  </a:lnTo>
                  <a:lnTo>
                    <a:pt x="845197" y="1031786"/>
                  </a:lnTo>
                  <a:lnTo>
                    <a:pt x="846467" y="1032751"/>
                  </a:lnTo>
                  <a:lnTo>
                    <a:pt x="848702" y="1034656"/>
                  </a:lnTo>
                  <a:lnTo>
                    <a:pt x="834948" y="1034656"/>
                  </a:lnTo>
                  <a:lnTo>
                    <a:pt x="835367" y="1038885"/>
                  </a:lnTo>
                  <a:lnTo>
                    <a:pt x="835380" y="1039164"/>
                  </a:lnTo>
                  <a:lnTo>
                    <a:pt x="835507" y="1041209"/>
                  </a:lnTo>
                  <a:lnTo>
                    <a:pt x="820902" y="1035748"/>
                  </a:lnTo>
                  <a:lnTo>
                    <a:pt x="820039" y="1043533"/>
                  </a:lnTo>
                  <a:lnTo>
                    <a:pt x="820013" y="1043825"/>
                  </a:lnTo>
                  <a:lnTo>
                    <a:pt x="819886" y="1044625"/>
                  </a:lnTo>
                  <a:lnTo>
                    <a:pt x="818832" y="1050836"/>
                  </a:lnTo>
                  <a:lnTo>
                    <a:pt x="817308" y="1056678"/>
                  </a:lnTo>
                  <a:lnTo>
                    <a:pt x="815289" y="1062240"/>
                  </a:lnTo>
                  <a:lnTo>
                    <a:pt x="815289" y="1058418"/>
                  </a:lnTo>
                  <a:lnTo>
                    <a:pt x="815365" y="1044625"/>
                  </a:lnTo>
                  <a:lnTo>
                    <a:pt x="815454" y="1044067"/>
                  </a:lnTo>
                  <a:lnTo>
                    <a:pt x="815492" y="1043825"/>
                  </a:lnTo>
                  <a:lnTo>
                    <a:pt x="815543" y="1043533"/>
                  </a:lnTo>
                  <a:lnTo>
                    <a:pt x="814489" y="1043533"/>
                  </a:lnTo>
                  <a:lnTo>
                    <a:pt x="813320" y="1043673"/>
                  </a:lnTo>
                  <a:lnTo>
                    <a:pt x="811707" y="1043825"/>
                  </a:lnTo>
                  <a:lnTo>
                    <a:pt x="797458" y="1043825"/>
                  </a:lnTo>
                  <a:lnTo>
                    <a:pt x="797458" y="1058418"/>
                  </a:lnTo>
                  <a:lnTo>
                    <a:pt x="797458" y="1067295"/>
                  </a:lnTo>
                  <a:lnTo>
                    <a:pt x="788746" y="1067295"/>
                  </a:lnTo>
                  <a:lnTo>
                    <a:pt x="788746" y="1058418"/>
                  </a:lnTo>
                  <a:lnTo>
                    <a:pt x="797458" y="1058418"/>
                  </a:lnTo>
                  <a:lnTo>
                    <a:pt x="797458" y="1043825"/>
                  </a:lnTo>
                  <a:lnTo>
                    <a:pt x="775792" y="1043825"/>
                  </a:lnTo>
                  <a:lnTo>
                    <a:pt x="773303" y="1043673"/>
                  </a:lnTo>
                  <a:lnTo>
                    <a:pt x="771601" y="1043533"/>
                  </a:lnTo>
                  <a:lnTo>
                    <a:pt x="770077" y="1043533"/>
                  </a:lnTo>
                  <a:lnTo>
                    <a:pt x="770509" y="1047762"/>
                  </a:lnTo>
                  <a:lnTo>
                    <a:pt x="770483" y="1083564"/>
                  </a:lnTo>
                  <a:lnTo>
                    <a:pt x="769950" y="1088872"/>
                  </a:lnTo>
                  <a:lnTo>
                    <a:pt x="789305" y="1088872"/>
                  </a:lnTo>
                  <a:lnTo>
                    <a:pt x="789305" y="1083259"/>
                  </a:lnTo>
                  <a:lnTo>
                    <a:pt x="797458" y="1083259"/>
                  </a:lnTo>
                  <a:lnTo>
                    <a:pt x="797458" y="1086954"/>
                  </a:lnTo>
                  <a:lnTo>
                    <a:pt x="815708" y="1086954"/>
                  </a:lnTo>
                  <a:lnTo>
                    <a:pt x="815428" y="1084910"/>
                  </a:lnTo>
                  <a:lnTo>
                    <a:pt x="815314" y="1083259"/>
                  </a:lnTo>
                  <a:lnTo>
                    <a:pt x="815289" y="1073988"/>
                  </a:lnTo>
                  <a:lnTo>
                    <a:pt x="826096" y="1081354"/>
                  </a:lnTo>
                  <a:lnTo>
                    <a:pt x="828814" y="1073988"/>
                  </a:lnTo>
                  <a:lnTo>
                    <a:pt x="829576" y="1071918"/>
                  </a:lnTo>
                  <a:lnTo>
                    <a:pt x="830948" y="1067295"/>
                  </a:lnTo>
                  <a:lnTo>
                    <a:pt x="832065" y="1063548"/>
                  </a:lnTo>
                  <a:lnTo>
                    <a:pt x="832345" y="1062240"/>
                  </a:lnTo>
                  <a:lnTo>
                    <a:pt x="833920" y="1054798"/>
                  </a:lnTo>
                  <a:lnTo>
                    <a:pt x="835355" y="1045171"/>
                  </a:lnTo>
                  <a:lnTo>
                    <a:pt x="835444" y="1044625"/>
                  </a:lnTo>
                  <a:lnTo>
                    <a:pt x="835507" y="1044219"/>
                  </a:lnTo>
                  <a:lnTo>
                    <a:pt x="835609" y="1081354"/>
                  </a:lnTo>
                  <a:lnTo>
                    <a:pt x="836371" y="1083259"/>
                  </a:lnTo>
                  <a:lnTo>
                    <a:pt x="836510" y="1083564"/>
                  </a:lnTo>
                  <a:lnTo>
                    <a:pt x="842670" y="1086688"/>
                  </a:lnTo>
                  <a:lnTo>
                    <a:pt x="847445" y="1087361"/>
                  </a:lnTo>
                  <a:lnTo>
                    <a:pt x="856996" y="1087361"/>
                  </a:lnTo>
                  <a:lnTo>
                    <a:pt x="867168" y="1086688"/>
                  </a:lnTo>
                  <a:lnTo>
                    <a:pt x="868400" y="1086688"/>
                  </a:lnTo>
                  <a:lnTo>
                    <a:pt x="875728" y="1083564"/>
                  </a:lnTo>
                  <a:lnTo>
                    <a:pt x="879563" y="1077175"/>
                  </a:lnTo>
                  <a:lnTo>
                    <a:pt x="880999" y="1068793"/>
                  </a:lnTo>
                  <a:lnTo>
                    <a:pt x="881418" y="1066342"/>
                  </a:lnTo>
                  <a:lnTo>
                    <a:pt x="882827" y="1070978"/>
                  </a:lnTo>
                  <a:lnTo>
                    <a:pt x="883386" y="1073302"/>
                  </a:lnTo>
                  <a:lnTo>
                    <a:pt x="884783" y="1079855"/>
                  </a:lnTo>
                  <a:lnTo>
                    <a:pt x="901077" y="107016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574319" y="5668135"/>
              <a:ext cx="3845560" cy="283845"/>
            </a:xfrm>
            <a:custGeom>
              <a:avLst/>
              <a:gdLst/>
              <a:ahLst/>
              <a:cxnLst/>
              <a:rect l="l" t="t" r="r" b="b"/>
              <a:pathLst>
                <a:path w="3845560" h="283845">
                  <a:moveTo>
                    <a:pt x="3839451" y="0"/>
                  </a:moveTo>
                  <a:lnTo>
                    <a:pt x="5702" y="0"/>
                  </a:lnTo>
                  <a:lnTo>
                    <a:pt x="0" y="5689"/>
                  </a:lnTo>
                  <a:lnTo>
                    <a:pt x="0" y="277977"/>
                  </a:lnTo>
                  <a:lnTo>
                    <a:pt x="5702" y="283679"/>
                  </a:lnTo>
                  <a:lnTo>
                    <a:pt x="3832415" y="283679"/>
                  </a:lnTo>
                  <a:lnTo>
                    <a:pt x="3839451" y="283679"/>
                  </a:lnTo>
                  <a:lnTo>
                    <a:pt x="3845153" y="277977"/>
                  </a:lnTo>
                  <a:lnTo>
                    <a:pt x="3845153" y="5689"/>
                  </a:lnTo>
                  <a:lnTo>
                    <a:pt x="3839451" y="0"/>
                  </a:lnTo>
                  <a:close/>
                </a:path>
              </a:pathLst>
            </a:custGeom>
            <a:solidFill>
              <a:srgbClr val="41404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2669994" y="5737990"/>
              <a:ext cx="143243" cy="15223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2873987" y="5751893"/>
              <a:ext cx="144437" cy="129692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088819" y="5742256"/>
              <a:ext cx="115608" cy="142543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295008" y="5736460"/>
              <a:ext cx="115620" cy="15241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491528" y="5736635"/>
              <a:ext cx="134673" cy="151383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679583" y="5736640"/>
              <a:ext cx="159689" cy="154609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881538" y="5731383"/>
              <a:ext cx="159359" cy="159524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104510" y="5732905"/>
              <a:ext cx="130708" cy="15241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295788" y="5750541"/>
              <a:ext cx="140195" cy="130873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493326" y="5844794"/>
              <a:ext cx="48895" cy="45085"/>
            </a:xfrm>
            <a:custGeom>
              <a:avLst/>
              <a:gdLst/>
              <a:ahLst/>
              <a:cxnLst/>
              <a:rect l="l" t="t" r="r" b="b"/>
              <a:pathLst>
                <a:path w="48895" h="45085">
                  <a:moveTo>
                    <a:pt x="850" y="0"/>
                  </a:moveTo>
                  <a:lnTo>
                    <a:pt x="0" y="1358"/>
                  </a:lnTo>
                  <a:lnTo>
                    <a:pt x="1358" y="2540"/>
                  </a:lnTo>
                  <a:lnTo>
                    <a:pt x="9803" y="12086"/>
                  </a:lnTo>
                  <a:lnTo>
                    <a:pt x="15660" y="21043"/>
                  </a:lnTo>
                  <a:lnTo>
                    <a:pt x="19834" y="29268"/>
                  </a:lnTo>
                  <a:lnTo>
                    <a:pt x="23228" y="36614"/>
                  </a:lnTo>
                  <a:lnTo>
                    <a:pt x="25946" y="42049"/>
                  </a:lnTo>
                  <a:lnTo>
                    <a:pt x="29337" y="44754"/>
                  </a:lnTo>
                  <a:lnTo>
                    <a:pt x="43573" y="44754"/>
                  </a:lnTo>
                  <a:lnTo>
                    <a:pt x="48831" y="38989"/>
                  </a:lnTo>
                  <a:lnTo>
                    <a:pt x="48831" y="32042"/>
                  </a:lnTo>
                  <a:lnTo>
                    <a:pt x="44606" y="18814"/>
                  </a:lnTo>
                  <a:lnTo>
                    <a:pt x="33723" y="9113"/>
                  </a:lnTo>
                  <a:lnTo>
                    <a:pt x="18865" y="2911"/>
                  </a:lnTo>
                  <a:lnTo>
                    <a:pt x="2717" y="17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626272" y="5731211"/>
              <a:ext cx="165798" cy="15986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871968" y="5738208"/>
              <a:ext cx="88150" cy="146084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034752" y="5731214"/>
              <a:ext cx="162750" cy="15934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269763" y="5739855"/>
              <a:ext cx="104432" cy="14410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476466" y="5742406"/>
              <a:ext cx="110528" cy="141211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661965" y="5736635"/>
              <a:ext cx="134673" cy="15138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853749" y="5731213"/>
              <a:ext cx="151726" cy="159359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076464" y="5743590"/>
              <a:ext cx="112667" cy="139865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6258839" y="5841404"/>
              <a:ext cx="48260" cy="48260"/>
            </a:xfrm>
            <a:custGeom>
              <a:avLst/>
              <a:gdLst/>
              <a:ahLst/>
              <a:cxnLst/>
              <a:rect l="l" t="t" r="r" b="b"/>
              <a:pathLst>
                <a:path w="48260" h="48260">
                  <a:moveTo>
                    <a:pt x="24079" y="0"/>
                  </a:moveTo>
                  <a:lnTo>
                    <a:pt x="14669" y="1852"/>
                  </a:lnTo>
                  <a:lnTo>
                    <a:pt x="7019" y="6931"/>
                  </a:lnTo>
                  <a:lnTo>
                    <a:pt x="1879" y="14519"/>
                  </a:lnTo>
                  <a:lnTo>
                    <a:pt x="0" y="23901"/>
                  </a:lnTo>
                  <a:lnTo>
                    <a:pt x="1879" y="33316"/>
                  </a:lnTo>
                  <a:lnTo>
                    <a:pt x="7019" y="40965"/>
                  </a:lnTo>
                  <a:lnTo>
                    <a:pt x="14669" y="46102"/>
                  </a:lnTo>
                  <a:lnTo>
                    <a:pt x="24079" y="47980"/>
                  </a:lnTo>
                  <a:lnTo>
                    <a:pt x="33460" y="46102"/>
                  </a:lnTo>
                  <a:lnTo>
                    <a:pt x="41049" y="40965"/>
                  </a:lnTo>
                  <a:lnTo>
                    <a:pt x="42134" y="39331"/>
                  </a:lnTo>
                  <a:lnTo>
                    <a:pt x="15608" y="39331"/>
                  </a:lnTo>
                  <a:lnTo>
                    <a:pt x="8661" y="32207"/>
                  </a:lnTo>
                  <a:lnTo>
                    <a:pt x="8661" y="15595"/>
                  </a:lnTo>
                  <a:lnTo>
                    <a:pt x="15608" y="8648"/>
                  </a:lnTo>
                  <a:lnTo>
                    <a:pt x="42199" y="8648"/>
                  </a:lnTo>
                  <a:lnTo>
                    <a:pt x="41049" y="6931"/>
                  </a:lnTo>
                  <a:lnTo>
                    <a:pt x="33460" y="1852"/>
                  </a:lnTo>
                  <a:lnTo>
                    <a:pt x="24079" y="0"/>
                  </a:lnTo>
                  <a:close/>
                </a:path>
                <a:path w="48260" h="48260">
                  <a:moveTo>
                    <a:pt x="42199" y="8648"/>
                  </a:moveTo>
                  <a:lnTo>
                    <a:pt x="32385" y="8648"/>
                  </a:lnTo>
                  <a:lnTo>
                    <a:pt x="39331" y="15595"/>
                  </a:lnTo>
                  <a:lnTo>
                    <a:pt x="39331" y="32207"/>
                  </a:lnTo>
                  <a:lnTo>
                    <a:pt x="32385" y="39331"/>
                  </a:lnTo>
                  <a:lnTo>
                    <a:pt x="42134" y="39331"/>
                  </a:lnTo>
                  <a:lnTo>
                    <a:pt x="46128" y="33316"/>
                  </a:lnTo>
                  <a:lnTo>
                    <a:pt x="47980" y="23901"/>
                  </a:lnTo>
                  <a:lnTo>
                    <a:pt x="46128" y="14519"/>
                  </a:lnTo>
                  <a:lnTo>
                    <a:pt x="42199" y="86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1" name="object 12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062530" y="6035174"/>
              <a:ext cx="306927" cy="1630723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40004" y="7665846"/>
              <a:ext cx="1552129" cy="20460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749160" y="7679423"/>
              <a:ext cx="507442" cy="172643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2308795" y="7705411"/>
              <a:ext cx="174967" cy="125323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1969414" y="5682894"/>
              <a:ext cx="165735" cy="87630"/>
            </a:xfrm>
            <a:custGeom>
              <a:avLst/>
              <a:gdLst/>
              <a:ahLst/>
              <a:cxnLst/>
              <a:rect l="l" t="t" r="r" b="b"/>
              <a:pathLst>
                <a:path w="165735" h="87629">
                  <a:moveTo>
                    <a:pt x="155079" y="72072"/>
                  </a:moveTo>
                  <a:lnTo>
                    <a:pt x="9880" y="72072"/>
                  </a:lnTo>
                  <a:lnTo>
                    <a:pt x="9880" y="87515"/>
                  </a:lnTo>
                  <a:lnTo>
                    <a:pt x="155079" y="87515"/>
                  </a:lnTo>
                  <a:lnTo>
                    <a:pt x="155079" y="72072"/>
                  </a:lnTo>
                  <a:close/>
                </a:path>
                <a:path w="165735" h="87629">
                  <a:moveTo>
                    <a:pt x="165163" y="0"/>
                  </a:moveTo>
                  <a:lnTo>
                    <a:pt x="0" y="0"/>
                  </a:lnTo>
                  <a:lnTo>
                    <a:pt x="0" y="15443"/>
                  </a:lnTo>
                  <a:lnTo>
                    <a:pt x="165163" y="15443"/>
                  </a:lnTo>
                  <a:lnTo>
                    <a:pt x="16516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937773" y="5671322"/>
              <a:ext cx="443177" cy="134163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017204" y="6717829"/>
              <a:ext cx="58686" cy="18961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934264" y="6513312"/>
              <a:ext cx="238444" cy="28262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42453" y="5661883"/>
              <a:ext cx="1744612" cy="1503786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991550" y="7154269"/>
              <a:ext cx="329080" cy="329080"/>
            </a:xfrm>
            <a:prstGeom prst="rect">
              <a:avLst/>
            </a:prstGeom>
          </p:spPr>
        </p:pic>
      </p:grpSp>
      <p:sp>
        <p:nvSpPr>
          <p:cNvPr id="131" name="object 131"/>
          <p:cNvSpPr/>
          <p:nvPr/>
        </p:nvSpPr>
        <p:spPr>
          <a:xfrm>
            <a:off x="47256" y="10113264"/>
            <a:ext cx="7465695" cy="272415"/>
          </a:xfrm>
          <a:custGeom>
            <a:avLst/>
            <a:gdLst/>
            <a:ahLst/>
            <a:cxnLst/>
            <a:rect l="l" t="t" r="r" b="b"/>
            <a:pathLst>
              <a:path w="7465695" h="272415">
                <a:moveTo>
                  <a:pt x="7465466" y="0"/>
                </a:moveTo>
                <a:lnTo>
                  <a:pt x="0" y="0"/>
                </a:lnTo>
                <a:lnTo>
                  <a:pt x="0" y="272135"/>
                </a:lnTo>
                <a:lnTo>
                  <a:pt x="7465466" y="272135"/>
                </a:lnTo>
                <a:lnTo>
                  <a:pt x="7465466" y="0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2" name="object 132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5120191" y="8123518"/>
            <a:ext cx="2312501" cy="1745965"/>
          </a:xfrm>
          <a:prstGeom prst="rect">
            <a:avLst/>
          </a:prstGeom>
        </p:spPr>
      </p:pic>
      <p:grpSp>
        <p:nvGrpSpPr>
          <p:cNvPr id="133" name="object 133"/>
          <p:cNvGrpSpPr/>
          <p:nvPr/>
        </p:nvGrpSpPr>
        <p:grpSpPr>
          <a:xfrm>
            <a:off x="3795202" y="8271324"/>
            <a:ext cx="283845" cy="137160"/>
            <a:chOff x="3795202" y="8271324"/>
            <a:chExt cx="283845" cy="137160"/>
          </a:xfrm>
        </p:grpSpPr>
        <p:pic>
          <p:nvPicPr>
            <p:cNvPr id="134" name="object 134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3795202" y="8271324"/>
              <a:ext cx="139224" cy="136753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3967303" y="8271471"/>
              <a:ext cx="111556" cy="131737"/>
            </a:xfrm>
            <a:prstGeom prst="rect">
              <a:avLst/>
            </a:prstGeom>
          </p:spPr>
        </p:pic>
      </p:grpSp>
      <p:pic>
        <p:nvPicPr>
          <p:cNvPr id="136" name="object 136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4127379" y="8280171"/>
            <a:ext cx="93713" cy="118770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4284187" y="8267496"/>
            <a:ext cx="80899" cy="144411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4593107" y="8270291"/>
            <a:ext cx="876788" cy="137043"/>
          </a:xfrm>
          <a:prstGeom prst="rect">
            <a:avLst/>
          </a:prstGeom>
        </p:spPr>
      </p:pic>
      <p:grpSp>
        <p:nvGrpSpPr>
          <p:cNvPr id="139" name="object 139"/>
          <p:cNvGrpSpPr/>
          <p:nvPr/>
        </p:nvGrpSpPr>
        <p:grpSpPr>
          <a:xfrm>
            <a:off x="104546" y="8255906"/>
            <a:ext cx="3449954" cy="497205"/>
            <a:chOff x="104546" y="8255906"/>
            <a:chExt cx="3449954" cy="497205"/>
          </a:xfrm>
        </p:grpSpPr>
        <p:sp>
          <p:nvSpPr>
            <p:cNvPr id="140" name="object 140"/>
            <p:cNvSpPr/>
            <p:nvPr/>
          </p:nvSpPr>
          <p:spPr>
            <a:xfrm>
              <a:off x="104546" y="8257946"/>
              <a:ext cx="850900" cy="492125"/>
            </a:xfrm>
            <a:custGeom>
              <a:avLst/>
              <a:gdLst/>
              <a:ahLst/>
              <a:cxnLst/>
              <a:rect l="l" t="t" r="r" b="b"/>
              <a:pathLst>
                <a:path w="850900" h="492125">
                  <a:moveTo>
                    <a:pt x="161137" y="367855"/>
                  </a:moveTo>
                  <a:lnTo>
                    <a:pt x="111125" y="319519"/>
                  </a:lnTo>
                  <a:lnTo>
                    <a:pt x="87134" y="342760"/>
                  </a:lnTo>
                  <a:lnTo>
                    <a:pt x="58762" y="363791"/>
                  </a:lnTo>
                  <a:lnTo>
                    <a:pt x="28778" y="381774"/>
                  </a:lnTo>
                  <a:lnTo>
                    <a:pt x="0" y="395846"/>
                  </a:lnTo>
                  <a:lnTo>
                    <a:pt x="36322" y="475208"/>
                  </a:lnTo>
                  <a:lnTo>
                    <a:pt x="70726" y="454431"/>
                  </a:lnTo>
                  <a:lnTo>
                    <a:pt x="103530" y="429552"/>
                  </a:lnTo>
                  <a:lnTo>
                    <a:pt x="133934" y="400659"/>
                  </a:lnTo>
                  <a:lnTo>
                    <a:pt x="161137" y="367855"/>
                  </a:lnTo>
                  <a:close/>
                </a:path>
                <a:path w="850900" h="492125">
                  <a:moveTo>
                    <a:pt x="419290" y="403466"/>
                  </a:moveTo>
                  <a:lnTo>
                    <a:pt x="396824" y="390372"/>
                  </a:lnTo>
                  <a:lnTo>
                    <a:pt x="375208" y="375373"/>
                  </a:lnTo>
                  <a:lnTo>
                    <a:pt x="354787" y="358267"/>
                  </a:lnTo>
                  <a:lnTo>
                    <a:pt x="335940" y="338861"/>
                  </a:lnTo>
                  <a:lnTo>
                    <a:pt x="348881" y="326644"/>
                  </a:lnTo>
                  <a:lnTo>
                    <a:pt x="355866" y="320065"/>
                  </a:lnTo>
                  <a:lnTo>
                    <a:pt x="375145" y="300253"/>
                  </a:lnTo>
                  <a:lnTo>
                    <a:pt x="388289" y="285432"/>
                  </a:lnTo>
                  <a:lnTo>
                    <a:pt x="392785" y="280352"/>
                  </a:lnTo>
                  <a:lnTo>
                    <a:pt x="393636" y="279412"/>
                  </a:lnTo>
                  <a:lnTo>
                    <a:pt x="411162" y="257454"/>
                  </a:lnTo>
                  <a:lnTo>
                    <a:pt x="353466" y="209105"/>
                  </a:lnTo>
                  <a:lnTo>
                    <a:pt x="340474" y="228473"/>
                  </a:lnTo>
                  <a:lnTo>
                    <a:pt x="326542" y="246837"/>
                  </a:lnTo>
                  <a:lnTo>
                    <a:pt x="311632" y="264147"/>
                  </a:lnTo>
                  <a:lnTo>
                    <a:pt x="295770" y="280352"/>
                  </a:lnTo>
                  <a:lnTo>
                    <a:pt x="291922" y="273088"/>
                  </a:lnTo>
                  <a:lnTo>
                    <a:pt x="288124" y="265722"/>
                  </a:lnTo>
                  <a:lnTo>
                    <a:pt x="284403" y="258178"/>
                  </a:lnTo>
                  <a:lnTo>
                    <a:pt x="280809" y="250329"/>
                  </a:lnTo>
                  <a:lnTo>
                    <a:pt x="244906" y="285432"/>
                  </a:lnTo>
                  <a:lnTo>
                    <a:pt x="244906" y="264566"/>
                  </a:lnTo>
                  <a:lnTo>
                    <a:pt x="255828" y="251244"/>
                  </a:lnTo>
                  <a:lnTo>
                    <a:pt x="266268" y="237299"/>
                  </a:lnTo>
                  <a:lnTo>
                    <a:pt x="276390" y="222859"/>
                  </a:lnTo>
                  <a:lnTo>
                    <a:pt x="286359" y="208089"/>
                  </a:lnTo>
                  <a:lnTo>
                    <a:pt x="283794" y="206565"/>
                  </a:lnTo>
                  <a:lnTo>
                    <a:pt x="412026" y="206565"/>
                  </a:lnTo>
                  <a:lnTo>
                    <a:pt x="412026" y="132791"/>
                  </a:lnTo>
                  <a:lnTo>
                    <a:pt x="388937" y="132791"/>
                  </a:lnTo>
                  <a:lnTo>
                    <a:pt x="388937" y="99212"/>
                  </a:lnTo>
                  <a:lnTo>
                    <a:pt x="388937" y="30530"/>
                  </a:lnTo>
                  <a:lnTo>
                    <a:pt x="321830" y="30530"/>
                  </a:lnTo>
                  <a:lnTo>
                    <a:pt x="321830" y="99212"/>
                  </a:lnTo>
                  <a:lnTo>
                    <a:pt x="321830" y="132791"/>
                  </a:lnTo>
                  <a:lnTo>
                    <a:pt x="290639" y="132791"/>
                  </a:lnTo>
                  <a:lnTo>
                    <a:pt x="290639" y="99212"/>
                  </a:lnTo>
                  <a:lnTo>
                    <a:pt x="321830" y="99212"/>
                  </a:lnTo>
                  <a:lnTo>
                    <a:pt x="321830" y="30530"/>
                  </a:lnTo>
                  <a:lnTo>
                    <a:pt x="242760" y="30530"/>
                  </a:lnTo>
                  <a:lnTo>
                    <a:pt x="245935" y="23507"/>
                  </a:lnTo>
                  <a:lnTo>
                    <a:pt x="248589" y="17106"/>
                  </a:lnTo>
                  <a:lnTo>
                    <a:pt x="251002" y="10426"/>
                  </a:lnTo>
                  <a:lnTo>
                    <a:pt x="253453" y="2540"/>
                  </a:lnTo>
                  <a:lnTo>
                    <a:pt x="225679" y="1651"/>
                  </a:lnTo>
                  <a:lnTo>
                    <a:pt x="225679" y="99212"/>
                  </a:lnTo>
                  <a:lnTo>
                    <a:pt x="225679" y="132791"/>
                  </a:lnTo>
                  <a:lnTo>
                    <a:pt x="194475" y="132791"/>
                  </a:lnTo>
                  <a:lnTo>
                    <a:pt x="194475" y="99212"/>
                  </a:lnTo>
                  <a:lnTo>
                    <a:pt x="225679" y="99212"/>
                  </a:lnTo>
                  <a:lnTo>
                    <a:pt x="225679" y="1651"/>
                  </a:lnTo>
                  <a:lnTo>
                    <a:pt x="174802" y="0"/>
                  </a:lnTo>
                  <a:lnTo>
                    <a:pt x="173037" y="7924"/>
                  </a:lnTo>
                  <a:lnTo>
                    <a:pt x="171005" y="15646"/>
                  </a:lnTo>
                  <a:lnTo>
                    <a:pt x="168732" y="23190"/>
                  </a:lnTo>
                  <a:lnTo>
                    <a:pt x="166268" y="30530"/>
                  </a:lnTo>
                  <a:lnTo>
                    <a:pt x="130352" y="30530"/>
                  </a:lnTo>
                  <a:lnTo>
                    <a:pt x="130352" y="99212"/>
                  </a:lnTo>
                  <a:lnTo>
                    <a:pt x="130352" y="132791"/>
                  </a:lnTo>
                  <a:lnTo>
                    <a:pt x="99161" y="132791"/>
                  </a:lnTo>
                  <a:lnTo>
                    <a:pt x="99161" y="99212"/>
                  </a:lnTo>
                  <a:lnTo>
                    <a:pt x="130352" y="99212"/>
                  </a:lnTo>
                  <a:lnTo>
                    <a:pt x="130352" y="30530"/>
                  </a:lnTo>
                  <a:lnTo>
                    <a:pt x="30772" y="30530"/>
                  </a:lnTo>
                  <a:lnTo>
                    <a:pt x="30772" y="132791"/>
                  </a:lnTo>
                  <a:lnTo>
                    <a:pt x="6413" y="132791"/>
                  </a:lnTo>
                  <a:lnTo>
                    <a:pt x="6413" y="206565"/>
                  </a:lnTo>
                  <a:lnTo>
                    <a:pt x="91465" y="206565"/>
                  </a:lnTo>
                  <a:lnTo>
                    <a:pt x="70637" y="222377"/>
                  </a:lnTo>
                  <a:lnTo>
                    <a:pt x="48031" y="236791"/>
                  </a:lnTo>
                  <a:lnTo>
                    <a:pt x="24688" y="249580"/>
                  </a:lnTo>
                  <a:lnTo>
                    <a:pt x="1714" y="260502"/>
                  </a:lnTo>
                  <a:lnTo>
                    <a:pt x="36753" y="334276"/>
                  </a:lnTo>
                  <a:lnTo>
                    <a:pt x="68668" y="314426"/>
                  </a:lnTo>
                  <a:lnTo>
                    <a:pt x="100698" y="289953"/>
                  </a:lnTo>
                  <a:lnTo>
                    <a:pt x="130581" y="261950"/>
                  </a:lnTo>
                  <a:lnTo>
                    <a:pt x="156006" y="231495"/>
                  </a:lnTo>
                  <a:lnTo>
                    <a:pt x="123952" y="206565"/>
                  </a:lnTo>
                  <a:lnTo>
                    <a:pt x="202158" y="206565"/>
                  </a:lnTo>
                  <a:lnTo>
                    <a:pt x="182079" y="230390"/>
                  </a:lnTo>
                  <a:lnTo>
                    <a:pt x="158508" y="254406"/>
                  </a:lnTo>
                  <a:lnTo>
                    <a:pt x="133578" y="276123"/>
                  </a:lnTo>
                  <a:lnTo>
                    <a:pt x="109410" y="293065"/>
                  </a:lnTo>
                  <a:lnTo>
                    <a:pt x="157327" y="349097"/>
                  </a:lnTo>
                  <a:lnTo>
                    <a:pt x="165493" y="342760"/>
                  </a:lnTo>
                  <a:lnTo>
                    <a:pt x="169252" y="339877"/>
                  </a:lnTo>
                  <a:lnTo>
                    <a:pt x="174802" y="334784"/>
                  </a:lnTo>
                  <a:lnTo>
                    <a:pt x="174802" y="488950"/>
                  </a:lnTo>
                  <a:lnTo>
                    <a:pt x="244906" y="488950"/>
                  </a:lnTo>
                  <a:lnTo>
                    <a:pt x="244906" y="334784"/>
                  </a:lnTo>
                  <a:lnTo>
                    <a:pt x="244906" y="326644"/>
                  </a:lnTo>
                  <a:lnTo>
                    <a:pt x="268732" y="369963"/>
                  </a:lnTo>
                  <a:lnTo>
                    <a:pt x="295770" y="407543"/>
                  </a:lnTo>
                  <a:lnTo>
                    <a:pt x="333692" y="446976"/>
                  </a:lnTo>
                  <a:lnTo>
                    <a:pt x="378688" y="480301"/>
                  </a:lnTo>
                  <a:lnTo>
                    <a:pt x="419290" y="403466"/>
                  </a:lnTo>
                  <a:close/>
                </a:path>
                <a:path w="850900" h="492125">
                  <a:moveTo>
                    <a:pt x="567372" y="322072"/>
                  </a:moveTo>
                  <a:lnTo>
                    <a:pt x="520344" y="322072"/>
                  </a:lnTo>
                  <a:lnTo>
                    <a:pt x="520344" y="378548"/>
                  </a:lnTo>
                  <a:lnTo>
                    <a:pt x="520344" y="409587"/>
                  </a:lnTo>
                  <a:lnTo>
                    <a:pt x="499833" y="409587"/>
                  </a:lnTo>
                  <a:lnTo>
                    <a:pt x="499833" y="378548"/>
                  </a:lnTo>
                  <a:lnTo>
                    <a:pt x="520344" y="378548"/>
                  </a:lnTo>
                  <a:lnTo>
                    <a:pt x="520344" y="322072"/>
                  </a:lnTo>
                  <a:lnTo>
                    <a:pt x="448970" y="322072"/>
                  </a:lnTo>
                  <a:lnTo>
                    <a:pt x="448970" y="486410"/>
                  </a:lnTo>
                  <a:lnTo>
                    <a:pt x="505815" y="486410"/>
                  </a:lnTo>
                  <a:lnTo>
                    <a:pt x="505815" y="468604"/>
                  </a:lnTo>
                  <a:lnTo>
                    <a:pt x="567372" y="468604"/>
                  </a:lnTo>
                  <a:lnTo>
                    <a:pt x="567372" y="409587"/>
                  </a:lnTo>
                  <a:lnTo>
                    <a:pt x="567372" y="378548"/>
                  </a:lnTo>
                  <a:lnTo>
                    <a:pt x="567372" y="322072"/>
                  </a:lnTo>
                  <a:close/>
                </a:path>
                <a:path w="850900" h="492125">
                  <a:moveTo>
                    <a:pt x="567372" y="243217"/>
                  </a:moveTo>
                  <a:lnTo>
                    <a:pt x="448983" y="243217"/>
                  </a:lnTo>
                  <a:lnTo>
                    <a:pt x="448983" y="304266"/>
                  </a:lnTo>
                  <a:lnTo>
                    <a:pt x="567372" y="304266"/>
                  </a:lnTo>
                  <a:lnTo>
                    <a:pt x="567372" y="243217"/>
                  </a:lnTo>
                  <a:close/>
                </a:path>
                <a:path w="850900" h="492125">
                  <a:moveTo>
                    <a:pt x="567372" y="166890"/>
                  </a:moveTo>
                  <a:lnTo>
                    <a:pt x="448983" y="166890"/>
                  </a:lnTo>
                  <a:lnTo>
                    <a:pt x="448983" y="226415"/>
                  </a:lnTo>
                  <a:lnTo>
                    <a:pt x="567372" y="226415"/>
                  </a:lnTo>
                  <a:lnTo>
                    <a:pt x="567372" y="166890"/>
                  </a:lnTo>
                  <a:close/>
                </a:path>
                <a:path w="850900" h="492125">
                  <a:moveTo>
                    <a:pt x="567372" y="12712"/>
                  </a:moveTo>
                  <a:lnTo>
                    <a:pt x="448983" y="12712"/>
                  </a:lnTo>
                  <a:lnTo>
                    <a:pt x="448983" y="72758"/>
                  </a:lnTo>
                  <a:lnTo>
                    <a:pt x="567372" y="72758"/>
                  </a:lnTo>
                  <a:lnTo>
                    <a:pt x="567372" y="12712"/>
                  </a:lnTo>
                  <a:close/>
                </a:path>
                <a:path w="850900" h="492125">
                  <a:moveTo>
                    <a:pt x="575487" y="89039"/>
                  </a:moveTo>
                  <a:lnTo>
                    <a:pt x="438721" y="89039"/>
                  </a:lnTo>
                  <a:lnTo>
                    <a:pt x="438721" y="151625"/>
                  </a:lnTo>
                  <a:lnTo>
                    <a:pt x="575487" y="151625"/>
                  </a:lnTo>
                  <a:lnTo>
                    <a:pt x="575487" y="89039"/>
                  </a:lnTo>
                  <a:close/>
                </a:path>
                <a:path w="850900" h="492125">
                  <a:moveTo>
                    <a:pt x="850303" y="448754"/>
                  </a:moveTo>
                  <a:lnTo>
                    <a:pt x="843991" y="425869"/>
                  </a:lnTo>
                  <a:lnTo>
                    <a:pt x="842302" y="419760"/>
                  </a:lnTo>
                  <a:lnTo>
                    <a:pt x="831494" y="380580"/>
                  </a:lnTo>
                  <a:lnTo>
                    <a:pt x="809244" y="412445"/>
                  </a:lnTo>
                  <a:lnTo>
                    <a:pt x="797737" y="419760"/>
                  </a:lnTo>
                  <a:lnTo>
                    <a:pt x="793889" y="419760"/>
                  </a:lnTo>
                  <a:lnTo>
                    <a:pt x="791895" y="416712"/>
                  </a:lnTo>
                  <a:lnTo>
                    <a:pt x="790892" y="415188"/>
                  </a:lnTo>
                  <a:lnTo>
                    <a:pt x="789190" y="412127"/>
                  </a:lnTo>
                  <a:lnTo>
                    <a:pt x="801928" y="397103"/>
                  </a:lnTo>
                  <a:lnTo>
                    <a:pt x="813498" y="381596"/>
                  </a:lnTo>
                  <a:lnTo>
                    <a:pt x="824344" y="365340"/>
                  </a:lnTo>
                  <a:lnTo>
                    <a:pt x="833678" y="350050"/>
                  </a:lnTo>
                  <a:lnTo>
                    <a:pt x="834923" y="348018"/>
                  </a:lnTo>
                  <a:lnTo>
                    <a:pt x="809701" y="323088"/>
                  </a:lnTo>
                  <a:lnTo>
                    <a:pt x="843470" y="323088"/>
                  </a:lnTo>
                  <a:lnTo>
                    <a:pt x="843470" y="271703"/>
                  </a:lnTo>
                  <a:lnTo>
                    <a:pt x="799020" y="271703"/>
                  </a:lnTo>
                  <a:lnTo>
                    <a:pt x="840473" y="248297"/>
                  </a:lnTo>
                  <a:lnTo>
                    <a:pt x="835418" y="236588"/>
                  </a:lnTo>
                  <a:lnTo>
                    <a:pt x="829843" y="225209"/>
                  </a:lnTo>
                  <a:lnTo>
                    <a:pt x="823709" y="214312"/>
                  </a:lnTo>
                  <a:lnTo>
                    <a:pt x="816965" y="204025"/>
                  </a:lnTo>
                  <a:lnTo>
                    <a:pt x="843470" y="204025"/>
                  </a:lnTo>
                  <a:lnTo>
                    <a:pt x="843470" y="155181"/>
                  </a:lnTo>
                  <a:lnTo>
                    <a:pt x="816546" y="155181"/>
                  </a:lnTo>
                  <a:lnTo>
                    <a:pt x="816546" y="204025"/>
                  </a:lnTo>
                  <a:lnTo>
                    <a:pt x="776363" y="224891"/>
                  </a:lnTo>
                  <a:lnTo>
                    <a:pt x="783018" y="235927"/>
                  </a:lnTo>
                  <a:lnTo>
                    <a:pt x="788860" y="247154"/>
                  </a:lnTo>
                  <a:lnTo>
                    <a:pt x="793915" y="258953"/>
                  </a:lnTo>
                  <a:lnTo>
                    <a:pt x="798156" y="271703"/>
                  </a:lnTo>
                  <a:lnTo>
                    <a:pt x="795172" y="271703"/>
                  </a:lnTo>
                  <a:lnTo>
                    <a:pt x="795172" y="323088"/>
                  </a:lnTo>
                  <a:lnTo>
                    <a:pt x="790600" y="330238"/>
                  </a:lnTo>
                  <a:lnTo>
                    <a:pt x="785876" y="337146"/>
                  </a:lnTo>
                  <a:lnTo>
                    <a:pt x="780986" y="343763"/>
                  </a:lnTo>
                  <a:lnTo>
                    <a:pt x="775931" y="350050"/>
                  </a:lnTo>
                  <a:lnTo>
                    <a:pt x="775309" y="345478"/>
                  </a:lnTo>
                  <a:lnTo>
                    <a:pt x="774280" y="337146"/>
                  </a:lnTo>
                  <a:lnTo>
                    <a:pt x="773442" y="330238"/>
                  </a:lnTo>
                  <a:lnTo>
                    <a:pt x="772515" y="323088"/>
                  </a:lnTo>
                  <a:lnTo>
                    <a:pt x="795172" y="323088"/>
                  </a:lnTo>
                  <a:lnTo>
                    <a:pt x="795172" y="271703"/>
                  </a:lnTo>
                  <a:lnTo>
                    <a:pt x="769531" y="271703"/>
                  </a:lnTo>
                  <a:lnTo>
                    <a:pt x="769340" y="258953"/>
                  </a:lnTo>
                  <a:lnTo>
                    <a:pt x="769226" y="247154"/>
                  </a:lnTo>
                  <a:lnTo>
                    <a:pt x="769099" y="204025"/>
                  </a:lnTo>
                  <a:lnTo>
                    <a:pt x="816546" y="204025"/>
                  </a:lnTo>
                  <a:lnTo>
                    <a:pt x="816546" y="155181"/>
                  </a:lnTo>
                  <a:lnTo>
                    <a:pt x="743877" y="155181"/>
                  </a:lnTo>
                  <a:lnTo>
                    <a:pt x="743877" y="138404"/>
                  </a:lnTo>
                  <a:lnTo>
                    <a:pt x="824661" y="138404"/>
                  </a:lnTo>
                  <a:lnTo>
                    <a:pt x="824661" y="100241"/>
                  </a:lnTo>
                  <a:lnTo>
                    <a:pt x="743877" y="100241"/>
                  </a:lnTo>
                  <a:lnTo>
                    <a:pt x="743877" y="83439"/>
                  </a:lnTo>
                  <a:lnTo>
                    <a:pt x="837057" y="83439"/>
                  </a:lnTo>
                  <a:lnTo>
                    <a:pt x="837057" y="34607"/>
                  </a:lnTo>
                  <a:lnTo>
                    <a:pt x="798156" y="34607"/>
                  </a:lnTo>
                  <a:lnTo>
                    <a:pt x="801344" y="26962"/>
                  </a:lnTo>
                  <a:lnTo>
                    <a:pt x="803021" y="22847"/>
                  </a:lnTo>
                  <a:lnTo>
                    <a:pt x="805192" y="17221"/>
                  </a:lnTo>
                  <a:lnTo>
                    <a:pt x="807567" y="10680"/>
                  </a:lnTo>
                  <a:lnTo>
                    <a:pt x="734479" y="2044"/>
                  </a:lnTo>
                  <a:lnTo>
                    <a:pt x="732942" y="9918"/>
                  </a:lnTo>
                  <a:lnTo>
                    <a:pt x="731139" y="18135"/>
                  </a:lnTo>
                  <a:lnTo>
                    <a:pt x="731012" y="18707"/>
                  </a:lnTo>
                  <a:lnTo>
                    <a:pt x="728865" y="26441"/>
                  </a:lnTo>
                  <a:lnTo>
                    <a:pt x="728764" y="26797"/>
                  </a:lnTo>
                  <a:lnTo>
                    <a:pt x="725932" y="34607"/>
                  </a:lnTo>
                  <a:lnTo>
                    <a:pt x="720801" y="34607"/>
                  </a:lnTo>
                  <a:lnTo>
                    <a:pt x="720801" y="395338"/>
                  </a:lnTo>
                  <a:lnTo>
                    <a:pt x="710552" y="401040"/>
                  </a:lnTo>
                  <a:lnTo>
                    <a:pt x="699109" y="406984"/>
                  </a:lnTo>
                  <a:lnTo>
                    <a:pt x="687501" y="412445"/>
                  </a:lnTo>
                  <a:lnTo>
                    <a:pt x="676783" y="416712"/>
                  </a:lnTo>
                  <a:lnTo>
                    <a:pt x="676783" y="402463"/>
                  </a:lnTo>
                  <a:lnTo>
                    <a:pt x="676783" y="393814"/>
                  </a:lnTo>
                  <a:lnTo>
                    <a:pt x="683514" y="392569"/>
                  </a:lnTo>
                  <a:lnTo>
                    <a:pt x="689902" y="391210"/>
                  </a:lnTo>
                  <a:lnTo>
                    <a:pt x="696976" y="389521"/>
                  </a:lnTo>
                  <a:lnTo>
                    <a:pt x="703707" y="387705"/>
                  </a:lnTo>
                  <a:lnTo>
                    <a:pt x="703707" y="339877"/>
                  </a:lnTo>
                  <a:lnTo>
                    <a:pt x="703707" y="336829"/>
                  </a:lnTo>
                  <a:lnTo>
                    <a:pt x="676783" y="339877"/>
                  </a:lnTo>
                  <a:lnTo>
                    <a:pt x="676783" y="323088"/>
                  </a:lnTo>
                  <a:lnTo>
                    <a:pt x="711835" y="323088"/>
                  </a:lnTo>
                  <a:lnTo>
                    <a:pt x="713232" y="339877"/>
                  </a:lnTo>
                  <a:lnTo>
                    <a:pt x="713359" y="341325"/>
                  </a:lnTo>
                  <a:lnTo>
                    <a:pt x="715352" y="359410"/>
                  </a:lnTo>
                  <a:lnTo>
                    <a:pt x="717829" y="377393"/>
                  </a:lnTo>
                  <a:lnTo>
                    <a:pt x="720801" y="395338"/>
                  </a:lnTo>
                  <a:lnTo>
                    <a:pt x="720801" y="34607"/>
                  </a:lnTo>
                  <a:lnTo>
                    <a:pt x="693013" y="34607"/>
                  </a:lnTo>
                  <a:lnTo>
                    <a:pt x="690587" y="26962"/>
                  </a:lnTo>
                  <a:lnTo>
                    <a:pt x="687679" y="18135"/>
                  </a:lnTo>
                  <a:lnTo>
                    <a:pt x="684606" y="9918"/>
                  </a:lnTo>
                  <a:lnTo>
                    <a:pt x="681050" y="2044"/>
                  </a:lnTo>
                  <a:lnTo>
                    <a:pt x="614375" y="11709"/>
                  </a:lnTo>
                  <a:lnTo>
                    <a:pt x="618223" y="19850"/>
                  </a:lnTo>
                  <a:lnTo>
                    <a:pt x="621157" y="26797"/>
                  </a:lnTo>
                  <a:lnTo>
                    <a:pt x="624636" y="34607"/>
                  </a:lnTo>
                  <a:lnTo>
                    <a:pt x="581901" y="34607"/>
                  </a:lnTo>
                  <a:lnTo>
                    <a:pt x="581901" y="83439"/>
                  </a:lnTo>
                  <a:lnTo>
                    <a:pt x="674649" y="83439"/>
                  </a:lnTo>
                  <a:lnTo>
                    <a:pt x="674649" y="100241"/>
                  </a:lnTo>
                  <a:lnTo>
                    <a:pt x="593864" y="100241"/>
                  </a:lnTo>
                  <a:lnTo>
                    <a:pt x="593864" y="138404"/>
                  </a:lnTo>
                  <a:lnTo>
                    <a:pt x="674649" y="138404"/>
                  </a:lnTo>
                  <a:lnTo>
                    <a:pt x="674649" y="155181"/>
                  </a:lnTo>
                  <a:lnTo>
                    <a:pt x="575487" y="155181"/>
                  </a:lnTo>
                  <a:lnTo>
                    <a:pt x="575487" y="204025"/>
                  </a:lnTo>
                  <a:lnTo>
                    <a:pt x="708406" y="204025"/>
                  </a:lnTo>
                  <a:lnTo>
                    <a:pt x="708964" y="235927"/>
                  </a:lnTo>
                  <a:lnTo>
                    <a:pt x="709053" y="243217"/>
                  </a:lnTo>
                  <a:lnTo>
                    <a:pt x="709155" y="251853"/>
                  </a:lnTo>
                  <a:lnTo>
                    <a:pt x="709256" y="271703"/>
                  </a:lnTo>
                  <a:lnTo>
                    <a:pt x="676783" y="271703"/>
                  </a:lnTo>
                  <a:lnTo>
                    <a:pt x="676783" y="256019"/>
                  </a:lnTo>
                  <a:lnTo>
                    <a:pt x="676783" y="252361"/>
                  </a:lnTo>
                  <a:lnTo>
                    <a:pt x="684479" y="251853"/>
                  </a:lnTo>
                  <a:lnTo>
                    <a:pt x="699858" y="249821"/>
                  </a:lnTo>
                  <a:lnTo>
                    <a:pt x="689597" y="211150"/>
                  </a:lnTo>
                  <a:lnTo>
                    <a:pt x="666343" y="214782"/>
                  </a:lnTo>
                  <a:lnTo>
                    <a:pt x="636549" y="217322"/>
                  </a:lnTo>
                  <a:lnTo>
                    <a:pt x="606361" y="218808"/>
                  </a:lnTo>
                  <a:lnTo>
                    <a:pt x="581901" y="219290"/>
                  </a:lnTo>
                  <a:lnTo>
                    <a:pt x="588568" y="256019"/>
                  </a:lnTo>
                  <a:lnTo>
                    <a:pt x="588606" y="256247"/>
                  </a:lnTo>
                  <a:lnTo>
                    <a:pt x="588733" y="256946"/>
                  </a:lnTo>
                  <a:lnTo>
                    <a:pt x="603694" y="256247"/>
                  </a:lnTo>
                  <a:lnTo>
                    <a:pt x="611212" y="256019"/>
                  </a:lnTo>
                  <a:lnTo>
                    <a:pt x="618655" y="256019"/>
                  </a:lnTo>
                  <a:lnTo>
                    <a:pt x="618655" y="271703"/>
                  </a:lnTo>
                  <a:lnTo>
                    <a:pt x="578053" y="271703"/>
                  </a:lnTo>
                  <a:lnTo>
                    <a:pt x="578053" y="323088"/>
                  </a:lnTo>
                  <a:lnTo>
                    <a:pt x="618655" y="323088"/>
                  </a:lnTo>
                  <a:lnTo>
                    <a:pt x="618655" y="344462"/>
                  </a:lnTo>
                  <a:lnTo>
                    <a:pt x="608330" y="345046"/>
                  </a:lnTo>
                  <a:lnTo>
                    <a:pt x="593547" y="345478"/>
                  </a:lnTo>
                  <a:lnTo>
                    <a:pt x="577189" y="345478"/>
                  </a:lnTo>
                  <a:lnTo>
                    <a:pt x="581901" y="401040"/>
                  </a:lnTo>
                  <a:lnTo>
                    <a:pt x="582015" y="402463"/>
                  </a:lnTo>
                  <a:lnTo>
                    <a:pt x="582091" y="403301"/>
                  </a:lnTo>
                  <a:lnTo>
                    <a:pt x="582168" y="404177"/>
                  </a:lnTo>
                  <a:lnTo>
                    <a:pt x="582244" y="405180"/>
                  </a:lnTo>
                  <a:lnTo>
                    <a:pt x="582320" y="406019"/>
                  </a:lnTo>
                  <a:lnTo>
                    <a:pt x="618655" y="402463"/>
                  </a:lnTo>
                  <a:lnTo>
                    <a:pt x="618655" y="422808"/>
                  </a:lnTo>
                  <a:lnTo>
                    <a:pt x="614375" y="424332"/>
                  </a:lnTo>
                  <a:lnTo>
                    <a:pt x="577621" y="424332"/>
                  </a:lnTo>
                  <a:lnTo>
                    <a:pt x="586511" y="485762"/>
                  </a:lnTo>
                  <a:lnTo>
                    <a:pt x="586600" y="486410"/>
                  </a:lnTo>
                  <a:lnTo>
                    <a:pt x="633603" y="486410"/>
                  </a:lnTo>
                  <a:lnTo>
                    <a:pt x="648830" y="485762"/>
                  </a:lnTo>
                  <a:lnTo>
                    <a:pt x="662736" y="481266"/>
                  </a:lnTo>
                  <a:lnTo>
                    <a:pt x="672858" y="469023"/>
                  </a:lnTo>
                  <a:lnTo>
                    <a:pt x="676783" y="445198"/>
                  </a:lnTo>
                  <a:lnTo>
                    <a:pt x="676783" y="425869"/>
                  </a:lnTo>
                  <a:lnTo>
                    <a:pt x="699008" y="481825"/>
                  </a:lnTo>
                  <a:lnTo>
                    <a:pt x="709739" y="476440"/>
                  </a:lnTo>
                  <a:lnTo>
                    <a:pt x="719785" y="470776"/>
                  </a:lnTo>
                  <a:lnTo>
                    <a:pt x="729602" y="464527"/>
                  </a:lnTo>
                  <a:lnTo>
                    <a:pt x="739609" y="457415"/>
                  </a:lnTo>
                  <a:lnTo>
                    <a:pt x="748436" y="471766"/>
                  </a:lnTo>
                  <a:lnTo>
                    <a:pt x="758634" y="482473"/>
                  </a:lnTo>
                  <a:lnTo>
                    <a:pt x="770737" y="489178"/>
                  </a:lnTo>
                  <a:lnTo>
                    <a:pt x="785342" y="491502"/>
                  </a:lnTo>
                  <a:lnTo>
                    <a:pt x="804875" y="488111"/>
                  </a:lnTo>
                  <a:lnTo>
                    <a:pt x="821677" y="478904"/>
                  </a:lnTo>
                  <a:lnTo>
                    <a:pt x="836549" y="465315"/>
                  </a:lnTo>
                  <a:lnTo>
                    <a:pt x="843102" y="457415"/>
                  </a:lnTo>
                  <a:lnTo>
                    <a:pt x="850303" y="44875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984554" y="8255906"/>
              <a:ext cx="2569724" cy="496590"/>
            </a:xfrm>
            <a:prstGeom prst="rect">
              <a:avLst/>
            </a:prstGeom>
          </p:spPr>
        </p:pic>
      </p:grpSp>
      <p:pic>
        <p:nvPicPr>
          <p:cNvPr id="142" name="object 142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03696" y="8986029"/>
            <a:ext cx="1996441" cy="493034"/>
          </a:xfrm>
          <a:prstGeom prst="rect">
            <a:avLst/>
          </a:prstGeom>
        </p:spPr>
      </p:pic>
      <p:sp>
        <p:nvSpPr>
          <p:cNvPr id="143" name="object 143"/>
          <p:cNvSpPr/>
          <p:nvPr/>
        </p:nvSpPr>
        <p:spPr>
          <a:xfrm>
            <a:off x="2128863" y="8989085"/>
            <a:ext cx="1426845" cy="490855"/>
          </a:xfrm>
          <a:custGeom>
            <a:avLst/>
            <a:gdLst/>
            <a:ahLst/>
            <a:cxnLst/>
            <a:rect l="l" t="t" r="r" b="b"/>
            <a:pathLst>
              <a:path w="1426845" h="490854">
                <a:moveTo>
                  <a:pt x="246494" y="466064"/>
                </a:moveTo>
                <a:lnTo>
                  <a:pt x="198335" y="466064"/>
                </a:lnTo>
                <a:lnTo>
                  <a:pt x="198335" y="485902"/>
                </a:lnTo>
                <a:lnTo>
                  <a:pt x="246494" y="485902"/>
                </a:lnTo>
                <a:lnTo>
                  <a:pt x="246494" y="466064"/>
                </a:lnTo>
                <a:close/>
              </a:path>
              <a:path w="1426845" h="490854">
                <a:moveTo>
                  <a:pt x="264172" y="34137"/>
                </a:moveTo>
                <a:lnTo>
                  <a:pt x="217436" y="34137"/>
                </a:lnTo>
                <a:lnTo>
                  <a:pt x="217436" y="105257"/>
                </a:lnTo>
                <a:lnTo>
                  <a:pt x="217436" y="125577"/>
                </a:lnTo>
                <a:lnTo>
                  <a:pt x="46736" y="125577"/>
                </a:lnTo>
                <a:lnTo>
                  <a:pt x="46736" y="105257"/>
                </a:lnTo>
                <a:lnTo>
                  <a:pt x="217436" y="105257"/>
                </a:lnTo>
                <a:lnTo>
                  <a:pt x="217436" y="34137"/>
                </a:lnTo>
                <a:lnTo>
                  <a:pt x="155600" y="34137"/>
                </a:lnTo>
                <a:lnTo>
                  <a:pt x="155600" y="2552"/>
                </a:lnTo>
                <a:lnTo>
                  <a:pt x="107721" y="2552"/>
                </a:lnTo>
                <a:lnTo>
                  <a:pt x="107721" y="34137"/>
                </a:lnTo>
                <a:lnTo>
                  <a:pt x="0" y="34137"/>
                </a:lnTo>
                <a:lnTo>
                  <a:pt x="0" y="105257"/>
                </a:lnTo>
                <a:lnTo>
                  <a:pt x="0" y="125577"/>
                </a:lnTo>
                <a:lnTo>
                  <a:pt x="0" y="166217"/>
                </a:lnTo>
                <a:lnTo>
                  <a:pt x="29641" y="166217"/>
                </a:lnTo>
                <a:lnTo>
                  <a:pt x="29641" y="486257"/>
                </a:lnTo>
                <a:lnTo>
                  <a:pt x="76936" y="486257"/>
                </a:lnTo>
                <a:lnTo>
                  <a:pt x="76936" y="465937"/>
                </a:lnTo>
                <a:lnTo>
                  <a:pt x="246494" y="465937"/>
                </a:lnTo>
                <a:lnTo>
                  <a:pt x="246494" y="396354"/>
                </a:lnTo>
                <a:lnTo>
                  <a:pt x="246494" y="396087"/>
                </a:lnTo>
                <a:lnTo>
                  <a:pt x="246494" y="366877"/>
                </a:lnTo>
                <a:lnTo>
                  <a:pt x="246494" y="304647"/>
                </a:lnTo>
                <a:lnTo>
                  <a:pt x="198335" y="304647"/>
                </a:lnTo>
                <a:lnTo>
                  <a:pt x="198335" y="366877"/>
                </a:lnTo>
                <a:lnTo>
                  <a:pt x="198335" y="396087"/>
                </a:lnTo>
                <a:lnTo>
                  <a:pt x="76936" y="396087"/>
                </a:lnTo>
                <a:lnTo>
                  <a:pt x="76936" y="366877"/>
                </a:lnTo>
                <a:lnTo>
                  <a:pt x="198335" y="366877"/>
                </a:lnTo>
                <a:lnTo>
                  <a:pt x="198335" y="304647"/>
                </a:lnTo>
                <a:lnTo>
                  <a:pt x="76936" y="304647"/>
                </a:lnTo>
                <a:lnTo>
                  <a:pt x="76936" y="283057"/>
                </a:lnTo>
                <a:lnTo>
                  <a:pt x="230543" y="283057"/>
                </a:lnTo>
                <a:lnTo>
                  <a:pt x="230543" y="220827"/>
                </a:lnTo>
                <a:lnTo>
                  <a:pt x="76936" y="220827"/>
                </a:lnTo>
                <a:lnTo>
                  <a:pt x="76936" y="191617"/>
                </a:lnTo>
                <a:lnTo>
                  <a:pt x="183794" y="191617"/>
                </a:lnTo>
                <a:lnTo>
                  <a:pt x="183794" y="220319"/>
                </a:lnTo>
                <a:lnTo>
                  <a:pt x="230543" y="220319"/>
                </a:lnTo>
                <a:lnTo>
                  <a:pt x="230543" y="191617"/>
                </a:lnTo>
                <a:lnTo>
                  <a:pt x="230543" y="191325"/>
                </a:lnTo>
                <a:lnTo>
                  <a:pt x="230543" y="166217"/>
                </a:lnTo>
                <a:lnTo>
                  <a:pt x="264172" y="166217"/>
                </a:lnTo>
                <a:lnTo>
                  <a:pt x="264172" y="125666"/>
                </a:lnTo>
                <a:lnTo>
                  <a:pt x="264172" y="105257"/>
                </a:lnTo>
                <a:lnTo>
                  <a:pt x="264172" y="104813"/>
                </a:lnTo>
                <a:lnTo>
                  <a:pt x="264172" y="34137"/>
                </a:lnTo>
                <a:close/>
              </a:path>
              <a:path w="1426845" h="490854">
                <a:moveTo>
                  <a:pt x="494931" y="302742"/>
                </a:moveTo>
                <a:lnTo>
                  <a:pt x="486384" y="302742"/>
                </a:lnTo>
                <a:lnTo>
                  <a:pt x="485521" y="293204"/>
                </a:lnTo>
                <a:lnTo>
                  <a:pt x="484606" y="283654"/>
                </a:lnTo>
                <a:lnTo>
                  <a:pt x="483590" y="274193"/>
                </a:lnTo>
                <a:lnTo>
                  <a:pt x="482396" y="264579"/>
                </a:lnTo>
                <a:lnTo>
                  <a:pt x="490093" y="264579"/>
                </a:lnTo>
                <a:lnTo>
                  <a:pt x="490093" y="207086"/>
                </a:lnTo>
                <a:lnTo>
                  <a:pt x="454190" y="207086"/>
                </a:lnTo>
                <a:lnTo>
                  <a:pt x="454190" y="302742"/>
                </a:lnTo>
                <a:lnTo>
                  <a:pt x="438505" y="302742"/>
                </a:lnTo>
                <a:lnTo>
                  <a:pt x="438505" y="264579"/>
                </a:lnTo>
                <a:lnTo>
                  <a:pt x="450481" y="264579"/>
                </a:lnTo>
                <a:lnTo>
                  <a:pt x="451739" y="274193"/>
                </a:lnTo>
                <a:lnTo>
                  <a:pt x="452653" y="283476"/>
                </a:lnTo>
                <a:lnTo>
                  <a:pt x="454190" y="302742"/>
                </a:lnTo>
                <a:lnTo>
                  <a:pt x="454190" y="207086"/>
                </a:lnTo>
                <a:lnTo>
                  <a:pt x="438505" y="207086"/>
                </a:lnTo>
                <a:lnTo>
                  <a:pt x="438505" y="180111"/>
                </a:lnTo>
                <a:lnTo>
                  <a:pt x="493788" y="180111"/>
                </a:lnTo>
                <a:lnTo>
                  <a:pt x="493788" y="117030"/>
                </a:lnTo>
                <a:lnTo>
                  <a:pt x="348170" y="117030"/>
                </a:lnTo>
                <a:lnTo>
                  <a:pt x="348170" y="180111"/>
                </a:lnTo>
                <a:lnTo>
                  <a:pt x="393763" y="180111"/>
                </a:lnTo>
                <a:lnTo>
                  <a:pt x="393763" y="207086"/>
                </a:lnTo>
                <a:lnTo>
                  <a:pt x="351586" y="207086"/>
                </a:lnTo>
                <a:lnTo>
                  <a:pt x="351586" y="264579"/>
                </a:lnTo>
                <a:lnTo>
                  <a:pt x="393763" y="264579"/>
                </a:lnTo>
                <a:lnTo>
                  <a:pt x="393763" y="302742"/>
                </a:lnTo>
                <a:lnTo>
                  <a:pt x="345897" y="302742"/>
                </a:lnTo>
                <a:lnTo>
                  <a:pt x="345897" y="368884"/>
                </a:lnTo>
                <a:lnTo>
                  <a:pt x="494931" y="368884"/>
                </a:lnTo>
                <a:lnTo>
                  <a:pt x="494931" y="302742"/>
                </a:lnTo>
                <a:close/>
              </a:path>
              <a:path w="1426845" h="490854">
                <a:moveTo>
                  <a:pt x="547941" y="16789"/>
                </a:moveTo>
                <a:lnTo>
                  <a:pt x="502627" y="16789"/>
                </a:lnTo>
                <a:lnTo>
                  <a:pt x="502627" y="97688"/>
                </a:lnTo>
                <a:lnTo>
                  <a:pt x="502627" y="388721"/>
                </a:lnTo>
                <a:lnTo>
                  <a:pt x="337908" y="388721"/>
                </a:lnTo>
                <a:lnTo>
                  <a:pt x="337908" y="97688"/>
                </a:lnTo>
                <a:lnTo>
                  <a:pt x="502627" y="97688"/>
                </a:lnTo>
                <a:lnTo>
                  <a:pt x="502627" y="16789"/>
                </a:lnTo>
                <a:lnTo>
                  <a:pt x="293166" y="16789"/>
                </a:lnTo>
                <a:lnTo>
                  <a:pt x="293166" y="485394"/>
                </a:lnTo>
                <a:lnTo>
                  <a:pt x="337908" y="485394"/>
                </a:lnTo>
                <a:lnTo>
                  <a:pt x="337908" y="470128"/>
                </a:lnTo>
                <a:lnTo>
                  <a:pt x="502627" y="470128"/>
                </a:lnTo>
                <a:lnTo>
                  <a:pt x="502627" y="485394"/>
                </a:lnTo>
                <a:lnTo>
                  <a:pt x="547941" y="485394"/>
                </a:lnTo>
                <a:lnTo>
                  <a:pt x="547941" y="470128"/>
                </a:lnTo>
                <a:lnTo>
                  <a:pt x="547941" y="388721"/>
                </a:lnTo>
                <a:lnTo>
                  <a:pt x="547941" y="97688"/>
                </a:lnTo>
                <a:lnTo>
                  <a:pt x="547941" y="16789"/>
                </a:lnTo>
                <a:close/>
              </a:path>
              <a:path w="1426845" h="490854">
                <a:moveTo>
                  <a:pt x="847102" y="405523"/>
                </a:moveTo>
                <a:lnTo>
                  <a:pt x="841895" y="389737"/>
                </a:lnTo>
                <a:lnTo>
                  <a:pt x="819569" y="321919"/>
                </a:lnTo>
                <a:lnTo>
                  <a:pt x="819467" y="321576"/>
                </a:lnTo>
                <a:lnTo>
                  <a:pt x="815340" y="339305"/>
                </a:lnTo>
                <a:lnTo>
                  <a:pt x="808482" y="361950"/>
                </a:lnTo>
                <a:lnTo>
                  <a:pt x="800138" y="381457"/>
                </a:lnTo>
                <a:lnTo>
                  <a:pt x="791527" y="389737"/>
                </a:lnTo>
                <a:lnTo>
                  <a:pt x="781037" y="378460"/>
                </a:lnTo>
                <a:lnTo>
                  <a:pt x="771296" y="352094"/>
                </a:lnTo>
                <a:lnTo>
                  <a:pt x="763473" y="321919"/>
                </a:lnTo>
                <a:lnTo>
                  <a:pt x="758761" y="299173"/>
                </a:lnTo>
                <a:lnTo>
                  <a:pt x="840841" y="299173"/>
                </a:lnTo>
                <a:lnTo>
                  <a:pt x="840841" y="216750"/>
                </a:lnTo>
                <a:lnTo>
                  <a:pt x="749363" y="216750"/>
                </a:lnTo>
                <a:lnTo>
                  <a:pt x="748804" y="208280"/>
                </a:lnTo>
                <a:lnTo>
                  <a:pt x="748385" y="199707"/>
                </a:lnTo>
                <a:lnTo>
                  <a:pt x="748030" y="191147"/>
                </a:lnTo>
                <a:lnTo>
                  <a:pt x="747649" y="182664"/>
                </a:lnTo>
                <a:lnTo>
                  <a:pt x="830580" y="182664"/>
                </a:lnTo>
                <a:lnTo>
                  <a:pt x="830580" y="117030"/>
                </a:lnTo>
                <a:lnTo>
                  <a:pt x="830580" y="88036"/>
                </a:lnTo>
                <a:lnTo>
                  <a:pt x="830580" y="16281"/>
                </a:lnTo>
                <a:lnTo>
                  <a:pt x="782129" y="16281"/>
                </a:lnTo>
                <a:lnTo>
                  <a:pt x="782129" y="88036"/>
                </a:lnTo>
                <a:lnTo>
                  <a:pt x="782129" y="117030"/>
                </a:lnTo>
                <a:lnTo>
                  <a:pt x="700341" y="117030"/>
                </a:lnTo>
                <a:lnTo>
                  <a:pt x="700341" y="216750"/>
                </a:lnTo>
                <a:lnTo>
                  <a:pt x="638213" y="216750"/>
                </a:lnTo>
                <a:lnTo>
                  <a:pt x="638213" y="182664"/>
                </a:lnTo>
                <a:lnTo>
                  <a:pt x="699198" y="182664"/>
                </a:lnTo>
                <a:lnTo>
                  <a:pt x="699655" y="199707"/>
                </a:lnTo>
                <a:lnTo>
                  <a:pt x="699960" y="208280"/>
                </a:lnTo>
                <a:lnTo>
                  <a:pt x="700341" y="216750"/>
                </a:lnTo>
                <a:lnTo>
                  <a:pt x="700341" y="117030"/>
                </a:lnTo>
                <a:lnTo>
                  <a:pt x="638213" y="117030"/>
                </a:lnTo>
                <a:lnTo>
                  <a:pt x="638213" y="88036"/>
                </a:lnTo>
                <a:lnTo>
                  <a:pt x="782129" y="88036"/>
                </a:lnTo>
                <a:lnTo>
                  <a:pt x="782129" y="16281"/>
                </a:lnTo>
                <a:lnTo>
                  <a:pt x="590905" y="16281"/>
                </a:lnTo>
                <a:lnTo>
                  <a:pt x="590905" y="391769"/>
                </a:lnTo>
                <a:lnTo>
                  <a:pt x="583793" y="393306"/>
                </a:lnTo>
                <a:lnTo>
                  <a:pt x="576376" y="394322"/>
                </a:lnTo>
                <a:lnTo>
                  <a:pt x="569264" y="394830"/>
                </a:lnTo>
                <a:lnTo>
                  <a:pt x="574789" y="482434"/>
                </a:lnTo>
                <a:lnTo>
                  <a:pt x="574865" y="483590"/>
                </a:lnTo>
                <a:lnTo>
                  <a:pt x="574954" y="484886"/>
                </a:lnTo>
                <a:lnTo>
                  <a:pt x="602526" y="477367"/>
                </a:lnTo>
                <a:lnTo>
                  <a:pt x="643597" y="463969"/>
                </a:lnTo>
                <a:lnTo>
                  <a:pt x="684390" y="449338"/>
                </a:lnTo>
                <a:lnTo>
                  <a:pt x="711174" y="438073"/>
                </a:lnTo>
                <a:lnTo>
                  <a:pt x="711174" y="380593"/>
                </a:lnTo>
                <a:lnTo>
                  <a:pt x="711174" y="356158"/>
                </a:lnTo>
                <a:lnTo>
                  <a:pt x="692391" y="364274"/>
                </a:lnTo>
                <a:lnTo>
                  <a:pt x="674687" y="370281"/>
                </a:lnTo>
                <a:lnTo>
                  <a:pt x="638213" y="380593"/>
                </a:lnTo>
                <a:lnTo>
                  <a:pt x="638213" y="299173"/>
                </a:lnTo>
                <a:lnTo>
                  <a:pt x="708888" y="299173"/>
                </a:lnTo>
                <a:lnTo>
                  <a:pt x="713752" y="328828"/>
                </a:lnTo>
                <a:lnTo>
                  <a:pt x="720039" y="358902"/>
                </a:lnTo>
                <a:lnTo>
                  <a:pt x="735685" y="415175"/>
                </a:lnTo>
                <a:lnTo>
                  <a:pt x="760463" y="465810"/>
                </a:lnTo>
                <a:lnTo>
                  <a:pt x="794664" y="490486"/>
                </a:lnTo>
                <a:lnTo>
                  <a:pt x="812317" y="482434"/>
                </a:lnTo>
                <a:lnTo>
                  <a:pt x="827074" y="461937"/>
                </a:lnTo>
                <a:lnTo>
                  <a:pt x="838746" y="434467"/>
                </a:lnTo>
                <a:lnTo>
                  <a:pt x="847102" y="405523"/>
                </a:lnTo>
                <a:close/>
              </a:path>
              <a:path w="1426845" h="490854">
                <a:moveTo>
                  <a:pt x="1138275" y="287985"/>
                </a:moveTo>
                <a:lnTo>
                  <a:pt x="1127493" y="282892"/>
                </a:lnTo>
                <a:lnTo>
                  <a:pt x="1121219" y="279933"/>
                </a:lnTo>
                <a:lnTo>
                  <a:pt x="1105687" y="270052"/>
                </a:lnTo>
                <a:lnTo>
                  <a:pt x="1090637" y="258089"/>
                </a:lnTo>
                <a:lnTo>
                  <a:pt x="1075029" y="243725"/>
                </a:lnTo>
                <a:lnTo>
                  <a:pt x="1132306" y="243725"/>
                </a:lnTo>
                <a:lnTo>
                  <a:pt x="1132306" y="181127"/>
                </a:lnTo>
                <a:lnTo>
                  <a:pt x="1081011" y="181127"/>
                </a:lnTo>
                <a:lnTo>
                  <a:pt x="1082979" y="173977"/>
                </a:lnTo>
                <a:lnTo>
                  <a:pt x="1085202" y="165620"/>
                </a:lnTo>
                <a:lnTo>
                  <a:pt x="1087234" y="157594"/>
                </a:lnTo>
                <a:lnTo>
                  <a:pt x="1088783" y="150952"/>
                </a:lnTo>
                <a:lnTo>
                  <a:pt x="1088910" y="150418"/>
                </a:lnTo>
                <a:lnTo>
                  <a:pt x="1088986" y="150101"/>
                </a:lnTo>
                <a:lnTo>
                  <a:pt x="1087120" y="149580"/>
                </a:lnTo>
                <a:lnTo>
                  <a:pt x="1074445" y="146024"/>
                </a:lnTo>
                <a:lnTo>
                  <a:pt x="1087081" y="143865"/>
                </a:lnTo>
                <a:lnTo>
                  <a:pt x="1093317" y="142595"/>
                </a:lnTo>
                <a:lnTo>
                  <a:pt x="1099527" y="140931"/>
                </a:lnTo>
                <a:lnTo>
                  <a:pt x="1098956" y="139407"/>
                </a:lnTo>
                <a:lnTo>
                  <a:pt x="1125448" y="139407"/>
                </a:lnTo>
                <a:lnTo>
                  <a:pt x="1125448" y="98704"/>
                </a:lnTo>
                <a:lnTo>
                  <a:pt x="1125448" y="81915"/>
                </a:lnTo>
                <a:lnTo>
                  <a:pt x="1125448" y="22390"/>
                </a:lnTo>
                <a:lnTo>
                  <a:pt x="1079017" y="22390"/>
                </a:lnTo>
                <a:lnTo>
                  <a:pt x="1079017" y="81915"/>
                </a:lnTo>
                <a:lnTo>
                  <a:pt x="1079017" y="89547"/>
                </a:lnTo>
                <a:lnTo>
                  <a:pt x="1056728" y="93776"/>
                </a:lnTo>
                <a:lnTo>
                  <a:pt x="1055928" y="93878"/>
                </a:lnTo>
                <a:lnTo>
                  <a:pt x="1055928" y="333273"/>
                </a:lnTo>
                <a:lnTo>
                  <a:pt x="1055928" y="353110"/>
                </a:lnTo>
                <a:lnTo>
                  <a:pt x="1055928" y="393814"/>
                </a:lnTo>
                <a:lnTo>
                  <a:pt x="1055928" y="415188"/>
                </a:lnTo>
                <a:lnTo>
                  <a:pt x="1017739" y="415188"/>
                </a:lnTo>
                <a:lnTo>
                  <a:pt x="1017739" y="393814"/>
                </a:lnTo>
                <a:lnTo>
                  <a:pt x="1055928" y="393814"/>
                </a:lnTo>
                <a:lnTo>
                  <a:pt x="1055928" y="353110"/>
                </a:lnTo>
                <a:lnTo>
                  <a:pt x="1017739" y="353110"/>
                </a:lnTo>
                <a:lnTo>
                  <a:pt x="1017739" y="333273"/>
                </a:lnTo>
                <a:lnTo>
                  <a:pt x="1055928" y="333273"/>
                </a:lnTo>
                <a:lnTo>
                  <a:pt x="1055928" y="93878"/>
                </a:lnTo>
                <a:lnTo>
                  <a:pt x="1044244" y="95364"/>
                </a:lnTo>
                <a:lnTo>
                  <a:pt x="1044244" y="282892"/>
                </a:lnTo>
                <a:lnTo>
                  <a:pt x="1017739" y="282892"/>
                </a:lnTo>
                <a:lnTo>
                  <a:pt x="1017739" y="243725"/>
                </a:lnTo>
                <a:lnTo>
                  <a:pt x="1022019" y="243725"/>
                </a:lnTo>
                <a:lnTo>
                  <a:pt x="1027201" y="254355"/>
                </a:lnTo>
                <a:lnTo>
                  <a:pt x="1032586" y="264261"/>
                </a:lnTo>
                <a:lnTo>
                  <a:pt x="1038237" y="273697"/>
                </a:lnTo>
                <a:lnTo>
                  <a:pt x="1044244" y="282892"/>
                </a:lnTo>
                <a:lnTo>
                  <a:pt x="1044244" y="95364"/>
                </a:lnTo>
                <a:lnTo>
                  <a:pt x="1043673" y="95440"/>
                </a:lnTo>
                <a:lnTo>
                  <a:pt x="1043673" y="149580"/>
                </a:lnTo>
                <a:lnTo>
                  <a:pt x="1041819" y="157594"/>
                </a:lnTo>
                <a:lnTo>
                  <a:pt x="1040015" y="165620"/>
                </a:lnTo>
                <a:lnTo>
                  <a:pt x="1038136" y="173418"/>
                </a:lnTo>
                <a:lnTo>
                  <a:pt x="1035977" y="181127"/>
                </a:lnTo>
                <a:lnTo>
                  <a:pt x="1017739" y="181127"/>
                </a:lnTo>
                <a:lnTo>
                  <a:pt x="1017739" y="152641"/>
                </a:lnTo>
                <a:lnTo>
                  <a:pt x="1017739" y="151612"/>
                </a:lnTo>
                <a:lnTo>
                  <a:pt x="1024153" y="150952"/>
                </a:lnTo>
                <a:lnTo>
                  <a:pt x="1030592" y="150418"/>
                </a:lnTo>
                <a:lnTo>
                  <a:pt x="1035253" y="150101"/>
                </a:lnTo>
                <a:lnTo>
                  <a:pt x="1035024" y="150101"/>
                </a:lnTo>
                <a:lnTo>
                  <a:pt x="1043673" y="149580"/>
                </a:lnTo>
                <a:lnTo>
                  <a:pt x="1043673" y="95440"/>
                </a:lnTo>
                <a:lnTo>
                  <a:pt x="1034376" y="96608"/>
                </a:lnTo>
                <a:lnTo>
                  <a:pt x="1011961" y="98209"/>
                </a:lnTo>
                <a:lnTo>
                  <a:pt x="989533" y="98704"/>
                </a:lnTo>
                <a:lnTo>
                  <a:pt x="975004" y="98590"/>
                </a:lnTo>
                <a:lnTo>
                  <a:pt x="975004" y="152641"/>
                </a:lnTo>
                <a:lnTo>
                  <a:pt x="975004" y="181127"/>
                </a:lnTo>
                <a:lnTo>
                  <a:pt x="975004" y="243725"/>
                </a:lnTo>
                <a:lnTo>
                  <a:pt x="975004" y="282892"/>
                </a:lnTo>
                <a:lnTo>
                  <a:pt x="974991" y="333273"/>
                </a:lnTo>
                <a:lnTo>
                  <a:pt x="974991" y="353110"/>
                </a:lnTo>
                <a:lnTo>
                  <a:pt x="974991" y="393814"/>
                </a:lnTo>
                <a:lnTo>
                  <a:pt x="974991" y="415188"/>
                </a:lnTo>
                <a:lnTo>
                  <a:pt x="937374" y="415188"/>
                </a:lnTo>
                <a:lnTo>
                  <a:pt x="937374" y="393814"/>
                </a:lnTo>
                <a:lnTo>
                  <a:pt x="974991" y="393814"/>
                </a:lnTo>
                <a:lnTo>
                  <a:pt x="974991" y="353110"/>
                </a:lnTo>
                <a:lnTo>
                  <a:pt x="937374" y="353110"/>
                </a:lnTo>
                <a:lnTo>
                  <a:pt x="937374" y="348018"/>
                </a:lnTo>
                <a:lnTo>
                  <a:pt x="937374" y="333273"/>
                </a:lnTo>
                <a:lnTo>
                  <a:pt x="974991" y="333273"/>
                </a:lnTo>
                <a:lnTo>
                  <a:pt x="974991" y="282892"/>
                </a:lnTo>
                <a:lnTo>
                  <a:pt x="952195" y="282892"/>
                </a:lnTo>
                <a:lnTo>
                  <a:pt x="957922" y="273697"/>
                </a:lnTo>
                <a:lnTo>
                  <a:pt x="963269" y="264261"/>
                </a:lnTo>
                <a:lnTo>
                  <a:pt x="968349" y="254355"/>
                </a:lnTo>
                <a:lnTo>
                  <a:pt x="973289" y="243725"/>
                </a:lnTo>
                <a:lnTo>
                  <a:pt x="975004" y="243725"/>
                </a:lnTo>
                <a:lnTo>
                  <a:pt x="975004" y="181127"/>
                </a:lnTo>
                <a:lnTo>
                  <a:pt x="958469" y="181127"/>
                </a:lnTo>
                <a:lnTo>
                  <a:pt x="952588" y="153149"/>
                </a:lnTo>
                <a:lnTo>
                  <a:pt x="952487" y="152641"/>
                </a:lnTo>
                <a:lnTo>
                  <a:pt x="975004" y="152641"/>
                </a:lnTo>
                <a:lnTo>
                  <a:pt x="975004" y="98590"/>
                </a:lnTo>
                <a:lnTo>
                  <a:pt x="970762" y="98552"/>
                </a:lnTo>
                <a:lnTo>
                  <a:pt x="933462" y="97853"/>
                </a:lnTo>
                <a:lnTo>
                  <a:pt x="914869" y="97688"/>
                </a:lnTo>
                <a:lnTo>
                  <a:pt x="914869" y="81915"/>
                </a:lnTo>
                <a:lnTo>
                  <a:pt x="1079017" y="81915"/>
                </a:lnTo>
                <a:lnTo>
                  <a:pt x="1079017" y="22390"/>
                </a:lnTo>
                <a:lnTo>
                  <a:pt x="1020025" y="22390"/>
                </a:lnTo>
                <a:lnTo>
                  <a:pt x="1020025" y="0"/>
                </a:lnTo>
                <a:lnTo>
                  <a:pt x="972146" y="0"/>
                </a:lnTo>
                <a:lnTo>
                  <a:pt x="972146" y="22390"/>
                </a:lnTo>
                <a:lnTo>
                  <a:pt x="868984" y="22390"/>
                </a:lnTo>
                <a:lnTo>
                  <a:pt x="868984" y="139407"/>
                </a:lnTo>
                <a:lnTo>
                  <a:pt x="894067" y="139407"/>
                </a:lnTo>
                <a:lnTo>
                  <a:pt x="896061" y="152641"/>
                </a:lnTo>
                <a:lnTo>
                  <a:pt x="900341" y="153149"/>
                </a:lnTo>
                <a:lnTo>
                  <a:pt x="906322" y="153149"/>
                </a:lnTo>
                <a:lnTo>
                  <a:pt x="908392" y="160032"/>
                </a:lnTo>
                <a:lnTo>
                  <a:pt x="910374" y="166954"/>
                </a:lnTo>
                <a:lnTo>
                  <a:pt x="912088" y="173418"/>
                </a:lnTo>
                <a:lnTo>
                  <a:pt x="914006" y="181127"/>
                </a:lnTo>
                <a:lnTo>
                  <a:pt x="862431" y="181127"/>
                </a:lnTo>
                <a:lnTo>
                  <a:pt x="862431" y="243725"/>
                </a:lnTo>
                <a:lnTo>
                  <a:pt x="917727" y="243725"/>
                </a:lnTo>
                <a:lnTo>
                  <a:pt x="903541" y="257517"/>
                </a:lnTo>
                <a:lnTo>
                  <a:pt x="888288" y="269354"/>
                </a:lnTo>
                <a:lnTo>
                  <a:pt x="872502" y="278422"/>
                </a:lnTo>
                <a:lnTo>
                  <a:pt x="856729" y="283908"/>
                </a:lnTo>
                <a:lnTo>
                  <a:pt x="878395" y="358190"/>
                </a:lnTo>
                <a:lnTo>
                  <a:pt x="882954" y="355142"/>
                </a:lnTo>
                <a:lnTo>
                  <a:pt x="887793" y="351574"/>
                </a:lnTo>
                <a:lnTo>
                  <a:pt x="892352" y="348018"/>
                </a:lnTo>
                <a:lnTo>
                  <a:pt x="892352" y="486410"/>
                </a:lnTo>
                <a:lnTo>
                  <a:pt x="937374" y="486410"/>
                </a:lnTo>
                <a:lnTo>
                  <a:pt x="937374" y="473697"/>
                </a:lnTo>
                <a:lnTo>
                  <a:pt x="1055928" y="473697"/>
                </a:lnTo>
                <a:lnTo>
                  <a:pt x="1055928" y="486410"/>
                </a:lnTo>
                <a:lnTo>
                  <a:pt x="1101801" y="486410"/>
                </a:lnTo>
                <a:lnTo>
                  <a:pt x="1101801" y="473697"/>
                </a:lnTo>
                <a:lnTo>
                  <a:pt x="1101801" y="415188"/>
                </a:lnTo>
                <a:lnTo>
                  <a:pt x="1101801" y="393814"/>
                </a:lnTo>
                <a:lnTo>
                  <a:pt x="1101801" y="353110"/>
                </a:lnTo>
                <a:lnTo>
                  <a:pt x="1101801" y="349034"/>
                </a:lnTo>
                <a:lnTo>
                  <a:pt x="1106373" y="352602"/>
                </a:lnTo>
                <a:lnTo>
                  <a:pt x="1110919" y="355650"/>
                </a:lnTo>
                <a:lnTo>
                  <a:pt x="1115491" y="359219"/>
                </a:lnTo>
                <a:lnTo>
                  <a:pt x="1118743" y="349034"/>
                </a:lnTo>
                <a:lnTo>
                  <a:pt x="1123784" y="333273"/>
                </a:lnTo>
                <a:lnTo>
                  <a:pt x="1138275" y="287985"/>
                </a:lnTo>
                <a:close/>
              </a:path>
              <a:path w="1426845" h="490854">
                <a:moveTo>
                  <a:pt x="1426616" y="165366"/>
                </a:moveTo>
                <a:lnTo>
                  <a:pt x="1408341" y="155067"/>
                </a:lnTo>
                <a:lnTo>
                  <a:pt x="1391602" y="142532"/>
                </a:lnTo>
                <a:lnTo>
                  <a:pt x="1375752" y="126657"/>
                </a:lnTo>
                <a:lnTo>
                  <a:pt x="1364107" y="111429"/>
                </a:lnTo>
                <a:lnTo>
                  <a:pt x="1363713" y="110921"/>
                </a:lnTo>
                <a:lnTo>
                  <a:pt x="1360220" y="106349"/>
                </a:lnTo>
                <a:lnTo>
                  <a:pt x="1417789" y="106349"/>
                </a:lnTo>
                <a:lnTo>
                  <a:pt x="1417789" y="32562"/>
                </a:lnTo>
                <a:lnTo>
                  <a:pt x="1338275" y="32562"/>
                </a:lnTo>
                <a:lnTo>
                  <a:pt x="1338275" y="165874"/>
                </a:lnTo>
                <a:lnTo>
                  <a:pt x="1337424" y="165874"/>
                </a:lnTo>
                <a:lnTo>
                  <a:pt x="1337424" y="395351"/>
                </a:lnTo>
                <a:lnTo>
                  <a:pt x="1233690" y="395351"/>
                </a:lnTo>
                <a:lnTo>
                  <a:pt x="1233690" y="374484"/>
                </a:lnTo>
                <a:lnTo>
                  <a:pt x="1337424" y="374484"/>
                </a:lnTo>
                <a:lnTo>
                  <a:pt x="1337424" y="322072"/>
                </a:lnTo>
                <a:lnTo>
                  <a:pt x="1233690" y="322072"/>
                </a:lnTo>
                <a:lnTo>
                  <a:pt x="1233690" y="301713"/>
                </a:lnTo>
                <a:lnTo>
                  <a:pt x="1337424" y="301713"/>
                </a:lnTo>
                <a:lnTo>
                  <a:pt x="1337424" y="248805"/>
                </a:lnTo>
                <a:lnTo>
                  <a:pt x="1233690" y="248805"/>
                </a:lnTo>
                <a:lnTo>
                  <a:pt x="1233690" y="228460"/>
                </a:lnTo>
                <a:lnTo>
                  <a:pt x="1337424" y="228460"/>
                </a:lnTo>
                <a:lnTo>
                  <a:pt x="1337424" y="165874"/>
                </a:lnTo>
                <a:lnTo>
                  <a:pt x="1308925" y="165874"/>
                </a:lnTo>
                <a:lnTo>
                  <a:pt x="1308925" y="111429"/>
                </a:lnTo>
                <a:lnTo>
                  <a:pt x="1315758" y="125945"/>
                </a:lnTo>
                <a:lnTo>
                  <a:pt x="1322959" y="139801"/>
                </a:lnTo>
                <a:lnTo>
                  <a:pt x="1330477" y="153073"/>
                </a:lnTo>
                <a:lnTo>
                  <a:pt x="1338275" y="165874"/>
                </a:lnTo>
                <a:lnTo>
                  <a:pt x="1338275" y="32562"/>
                </a:lnTo>
                <a:lnTo>
                  <a:pt x="1308925" y="32562"/>
                </a:lnTo>
                <a:lnTo>
                  <a:pt x="1308925" y="2032"/>
                </a:lnTo>
                <a:lnTo>
                  <a:pt x="1263040" y="2032"/>
                </a:lnTo>
                <a:lnTo>
                  <a:pt x="1263040" y="32562"/>
                </a:lnTo>
                <a:lnTo>
                  <a:pt x="1263040" y="110921"/>
                </a:lnTo>
                <a:lnTo>
                  <a:pt x="1263040" y="165874"/>
                </a:lnTo>
                <a:lnTo>
                  <a:pt x="1233970" y="165874"/>
                </a:lnTo>
                <a:lnTo>
                  <a:pt x="1241666" y="153073"/>
                </a:lnTo>
                <a:lnTo>
                  <a:pt x="1249146" y="139547"/>
                </a:lnTo>
                <a:lnTo>
                  <a:pt x="1256258" y="125526"/>
                </a:lnTo>
                <a:lnTo>
                  <a:pt x="1263040" y="110921"/>
                </a:lnTo>
                <a:lnTo>
                  <a:pt x="1263040" y="32562"/>
                </a:lnTo>
                <a:lnTo>
                  <a:pt x="1153033" y="32562"/>
                </a:lnTo>
                <a:lnTo>
                  <a:pt x="1153033" y="106349"/>
                </a:lnTo>
                <a:lnTo>
                  <a:pt x="1211173" y="106349"/>
                </a:lnTo>
                <a:lnTo>
                  <a:pt x="1195425" y="126403"/>
                </a:lnTo>
                <a:lnTo>
                  <a:pt x="1182039" y="139801"/>
                </a:lnTo>
                <a:lnTo>
                  <a:pt x="1179283" y="142532"/>
                </a:lnTo>
                <a:lnTo>
                  <a:pt x="1162646" y="155651"/>
                </a:lnTo>
                <a:lnTo>
                  <a:pt x="1144498" y="167398"/>
                </a:lnTo>
                <a:lnTo>
                  <a:pt x="1165009" y="248310"/>
                </a:lnTo>
                <a:lnTo>
                  <a:pt x="1170978" y="243319"/>
                </a:lnTo>
                <a:lnTo>
                  <a:pt x="1176909" y="238188"/>
                </a:lnTo>
                <a:lnTo>
                  <a:pt x="1182725" y="232778"/>
                </a:lnTo>
                <a:lnTo>
                  <a:pt x="1188389" y="226936"/>
                </a:lnTo>
                <a:lnTo>
                  <a:pt x="1188389" y="395351"/>
                </a:lnTo>
                <a:lnTo>
                  <a:pt x="1150200" y="395351"/>
                </a:lnTo>
                <a:lnTo>
                  <a:pt x="1150200" y="470636"/>
                </a:lnTo>
                <a:lnTo>
                  <a:pt x="1419783" y="470636"/>
                </a:lnTo>
                <a:lnTo>
                  <a:pt x="1419783" y="395351"/>
                </a:lnTo>
                <a:lnTo>
                  <a:pt x="1382166" y="395351"/>
                </a:lnTo>
                <a:lnTo>
                  <a:pt x="1382166" y="374484"/>
                </a:lnTo>
                <a:lnTo>
                  <a:pt x="1382166" y="224904"/>
                </a:lnTo>
                <a:lnTo>
                  <a:pt x="1388148" y="231343"/>
                </a:lnTo>
                <a:lnTo>
                  <a:pt x="1393913" y="237172"/>
                </a:lnTo>
                <a:lnTo>
                  <a:pt x="1399794" y="242709"/>
                </a:lnTo>
                <a:lnTo>
                  <a:pt x="1406105" y="248310"/>
                </a:lnTo>
                <a:lnTo>
                  <a:pt x="1411884" y="224904"/>
                </a:lnTo>
                <a:lnTo>
                  <a:pt x="1426489" y="165874"/>
                </a:lnTo>
                <a:lnTo>
                  <a:pt x="1426616" y="16536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4" name="object 144"/>
          <p:cNvGrpSpPr/>
          <p:nvPr/>
        </p:nvGrpSpPr>
        <p:grpSpPr>
          <a:xfrm>
            <a:off x="4254611" y="8631406"/>
            <a:ext cx="820419" cy="854075"/>
            <a:chOff x="4254611" y="8631406"/>
            <a:chExt cx="820419" cy="854075"/>
          </a:xfrm>
        </p:grpSpPr>
        <p:pic>
          <p:nvPicPr>
            <p:cNvPr id="145" name="object 145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4885790" y="9280762"/>
              <a:ext cx="188836" cy="204241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4254611" y="8631406"/>
              <a:ext cx="591185" cy="836294"/>
            </a:xfrm>
            <a:custGeom>
              <a:avLst/>
              <a:gdLst/>
              <a:ahLst/>
              <a:cxnLst/>
              <a:rect l="l" t="t" r="r" b="b"/>
              <a:pathLst>
                <a:path w="591185" h="836295">
                  <a:moveTo>
                    <a:pt x="304380" y="0"/>
                  </a:moveTo>
                  <a:lnTo>
                    <a:pt x="253412" y="3889"/>
                  </a:lnTo>
                  <a:lnTo>
                    <a:pt x="205764" y="15483"/>
                  </a:lnTo>
                  <a:lnTo>
                    <a:pt x="161436" y="34667"/>
                  </a:lnTo>
                  <a:lnTo>
                    <a:pt x="120426" y="61330"/>
                  </a:lnTo>
                  <a:lnTo>
                    <a:pt x="82735" y="95358"/>
                  </a:lnTo>
                  <a:lnTo>
                    <a:pt x="48361" y="136639"/>
                  </a:lnTo>
                  <a:lnTo>
                    <a:pt x="118529" y="298754"/>
                  </a:lnTo>
                  <a:lnTo>
                    <a:pt x="136751" y="268172"/>
                  </a:lnTo>
                  <a:lnTo>
                    <a:pt x="163481" y="231523"/>
                  </a:lnTo>
                  <a:lnTo>
                    <a:pt x="199495" y="196196"/>
                  </a:lnTo>
                  <a:lnTo>
                    <a:pt x="245568" y="169581"/>
                  </a:lnTo>
                  <a:lnTo>
                    <a:pt x="302475" y="159067"/>
                  </a:lnTo>
                  <a:lnTo>
                    <a:pt x="346941" y="168610"/>
                  </a:lnTo>
                  <a:lnTo>
                    <a:pt x="377267" y="193352"/>
                  </a:lnTo>
                  <a:lnTo>
                    <a:pt x="394614" y="227459"/>
                  </a:lnTo>
                  <a:lnTo>
                    <a:pt x="400138" y="265099"/>
                  </a:lnTo>
                  <a:lnTo>
                    <a:pt x="399480" y="280120"/>
                  </a:lnTo>
                  <a:lnTo>
                    <a:pt x="384503" y="335232"/>
                  </a:lnTo>
                  <a:lnTo>
                    <a:pt x="357296" y="387214"/>
                  </a:lnTo>
                  <a:lnTo>
                    <a:pt x="336610" y="419838"/>
                  </a:lnTo>
                  <a:lnTo>
                    <a:pt x="310351" y="457799"/>
                  </a:lnTo>
                  <a:lnTo>
                    <a:pt x="277880" y="501784"/>
                  </a:lnTo>
                  <a:lnTo>
                    <a:pt x="238559" y="552479"/>
                  </a:lnTo>
                  <a:lnTo>
                    <a:pt x="191749" y="610573"/>
                  </a:lnTo>
                  <a:lnTo>
                    <a:pt x="136811" y="676750"/>
                  </a:lnTo>
                  <a:lnTo>
                    <a:pt x="73108" y="751698"/>
                  </a:lnTo>
                  <a:lnTo>
                    <a:pt x="0" y="836104"/>
                  </a:lnTo>
                  <a:lnTo>
                    <a:pt x="590727" y="836104"/>
                  </a:lnTo>
                  <a:lnTo>
                    <a:pt x="590727" y="678053"/>
                  </a:lnTo>
                  <a:lnTo>
                    <a:pt x="334721" y="678053"/>
                  </a:lnTo>
                  <a:lnTo>
                    <a:pt x="379054" y="623897"/>
                  </a:lnTo>
                  <a:lnTo>
                    <a:pt x="418262" y="574678"/>
                  </a:lnTo>
                  <a:lnTo>
                    <a:pt x="452454" y="529583"/>
                  </a:lnTo>
                  <a:lnTo>
                    <a:pt x="481737" y="487797"/>
                  </a:lnTo>
                  <a:lnTo>
                    <a:pt x="506218" y="448506"/>
                  </a:lnTo>
                  <a:lnTo>
                    <a:pt x="526007" y="410899"/>
                  </a:lnTo>
                  <a:lnTo>
                    <a:pt x="541210" y="374160"/>
                  </a:lnTo>
                  <a:lnTo>
                    <a:pt x="551936" y="337477"/>
                  </a:lnTo>
                  <a:lnTo>
                    <a:pt x="560387" y="261023"/>
                  </a:lnTo>
                  <a:lnTo>
                    <a:pt x="556072" y="206421"/>
                  </a:lnTo>
                  <a:lnTo>
                    <a:pt x="543703" y="158179"/>
                  </a:lnTo>
                  <a:lnTo>
                    <a:pt x="524148" y="116315"/>
                  </a:lnTo>
                  <a:lnTo>
                    <a:pt x="498271" y="80844"/>
                  </a:lnTo>
                  <a:lnTo>
                    <a:pt x="466939" y="51785"/>
                  </a:lnTo>
                  <a:lnTo>
                    <a:pt x="431018" y="29154"/>
                  </a:lnTo>
                  <a:lnTo>
                    <a:pt x="391374" y="12969"/>
                  </a:lnTo>
                  <a:lnTo>
                    <a:pt x="348873" y="3245"/>
                  </a:lnTo>
                  <a:lnTo>
                    <a:pt x="3043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7" name="object 147"/>
          <p:cNvPicPr/>
          <p:nvPr/>
        </p:nvPicPr>
        <p:blipFill>
          <a:blip r:embed="rId96" cstate="print"/>
          <a:stretch>
            <a:fillRect/>
          </a:stretch>
        </p:blipFill>
        <p:spPr>
          <a:xfrm>
            <a:off x="4589106" y="9957434"/>
            <a:ext cx="2314906" cy="96177"/>
          </a:xfrm>
          <a:prstGeom prst="rect">
            <a:avLst/>
          </a:prstGeom>
        </p:spPr>
      </p:pic>
      <p:grpSp>
        <p:nvGrpSpPr>
          <p:cNvPr id="148" name="object 148"/>
          <p:cNvGrpSpPr/>
          <p:nvPr/>
        </p:nvGrpSpPr>
        <p:grpSpPr>
          <a:xfrm>
            <a:off x="99204" y="9733974"/>
            <a:ext cx="4427855" cy="320040"/>
            <a:chOff x="99204" y="9733974"/>
            <a:chExt cx="4427855" cy="320040"/>
          </a:xfrm>
        </p:grpSpPr>
        <p:pic>
          <p:nvPicPr>
            <p:cNvPr id="149" name="object 14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7553" y="9971924"/>
              <a:ext cx="277152" cy="6623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99204" y="9733974"/>
              <a:ext cx="4427245" cy="319637"/>
            </a:xfrm>
            <a:prstGeom prst="rect">
              <a:avLst/>
            </a:prstGeom>
          </p:spPr>
        </p:pic>
      </p:grpSp>
      <p:grpSp>
        <p:nvGrpSpPr>
          <p:cNvPr id="151" name="object 151"/>
          <p:cNvGrpSpPr/>
          <p:nvPr/>
        </p:nvGrpSpPr>
        <p:grpSpPr>
          <a:xfrm>
            <a:off x="96939" y="10128756"/>
            <a:ext cx="7350125" cy="323850"/>
            <a:chOff x="96939" y="10128756"/>
            <a:chExt cx="7350125" cy="323850"/>
          </a:xfrm>
        </p:grpSpPr>
        <p:pic>
          <p:nvPicPr>
            <p:cNvPr id="152" name="object 152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96939" y="10128756"/>
              <a:ext cx="7349845" cy="323489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133751" y="10184545"/>
              <a:ext cx="1690334" cy="142159"/>
            </a:xfrm>
            <a:prstGeom prst="rect">
              <a:avLst/>
            </a:prstGeom>
          </p:spPr>
        </p:pic>
      </p:grpSp>
      <p:grpSp>
        <p:nvGrpSpPr>
          <p:cNvPr id="154" name="object 154"/>
          <p:cNvGrpSpPr/>
          <p:nvPr/>
        </p:nvGrpSpPr>
        <p:grpSpPr>
          <a:xfrm>
            <a:off x="3679866" y="8922495"/>
            <a:ext cx="540385" cy="402590"/>
            <a:chOff x="3679866" y="8922495"/>
            <a:chExt cx="540385" cy="402590"/>
          </a:xfrm>
        </p:grpSpPr>
        <p:sp>
          <p:nvSpPr>
            <p:cNvPr id="155" name="object 155"/>
            <p:cNvSpPr/>
            <p:nvPr/>
          </p:nvSpPr>
          <p:spPr>
            <a:xfrm>
              <a:off x="3679866" y="8922495"/>
              <a:ext cx="540385" cy="402590"/>
            </a:xfrm>
            <a:custGeom>
              <a:avLst/>
              <a:gdLst/>
              <a:ahLst/>
              <a:cxnLst/>
              <a:rect l="l" t="t" r="r" b="b"/>
              <a:pathLst>
                <a:path w="540385" h="402590">
                  <a:moveTo>
                    <a:pt x="442137" y="0"/>
                  </a:moveTo>
                  <a:lnTo>
                    <a:pt x="0" y="0"/>
                  </a:lnTo>
                  <a:lnTo>
                    <a:pt x="0" y="401993"/>
                  </a:lnTo>
                  <a:lnTo>
                    <a:pt x="442137" y="401993"/>
                  </a:lnTo>
                  <a:lnTo>
                    <a:pt x="539915" y="200990"/>
                  </a:lnTo>
                  <a:lnTo>
                    <a:pt x="442137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749467" y="9059998"/>
              <a:ext cx="238532" cy="115760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4009034" y="9066403"/>
              <a:ext cx="89535" cy="107950"/>
            </a:xfrm>
            <a:custGeom>
              <a:avLst/>
              <a:gdLst/>
              <a:ahLst/>
              <a:cxnLst/>
              <a:rect l="l" t="t" r="r" b="b"/>
              <a:pathLst>
                <a:path w="89535" h="107950">
                  <a:moveTo>
                    <a:pt x="89154" y="54673"/>
                  </a:moveTo>
                  <a:lnTo>
                    <a:pt x="78701" y="54673"/>
                  </a:lnTo>
                  <a:lnTo>
                    <a:pt x="78701" y="91376"/>
                  </a:lnTo>
                  <a:lnTo>
                    <a:pt x="89154" y="91376"/>
                  </a:lnTo>
                  <a:lnTo>
                    <a:pt x="89154" y="54673"/>
                  </a:lnTo>
                  <a:close/>
                </a:path>
                <a:path w="89535" h="107950">
                  <a:moveTo>
                    <a:pt x="89154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44450"/>
                  </a:lnTo>
                  <a:lnTo>
                    <a:pt x="0" y="54610"/>
                  </a:lnTo>
                  <a:lnTo>
                    <a:pt x="0" y="91440"/>
                  </a:lnTo>
                  <a:lnTo>
                    <a:pt x="0" y="101600"/>
                  </a:lnTo>
                  <a:lnTo>
                    <a:pt x="0" y="107950"/>
                  </a:lnTo>
                  <a:lnTo>
                    <a:pt x="10591" y="107950"/>
                  </a:lnTo>
                  <a:lnTo>
                    <a:pt x="10591" y="101600"/>
                  </a:lnTo>
                  <a:lnTo>
                    <a:pt x="78689" y="101600"/>
                  </a:lnTo>
                  <a:lnTo>
                    <a:pt x="78689" y="107518"/>
                  </a:lnTo>
                  <a:lnTo>
                    <a:pt x="89154" y="107518"/>
                  </a:lnTo>
                  <a:lnTo>
                    <a:pt x="89154" y="101600"/>
                  </a:lnTo>
                  <a:lnTo>
                    <a:pt x="89154" y="101231"/>
                  </a:lnTo>
                  <a:lnTo>
                    <a:pt x="89154" y="91440"/>
                  </a:lnTo>
                  <a:lnTo>
                    <a:pt x="10591" y="91440"/>
                  </a:lnTo>
                  <a:lnTo>
                    <a:pt x="10591" y="54610"/>
                  </a:lnTo>
                  <a:lnTo>
                    <a:pt x="89154" y="54610"/>
                  </a:lnTo>
                  <a:lnTo>
                    <a:pt x="89154" y="45072"/>
                  </a:lnTo>
                  <a:lnTo>
                    <a:pt x="89154" y="44450"/>
                  </a:lnTo>
                  <a:lnTo>
                    <a:pt x="89154" y="9486"/>
                  </a:lnTo>
                  <a:lnTo>
                    <a:pt x="78701" y="9486"/>
                  </a:lnTo>
                  <a:lnTo>
                    <a:pt x="78701" y="44450"/>
                  </a:lnTo>
                  <a:lnTo>
                    <a:pt x="10591" y="44450"/>
                  </a:lnTo>
                  <a:lnTo>
                    <a:pt x="10591" y="8890"/>
                  </a:lnTo>
                  <a:lnTo>
                    <a:pt x="89154" y="8890"/>
                  </a:lnTo>
                  <a:lnTo>
                    <a:pt x="8915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8" name="object 158"/>
          <p:cNvGrpSpPr/>
          <p:nvPr/>
        </p:nvGrpSpPr>
        <p:grpSpPr>
          <a:xfrm>
            <a:off x="44723" y="230301"/>
            <a:ext cx="7470775" cy="10220960"/>
            <a:chOff x="44723" y="230301"/>
            <a:chExt cx="7470775" cy="10220960"/>
          </a:xfrm>
        </p:grpSpPr>
        <p:sp>
          <p:nvSpPr>
            <p:cNvPr id="159" name="object 159"/>
            <p:cNvSpPr/>
            <p:nvPr/>
          </p:nvSpPr>
          <p:spPr>
            <a:xfrm>
              <a:off x="47250" y="299609"/>
              <a:ext cx="7465695" cy="378460"/>
            </a:xfrm>
            <a:custGeom>
              <a:avLst/>
              <a:gdLst/>
              <a:ahLst/>
              <a:cxnLst/>
              <a:rect l="l" t="t" r="r" b="b"/>
              <a:pathLst>
                <a:path w="7465695" h="378459">
                  <a:moveTo>
                    <a:pt x="7465466" y="378002"/>
                  </a:moveTo>
                  <a:lnTo>
                    <a:pt x="0" y="378002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378002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039197" y="299616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w="0" h="378459">
                  <a:moveTo>
                    <a:pt x="0" y="0"/>
                  </a:moveTo>
                  <a:lnTo>
                    <a:pt x="0" y="378002"/>
                  </a:lnTo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520762" y="299616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w="0" h="378459">
                  <a:moveTo>
                    <a:pt x="0" y="0"/>
                  </a:moveTo>
                  <a:lnTo>
                    <a:pt x="0" y="378002"/>
                  </a:lnTo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2069884" y="338378"/>
              <a:ext cx="3413760" cy="295910"/>
            </a:xfrm>
            <a:custGeom>
              <a:avLst/>
              <a:gdLst/>
              <a:ahLst/>
              <a:cxnLst/>
              <a:rect l="l" t="t" r="r" b="b"/>
              <a:pathLst>
                <a:path w="3413760" h="295909">
                  <a:moveTo>
                    <a:pt x="4610" y="253555"/>
                  </a:moveTo>
                  <a:lnTo>
                    <a:pt x="0" y="254927"/>
                  </a:lnTo>
                  <a:lnTo>
                    <a:pt x="3873" y="255739"/>
                  </a:lnTo>
                  <a:lnTo>
                    <a:pt x="4610" y="253555"/>
                  </a:lnTo>
                  <a:close/>
                </a:path>
                <a:path w="3413760" h="295909">
                  <a:moveTo>
                    <a:pt x="4610" y="172707"/>
                  </a:moveTo>
                  <a:lnTo>
                    <a:pt x="0" y="174078"/>
                  </a:lnTo>
                  <a:lnTo>
                    <a:pt x="3873" y="174891"/>
                  </a:lnTo>
                  <a:lnTo>
                    <a:pt x="4610" y="172707"/>
                  </a:lnTo>
                  <a:close/>
                </a:path>
                <a:path w="3413760" h="295909">
                  <a:moveTo>
                    <a:pt x="4610" y="91859"/>
                  </a:moveTo>
                  <a:lnTo>
                    <a:pt x="0" y="93230"/>
                  </a:lnTo>
                  <a:lnTo>
                    <a:pt x="3873" y="94043"/>
                  </a:lnTo>
                  <a:lnTo>
                    <a:pt x="4610" y="91859"/>
                  </a:lnTo>
                  <a:close/>
                </a:path>
                <a:path w="3413760" h="295909">
                  <a:moveTo>
                    <a:pt x="4610" y="10998"/>
                  </a:moveTo>
                  <a:lnTo>
                    <a:pt x="0" y="12369"/>
                  </a:lnTo>
                  <a:lnTo>
                    <a:pt x="3873" y="13182"/>
                  </a:lnTo>
                  <a:lnTo>
                    <a:pt x="4610" y="10998"/>
                  </a:lnTo>
                  <a:close/>
                </a:path>
                <a:path w="3413760" h="295909">
                  <a:moveTo>
                    <a:pt x="7683" y="243928"/>
                  </a:moveTo>
                  <a:lnTo>
                    <a:pt x="4533" y="243039"/>
                  </a:lnTo>
                  <a:lnTo>
                    <a:pt x="1054" y="244906"/>
                  </a:lnTo>
                  <a:lnTo>
                    <a:pt x="7683" y="243928"/>
                  </a:lnTo>
                  <a:close/>
                </a:path>
                <a:path w="3413760" h="295909">
                  <a:moveTo>
                    <a:pt x="7683" y="163080"/>
                  </a:moveTo>
                  <a:lnTo>
                    <a:pt x="4533" y="162204"/>
                  </a:lnTo>
                  <a:lnTo>
                    <a:pt x="1054" y="164058"/>
                  </a:lnTo>
                  <a:lnTo>
                    <a:pt x="7683" y="163080"/>
                  </a:lnTo>
                  <a:close/>
                </a:path>
                <a:path w="3413760" h="295909">
                  <a:moveTo>
                    <a:pt x="7683" y="82232"/>
                  </a:moveTo>
                  <a:lnTo>
                    <a:pt x="4533" y="81343"/>
                  </a:lnTo>
                  <a:lnTo>
                    <a:pt x="1054" y="83210"/>
                  </a:lnTo>
                  <a:lnTo>
                    <a:pt x="7683" y="82232"/>
                  </a:lnTo>
                  <a:close/>
                </a:path>
                <a:path w="3413760" h="295909">
                  <a:moveTo>
                    <a:pt x="7683" y="1371"/>
                  </a:moveTo>
                  <a:lnTo>
                    <a:pt x="4533" y="482"/>
                  </a:lnTo>
                  <a:lnTo>
                    <a:pt x="1054" y="2349"/>
                  </a:lnTo>
                  <a:lnTo>
                    <a:pt x="7683" y="1371"/>
                  </a:lnTo>
                  <a:close/>
                </a:path>
                <a:path w="3413760" h="295909">
                  <a:moveTo>
                    <a:pt x="7772" y="233349"/>
                  </a:moveTo>
                  <a:lnTo>
                    <a:pt x="7683" y="226872"/>
                  </a:lnTo>
                  <a:lnTo>
                    <a:pt x="7200" y="230035"/>
                  </a:lnTo>
                  <a:lnTo>
                    <a:pt x="7772" y="233349"/>
                  </a:lnTo>
                  <a:close/>
                </a:path>
                <a:path w="3413760" h="295909">
                  <a:moveTo>
                    <a:pt x="7772" y="152501"/>
                  </a:moveTo>
                  <a:lnTo>
                    <a:pt x="7683" y="146024"/>
                  </a:lnTo>
                  <a:lnTo>
                    <a:pt x="7200" y="149186"/>
                  </a:lnTo>
                  <a:lnTo>
                    <a:pt x="7772" y="152501"/>
                  </a:lnTo>
                  <a:close/>
                </a:path>
                <a:path w="3413760" h="295909">
                  <a:moveTo>
                    <a:pt x="7772" y="71640"/>
                  </a:moveTo>
                  <a:lnTo>
                    <a:pt x="7683" y="65163"/>
                  </a:lnTo>
                  <a:lnTo>
                    <a:pt x="7200" y="68313"/>
                  </a:lnTo>
                  <a:lnTo>
                    <a:pt x="7772" y="71640"/>
                  </a:lnTo>
                  <a:close/>
                </a:path>
                <a:path w="3413760" h="295909">
                  <a:moveTo>
                    <a:pt x="17462" y="265201"/>
                  </a:moveTo>
                  <a:lnTo>
                    <a:pt x="15278" y="261315"/>
                  </a:lnTo>
                  <a:lnTo>
                    <a:pt x="13347" y="262610"/>
                  </a:lnTo>
                  <a:lnTo>
                    <a:pt x="17462" y="265201"/>
                  </a:lnTo>
                  <a:close/>
                </a:path>
                <a:path w="3413760" h="295909">
                  <a:moveTo>
                    <a:pt x="17462" y="184353"/>
                  </a:moveTo>
                  <a:lnTo>
                    <a:pt x="15278" y="180467"/>
                  </a:lnTo>
                  <a:lnTo>
                    <a:pt x="13347" y="181762"/>
                  </a:lnTo>
                  <a:lnTo>
                    <a:pt x="17462" y="184353"/>
                  </a:lnTo>
                  <a:close/>
                </a:path>
                <a:path w="3413760" h="295909">
                  <a:moveTo>
                    <a:pt x="17462" y="103505"/>
                  </a:moveTo>
                  <a:lnTo>
                    <a:pt x="15278" y="99618"/>
                  </a:lnTo>
                  <a:lnTo>
                    <a:pt x="13347" y="100914"/>
                  </a:lnTo>
                  <a:lnTo>
                    <a:pt x="17462" y="103505"/>
                  </a:lnTo>
                  <a:close/>
                </a:path>
                <a:path w="3413760" h="295909">
                  <a:moveTo>
                    <a:pt x="17462" y="22644"/>
                  </a:moveTo>
                  <a:lnTo>
                    <a:pt x="15278" y="18757"/>
                  </a:lnTo>
                  <a:lnTo>
                    <a:pt x="13347" y="20053"/>
                  </a:lnTo>
                  <a:lnTo>
                    <a:pt x="17462" y="22644"/>
                  </a:lnTo>
                  <a:close/>
                </a:path>
                <a:path w="3413760" h="295909">
                  <a:moveTo>
                    <a:pt x="35420" y="285330"/>
                  </a:moveTo>
                  <a:lnTo>
                    <a:pt x="35179" y="282981"/>
                  </a:lnTo>
                  <a:lnTo>
                    <a:pt x="29514" y="286537"/>
                  </a:lnTo>
                  <a:lnTo>
                    <a:pt x="35420" y="285330"/>
                  </a:lnTo>
                  <a:close/>
                </a:path>
                <a:path w="3413760" h="295909">
                  <a:moveTo>
                    <a:pt x="35420" y="204482"/>
                  </a:moveTo>
                  <a:lnTo>
                    <a:pt x="35179" y="202133"/>
                  </a:lnTo>
                  <a:lnTo>
                    <a:pt x="29514" y="205689"/>
                  </a:lnTo>
                  <a:lnTo>
                    <a:pt x="35420" y="204482"/>
                  </a:lnTo>
                  <a:close/>
                </a:path>
                <a:path w="3413760" h="295909">
                  <a:moveTo>
                    <a:pt x="35420" y="123634"/>
                  </a:moveTo>
                  <a:lnTo>
                    <a:pt x="35179" y="121285"/>
                  </a:lnTo>
                  <a:lnTo>
                    <a:pt x="29514" y="124841"/>
                  </a:lnTo>
                  <a:lnTo>
                    <a:pt x="35420" y="123634"/>
                  </a:lnTo>
                  <a:close/>
                </a:path>
                <a:path w="3413760" h="295909">
                  <a:moveTo>
                    <a:pt x="35420" y="42773"/>
                  </a:moveTo>
                  <a:lnTo>
                    <a:pt x="35179" y="40424"/>
                  </a:lnTo>
                  <a:lnTo>
                    <a:pt x="29514" y="43980"/>
                  </a:lnTo>
                  <a:lnTo>
                    <a:pt x="35420" y="42773"/>
                  </a:lnTo>
                  <a:close/>
                </a:path>
                <a:path w="3413760" h="295909">
                  <a:moveTo>
                    <a:pt x="39611" y="273761"/>
                  </a:moveTo>
                  <a:lnTo>
                    <a:pt x="38531" y="265595"/>
                  </a:lnTo>
                  <a:lnTo>
                    <a:pt x="36474" y="265595"/>
                  </a:lnTo>
                  <a:lnTo>
                    <a:pt x="39611" y="273761"/>
                  </a:lnTo>
                  <a:close/>
                </a:path>
                <a:path w="3413760" h="295909">
                  <a:moveTo>
                    <a:pt x="39611" y="192925"/>
                  </a:moveTo>
                  <a:lnTo>
                    <a:pt x="38531" y="184746"/>
                  </a:lnTo>
                  <a:lnTo>
                    <a:pt x="36474" y="184746"/>
                  </a:lnTo>
                  <a:lnTo>
                    <a:pt x="39611" y="192925"/>
                  </a:lnTo>
                  <a:close/>
                </a:path>
                <a:path w="3413760" h="295909">
                  <a:moveTo>
                    <a:pt x="39611" y="112064"/>
                  </a:moveTo>
                  <a:lnTo>
                    <a:pt x="38531" y="103898"/>
                  </a:lnTo>
                  <a:lnTo>
                    <a:pt x="36474" y="103898"/>
                  </a:lnTo>
                  <a:lnTo>
                    <a:pt x="39611" y="112064"/>
                  </a:lnTo>
                  <a:close/>
                </a:path>
                <a:path w="3413760" h="295909">
                  <a:moveTo>
                    <a:pt x="39611" y="31216"/>
                  </a:moveTo>
                  <a:lnTo>
                    <a:pt x="38531" y="23037"/>
                  </a:lnTo>
                  <a:lnTo>
                    <a:pt x="36474" y="23037"/>
                  </a:lnTo>
                  <a:lnTo>
                    <a:pt x="39611" y="31216"/>
                  </a:lnTo>
                  <a:close/>
                </a:path>
                <a:path w="3413760" h="295909">
                  <a:moveTo>
                    <a:pt x="45046" y="293979"/>
                  </a:moveTo>
                  <a:lnTo>
                    <a:pt x="40665" y="293014"/>
                  </a:lnTo>
                  <a:lnTo>
                    <a:pt x="40424" y="295351"/>
                  </a:lnTo>
                  <a:lnTo>
                    <a:pt x="45046" y="293979"/>
                  </a:lnTo>
                  <a:close/>
                </a:path>
                <a:path w="3413760" h="295909">
                  <a:moveTo>
                    <a:pt x="45046" y="213131"/>
                  </a:moveTo>
                  <a:lnTo>
                    <a:pt x="40665" y="212166"/>
                  </a:lnTo>
                  <a:lnTo>
                    <a:pt x="40424" y="214503"/>
                  </a:lnTo>
                  <a:lnTo>
                    <a:pt x="45046" y="213131"/>
                  </a:lnTo>
                  <a:close/>
                </a:path>
                <a:path w="3413760" h="295909">
                  <a:moveTo>
                    <a:pt x="45046" y="132283"/>
                  </a:moveTo>
                  <a:lnTo>
                    <a:pt x="40665" y="131318"/>
                  </a:lnTo>
                  <a:lnTo>
                    <a:pt x="40424" y="133654"/>
                  </a:lnTo>
                  <a:lnTo>
                    <a:pt x="45046" y="132283"/>
                  </a:lnTo>
                  <a:close/>
                </a:path>
                <a:path w="3413760" h="295909">
                  <a:moveTo>
                    <a:pt x="45046" y="51422"/>
                  </a:moveTo>
                  <a:lnTo>
                    <a:pt x="40665" y="50457"/>
                  </a:lnTo>
                  <a:lnTo>
                    <a:pt x="40424" y="52806"/>
                  </a:lnTo>
                  <a:lnTo>
                    <a:pt x="45046" y="51422"/>
                  </a:lnTo>
                  <a:close/>
                </a:path>
                <a:path w="3413760" h="295909">
                  <a:moveTo>
                    <a:pt x="48120" y="284353"/>
                  </a:moveTo>
                  <a:lnTo>
                    <a:pt x="44958" y="283464"/>
                  </a:lnTo>
                  <a:lnTo>
                    <a:pt x="41478" y="285330"/>
                  </a:lnTo>
                  <a:lnTo>
                    <a:pt x="48120" y="284353"/>
                  </a:lnTo>
                  <a:close/>
                </a:path>
                <a:path w="3413760" h="295909">
                  <a:moveTo>
                    <a:pt x="48120" y="203504"/>
                  </a:moveTo>
                  <a:lnTo>
                    <a:pt x="44958" y="202615"/>
                  </a:lnTo>
                  <a:lnTo>
                    <a:pt x="41478" y="204482"/>
                  </a:lnTo>
                  <a:lnTo>
                    <a:pt x="48120" y="203504"/>
                  </a:lnTo>
                  <a:close/>
                </a:path>
                <a:path w="3413760" h="295909">
                  <a:moveTo>
                    <a:pt x="48120" y="122656"/>
                  </a:moveTo>
                  <a:lnTo>
                    <a:pt x="44958" y="121767"/>
                  </a:lnTo>
                  <a:lnTo>
                    <a:pt x="41478" y="123634"/>
                  </a:lnTo>
                  <a:lnTo>
                    <a:pt x="48120" y="122656"/>
                  </a:lnTo>
                  <a:close/>
                </a:path>
                <a:path w="3413760" h="295909">
                  <a:moveTo>
                    <a:pt x="48120" y="41795"/>
                  </a:moveTo>
                  <a:lnTo>
                    <a:pt x="44958" y="40906"/>
                  </a:lnTo>
                  <a:lnTo>
                    <a:pt x="41478" y="42773"/>
                  </a:lnTo>
                  <a:lnTo>
                    <a:pt x="48120" y="41795"/>
                  </a:lnTo>
                  <a:close/>
                </a:path>
                <a:path w="3413760" h="295909">
                  <a:moveTo>
                    <a:pt x="59753" y="233349"/>
                  </a:moveTo>
                  <a:lnTo>
                    <a:pt x="59321" y="229463"/>
                  </a:lnTo>
                  <a:lnTo>
                    <a:pt x="57010" y="229463"/>
                  </a:lnTo>
                  <a:lnTo>
                    <a:pt x="59753" y="233349"/>
                  </a:lnTo>
                  <a:close/>
                </a:path>
                <a:path w="3413760" h="295909">
                  <a:moveTo>
                    <a:pt x="59753" y="152501"/>
                  </a:moveTo>
                  <a:lnTo>
                    <a:pt x="59321" y="148615"/>
                  </a:lnTo>
                  <a:lnTo>
                    <a:pt x="57010" y="148615"/>
                  </a:lnTo>
                  <a:lnTo>
                    <a:pt x="59753" y="152501"/>
                  </a:lnTo>
                  <a:close/>
                </a:path>
                <a:path w="3413760" h="295909">
                  <a:moveTo>
                    <a:pt x="59753" y="71640"/>
                  </a:moveTo>
                  <a:lnTo>
                    <a:pt x="59321" y="67754"/>
                  </a:lnTo>
                  <a:lnTo>
                    <a:pt x="57010" y="67754"/>
                  </a:lnTo>
                  <a:lnTo>
                    <a:pt x="59753" y="71640"/>
                  </a:lnTo>
                  <a:close/>
                </a:path>
                <a:path w="3413760" h="295909">
                  <a:moveTo>
                    <a:pt x="75844" y="244906"/>
                  </a:moveTo>
                  <a:lnTo>
                    <a:pt x="75603" y="242557"/>
                  </a:lnTo>
                  <a:lnTo>
                    <a:pt x="69938" y="246113"/>
                  </a:lnTo>
                  <a:lnTo>
                    <a:pt x="75844" y="244906"/>
                  </a:lnTo>
                  <a:close/>
                </a:path>
                <a:path w="3413760" h="295909">
                  <a:moveTo>
                    <a:pt x="75844" y="164058"/>
                  </a:moveTo>
                  <a:lnTo>
                    <a:pt x="75603" y="161709"/>
                  </a:lnTo>
                  <a:lnTo>
                    <a:pt x="69938" y="165265"/>
                  </a:lnTo>
                  <a:lnTo>
                    <a:pt x="75844" y="164058"/>
                  </a:lnTo>
                  <a:close/>
                </a:path>
                <a:path w="3413760" h="295909">
                  <a:moveTo>
                    <a:pt x="75844" y="83210"/>
                  </a:moveTo>
                  <a:lnTo>
                    <a:pt x="75603" y="80873"/>
                  </a:lnTo>
                  <a:lnTo>
                    <a:pt x="69938" y="84416"/>
                  </a:lnTo>
                  <a:lnTo>
                    <a:pt x="75844" y="83210"/>
                  </a:lnTo>
                  <a:close/>
                </a:path>
                <a:path w="3413760" h="295909">
                  <a:moveTo>
                    <a:pt x="75844" y="2349"/>
                  </a:moveTo>
                  <a:lnTo>
                    <a:pt x="75603" y="0"/>
                  </a:lnTo>
                  <a:lnTo>
                    <a:pt x="69938" y="3556"/>
                  </a:lnTo>
                  <a:lnTo>
                    <a:pt x="75844" y="2349"/>
                  </a:lnTo>
                  <a:close/>
                </a:path>
                <a:path w="3413760" h="295909">
                  <a:moveTo>
                    <a:pt x="76657" y="252577"/>
                  </a:moveTo>
                  <a:lnTo>
                    <a:pt x="72275" y="253555"/>
                  </a:lnTo>
                  <a:lnTo>
                    <a:pt x="73012" y="255739"/>
                  </a:lnTo>
                  <a:lnTo>
                    <a:pt x="76657" y="252577"/>
                  </a:lnTo>
                  <a:close/>
                </a:path>
                <a:path w="3413760" h="295909">
                  <a:moveTo>
                    <a:pt x="76657" y="171742"/>
                  </a:moveTo>
                  <a:lnTo>
                    <a:pt x="72275" y="172707"/>
                  </a:lnTo>
                  <a:lnTo>
                    <a:pt x="73012" y="174891"/>
                  </a:lnTo>
                  <a:lnTo>
                    <a:pt x="76657" y="171742"/>
                  </a:lnTo>
                  <a:close/>
                </a:path>
                <a:path w="3413760" h="295909">
                  <a:moveTo>
                    <a:pt x="76657" y="90881"/>
                  </a:moveTo>
                  <a:lnTo>
                    <a:pt x="72275" y="91859"/>
                  </a:lnTo>
                  <a:lnTo>
                    <a:pt x="73012" y="94043"/>
                  </a:lnTo>
                  <a:lnTo>
                    <a:pt x="76657" y="90881"/>
                  </a:lnTo>
                  <a:close/>
                </a:path>
                <a:path w="3413760" h="295909">
                  <a:moveTo>
                    <a:pt x="76657" y="10033"/>
                  </a:moveTo>
                  <a:lnTo>
                    <a:pt x="72275" y="10998"/>
                  </a:lnTo>
                  <a:lnTo>
                    <a:pt x="73012" y="13182"/>
                  </a:lnTo>
                  <a:lnTo>
                    <a:pt x="76657" y="10033"/>
                  </a:lnTo>
                  <a:close/>
                </a:path>
                <a:path w="3413760" h="295909">
                  <a:moveTo>
                    <a:pt x="85471" y="253555"/>
                  </a:moveTo>
                  <a:lnTo>
                    <a:pt x="80860" y="254927"/>
                  </a:lnTo>
                  <a:lnTo>
                    <a:pt x="84747" y="255739"/>
                  </a:lnTo>
                  <a:lnTo>
                    <a:pt x="85471" y="253555"/>
                  </a:lnTo>
                  <a:close/>
                </a:path>
                <a:path w="3413760" h="295909">
                  <a:moveTo>
                    <a:pt x="85471" y="172707"/>
                  </a:moveTo>
                  <a:lnTo>
                    <a:pt x="80860" y="174078"/>
                  </a:lnTo>
                  <a:lnTo>
                    <a:pt x="84747" y="174891"/>
                  </a:lnTo>
                  <a:lnTo>
                    <a:pt x="85471" y="172707"/>
                  </a:lnTo>
                  <a:close/>
                </a:path>
                <a:path w="3413760" h="295909">
                  <a:moveTo>
                    <a:pt x="85471" y="91859"/>
                  </a:moveTo>
                  <a:lnTo>
                    <a:pt x="80860" y="93230"/>
                  </a:lnTo>
                  <a:lnTo>
                    <a:pt x="84747" y="94043"/>
                  </a:lnTo>
                  <a:lnTo>
                    <a:pt x="85471" y="91859"/>
                  </a:lnTo>
                  <a:close/>
                </a:path>
                <a:path w="3413760" h="295909">
                  <a:moveTo>
                    <a:pt x="85471" y="10998"/>
                  </a:moveTo>
                  <a:lnTo>
                    <a:pt x="80860" y="12369"/>
                  </a:lnTo>
                  <a:lnTo>
                    <a:pt x="84747" y="13182"/>
                  </a:lnTo>
                  <a:lnTo>
                    <a:pt x="85471" y="10998"/>
                  </a:lnTo>
                  <a:close/>
                </a:path>
                <a:path w="3413760" h="295909">
                  <a:moveTo>
                    <a:pt x="88531" y="243928"/>
                  </a:moveTo>
                  <a:lnTo>
                    <a:pt x="85382" y="243039"/>
                  </a:lnTo>
                  <a:lnTo>
                    <a:pt x="81902" y="244906"/>
                  </a:lnTo>
                  <a:lnTo>
                    <a:pt x="88531" y="243928"/>
                  </a:lnTo>
                  <a:close/>
                </a:path>
                <a:path w="3413760" h="295909">
                  <a:moveTo>
                    <a:pt x="88531" y="163080"/>
                  </a:moveTo>
                  <a:lnTo>
                    <a:pt x="85382" y="162204"/>
                  </a:lnTo>
                  <a:lnTo>
                    <a:pt x="81902" y="164058"/>
                  </a:lnTo>
                  <a:lnTo>
                    <a:pt x="88531" y="163080"/>
                  </a:lnTo>
                  <a:close/>
                </a:path>
                <a:path w="3413760" h="295909">
                  <a:moveTo>
                    <a:pt x="88531" y="82232"/>
                  </a:moveTo>
                  <a:lnTo>
                    <a:pt x="85382" y="81343"/>
                  </a:lnTo>
                  <a:lnTo>
                    <a:pt x="81902" y="83210"/>
                  </a:lnTo>
                  <a:lnTo>
                    <a:pt x="88531" y="82232"/>
                  </a:lnTo>
                  <a:close/>
                </a:path>
                <a:path w="3413760" h="295909">
                  <a:moveTo>
                    <a:pt x="88531" y="1371"/>
                  </a:moveTo>
                  <a:lnTo>
                    <a:pt x="85382" y="482"/>
                  </a:lnTo>
                  <a:lnTo>
                    <a:pt x="81902" y="2349"/>
                  </a:lnTo>
                  <a:lnTo>
                    <a:pt x="88531" y="1371"/>
                  </a:lnTo>
                  <a:close/>
                </a:path>
                <a:path w="3413760" h="295909">
                  <a:moveTo>
                    <a:pt x="88620" y="233349"/>
                  </a:moveTo>
                  <a:lnTo>
                    <a:pt x="88531" y="226872"/>
                  </a:lnTo>
                  <a:lnTo>
                    <a:pt x="88049" y="230035"/>
                  </a:lnTo>
                  <a:lnTo>
                    <a:pt x="88620" y="233349"/>
                  </a:lnTo>
                  <a:close/>
                </a:path>
                <a:path w="3413760" h="295909">
                  <a:moveTo>
                    <a:pt x="88620" y="152501"/>
                  </a:moveTo>
                  <a:lnTo>
                    <a:pt x="88531" y="146024"/>
                  </a:lnTo>
                  <a:lnTo>
                    <a:pt x="88049" y="149186"/>
                  </a:lnTo>
                  <a:lnTo>
                    <a:pt x="88620" y="152501"/>
                  </a:lnTo>
                  <a:close/>
                </a:path>
                <a:path w="3413760" h="295909">
                  <a:moveTo>
                    <a:pt x="88620" y="71640"/>
                  </a:moveTo>
                  <a:lnTo>
                    <a:pt x="88531" y="65163"/>
                  </a:lnTo>
                  <a:lnTo>
                    <a:pt x="88049" y="68313"/>
                  </a:lnTo>
                  <a:lnTo>
                    <a:pt x="88620" y="71640"/>
                  </a:lnTo>
                  <a:close/>
                </a:path>
                <a:path w="3413760" h="295909">
                  <a:moveTo>
                    <a:pt x="98323" y="265201"/>
                  </a:moveTo>
                  <a:lnTo>
                    <a:pt x="96139" y="261315"/>
                  </a:lnTo>
                  <a:lnTo>
                    <a:pt x="94195" y="262610"/>
                  </a:lnTo>
                  <a:lnTo>
                    <a:pt x="98323" y="265201"/>
                  </a:lnTo>
                  <a:close/>
                </a:path>
                <a:path w="3413760" h="295909">
                  <a:moveTo>
                    <a:pt x="98323" y="184353"/>
                  </a:moveTo>
                  <a:lnTo>
                    <a:pt x="96139" y="180467"/>
                  </a:lnTo>
                  <a:lnTo>
                    <a:pt x="94195" y="181762"/>
                  </a:lnTo>
                  <a:lnTo>
                    <a:pt x="98323" y="184353"/>
                  </a:lnTo>
                  <a:close/>
                </a:path>
                <a:path w="3413760" h="295909">
                  <a:moveTo>
                    <a:pt x="98323" y="103505"/>
                  </a:moveTo>
                  <a:lnTo>
                    <a:pt x="96139" y="99618"/>
                  </a:lnTo>
                  <a:lnTo>
                    <a:pt x="94195" y="100914"/>
                  </a:lnTo>
                  <a:lnTo>
                    <a:pt x="98323" y="103505"/>
                  </a:lnTo>
                  <a:close/>
                </a:path>
                <a:path w="3413760" h="295909">
                  <a:moveTo>
                    <a:pt x="98323" y="22644"/>
                  </a:moveTo>
                  <a:lnTo>
                    <a:pt x="96139" y="18757"/>
                  </a:lnTo>
                  <a:lnTo>
                    <a:pt x="94195" y="20053"/>
                  </a:lnTo>
                  <a:lnTo>
                    <a:pt x="98323" y="22644"/>
                  </a:lnTo>
                  <a:close/>
                </a:path>
                <a:path w="3413760" h="295909">
                  <a:moveTo>
                    <a:pt x="116268" y="285330"/>
                  </a:moveTo>
                  <a:lnTo>
                    <a:pt x="116027" y="282981"/>
                  </a:lnTo>
                  <a:lnTo>
                    <a:pt x="110363" y="286537"/>
                  </a:lnTo>
                  <a:lnTo>
                    <a:pt x="116268" y="285330"/>
                  </a:lnTo>
                  <a:close/>
                </a:path>
                <a:path w="3413760" h="295909">
                  <a:moveTo>
                    <a:pt x="116268" y="204482"/>
                  </a:moveTo>
                  <a:lnTo>
                    <a:pt x="116027" y="202133"/>
                  </a:lnTo>
                  <a:lnTo>
                    <a:pt x="110363" y="205689"/>
                  </a:lnTo>
                  <a:lnTo>
                    <a:pt x="116268" y="204482"/>
                  </a:lnTo>
                  <a:close/>
                </a:path>
                <a:path w="3413760" h="295909">
                  <a:moveTo>
                    <a:pt x="116268" y="123634"/>
                  </a:moveTo>
                  <a:lnTo>
                    <a:pt x="116027" y="121285"/>
                  </a:lnTo>
                  <a:lnTo>
                    <a:pt x="110363" y="124841"/>
                  </a:lnTo>
                  <a:lnTo>
                    <a:pt x="116268" y="123634"/>
                  </a:lnTo>
                  <a:close/>
                </a:path>
                <a:path w="3413760" h="295909">
                  <a:moveTo>
                    <a:pt x="116268" y="42773"/>
                  </a:moveTo>
                  <a:lnTo>
                    <a:pt x="116027" y="40424"/>
                  </a:lnTo>
                  <a:lnTo>
                    <a:pt x="110363" y="43980"/>
                  </a:lnTo>
                  <a:lnTo>
                    <a:pt x="116268" y="42773"/>
                  </a:lnTo>
                  <a:close/>
                </a:path>
                <a:path w="3413760" h="295909">
                  <a:moveTo>
                    <a:pt x="120472" y="273761"/>
                  </a:moveTo>
                  <a:lnTo>
                    <a:pt x="119380" y="265595"/>
                  </a:lnTo>
                  <a:lnTo>
                    <a:pt x="117322" y="265595"/>
                  </a:lnTo>
                  <a:lnTo>
                    <a:pt x="120472" y="273761"/>
                  </a:lnTo>
                  <a:close/>
                </a:path>
                <a:path w="3413760" h="295909">
                  <a:moveTo>
                    <a:pt x="120472" y="192925"/>
                  </a:moveTo>
                  <a:lnTo>
                    <a:pt x="119380" y="184746"/>
                  </a:lnTo>
                  <a:lnTo>
                    <a:pt x="117322" y="184746"/>
                  </a:lnTo>
                  <a:lnTo>
                    <a:pt x="120472" y="192925"/>
                  </a:lnTo>
                  <a:close/>
                </a:path>
                <a:path w="3413760" h="295909">
                  <a:moveTo>
                    <a:pt x="120472" y="112064"/>
                  </a:moveTo>
                  <a:lnTo>
                    <a:pt x="119380" y="103898"/>
                  </a:lnTo>
                  <a:lnTo>
                    <a:pt x="117322" y="103898"/>
                  </a:lnTo>
                  <a:lnTo>
                    <a:pt x="120472" y="112064"/>
                  </a:lnTo>
                  <a:close/>
                </a:path>
                <a:path w="3413760" h="295909">
                  <a:moveTo>
                    <a:pt x="120472" y="31216"/>
                  </a:moveTo>
                  <a:lnTo>
                    <a:pt x="119380" y="23037"/>
                  </a:lnTo>
                  <a:lnTo>
                    <a:pt x="117322" y="23037"/>
                  </a:lnTo>
                  <a:lnTo>
                    <a:pt x="120472" y="31216"/>
                  </a:lnTo>
                  <a:close/>
                </a:path>
                <a:path w="3413760" h="295909">
                  <a:moveTo>
                    <a:pt x="125895" y="293979"/>
                  </a:moveTo>
                  <a:lnTo>
                    <a:pt x="121526" y="293014"/>
                  </a:lnTo>
                  <a:lnTo>
                    <a:pt x="121285" y="295351"/>
                  </a:lnTo>
                  <a:lnTo>
                    <a:pt x="125895" y="293979"/>
                  </a:lnTo>
                  <a:close/>
                </a:path>
                <a:path w="3413760" h="295909">
                  <a:moveTo>
                    <a:pt x="125895" y="213131"/>
                  </a:moveTo>
                  <a:lnTo>
                    <a:pt x="121526" y="212166"/>
                  </a:lnTo>
                  <a:lnTo>
                    <a:pt x="121285" y="214503"/>
                  </a:lnTo>
                  <a:lnTo>
                    <a:pt x="125895" y="213131"/>
                  </a:lnTo>
                  <a:close/>
                </a:path>
                <a:path w="3413760" h="295909">
                  <a:moveTo>
                    <a:pt x="125895" y="132283"/>
                  </a:moveTo>
                  <a:lnTo>
                    <a:pt x="121526" y="131318"/>
                  </a:lnTo>
                  <a:lnTo>
                    <a:pt x="121285" y="133654"/>
                  </a:lnTo>
                  <a:lnTo>
                    <a:pt x="125895" y="132283"/>
                  </a:lnTo>
                  <a:close/>
                </a:path>
                <a:path w="3413760" h="295909">
                  <a:moveTo>
                    <a:pt x="125895" y="51422"/>
                  </a:moveTo>
                  <a:lnTo>
                    <a:pt x="121526" y="50457"/>
                  </a:lnTo>
                  <a:lnTo>
                    <a:pt x="121285" y="52806"/>
                  </a:lnTo>
                  <a:lnTo>
                    <a:pt x="125895" y="51422"/>
                  </a:lnTo>
                  <a:close/>
                </a:path>
                <a:path w="3413760" h="295909">
                  <a:moveTo>
                    <a:pt x="128955" y="284353"/>
                  </a:moveTo>
                  <a:lnTo>
                    <a:pt x="125806" y="283464"/>
                  </a:lnTo>
                  <a:lnTo>
                    <a:pt x="122326" y="285330"/>
                  </a:lnTo>
                  <a:lnTo>
                    <a:pt x="128955" y="284353"/>
                  </a:lnTo>
                  <a:close/>
                </a:path>
                <a:path w="3413760" h="295909">
                  <a:moveTo>
                    <a:pt x="128955" y="203504"/>
                  </a:moveTo>
                  <a:lnTo>
                    <a:pt x="125806" y="202615"/>
                  </a:lnTo>
                  <a:lnTo>
                    <a:pt x="122326" y="204482"/>
                  </a:lnTo>
                  <a:lnTo>
                    <a:pt x="128955" y="203504"/>
                  </a:lnTo>
                  <a:close/>
                </a:path>
                <a:path w="3413760" h="295909">
                  <a:moveTo>
                    <a:pt x="128955" y="122656"/>
                  </a:moveTo>
                  <a:lnTo>
                    <a:pt x="125806" y="121767"/>
                  </a:lnTo>
                  <a:lnTo>
                    <a:pt x="122326" y="123634"/>
                  </a:lnTo>
                  <a:lnTo>
                    <a:pt x="128955" y="122656"/>
                  </a:lnTo>
                  <a:close/>
                </a:path>
                <a:path w="3413760" h="295909">
                  <a:moveTo>
                    <a:pt x="128955" y="41795"/>
                  </a:moveTo>
                  <a:lnTo>
                    <a:pt x="125806" y="40906"/>
                  </a:lnTo>
                  <a:lnTo>
                    <a:pt x="122326" y="42773"/>
                  </a:lnTo>
                  <a:lnTo>
                    <a:pt x="128955" y="41795"/>
                  </a:lnTo>
                  <a:close/>
                </a:path>
                <a:path w="3413760" h="295909">
                  <a:moveTo>
                    <a:pt x="140601" y="233349"/>
                  </a:moveTo>
                  <a:lnTo>
                    <a:pt x="140169" y="229463"/>
                  </a:lnTo>
                  <a:lnTo>
                    <a:pt x="137858" y="229463"/>
                  </a:lnTo>
                  <a:lnTo>
                    <a:pt x="140601" y="233349"/>
                  </a:lnTo>
                  <a:close/>
                </a:path>
                <a:path w="3413760" h="295909">
                  <a:moveTo>
                    <a:pt x="140601" y="152501"/>
                  </a:moveTo>
                  <a:lnTo>
                    <a:pt x="140169" y="148615"/>
                  </a:lnTo>
                  <a:lnTo>
                    <a:pt x="137858" y="148615"/>
                  </a:lnTo>
                  <a:lnTo>
                    <a:pt x="140601" y="152501"/>
                  </a:lnTo>
                  <a:close/>
                </a:path>
                <a:path w="3413760" h="295909">
                  <a:moveTo>
                    <a:pt x="140601" y="71640"/>
                  </a:moveTo>
                  <a:lnTo>
                    <a:pt x="140169" y="67754"/>
                  </a:lnTo>
                  <a:lnTo>
                    <a:pt x="137858" y="67754"/>
                  </a:lnTo>
                  <a:lnTo>
                    <a:pt x="140601" y="71640"/>
                  </a:lnTo>
                  <a:close/>
                </a:path>
                <a:path w="3413760" h="295909">
                  <a:moveTo>
                    <a:pt x="156692" y="244906"/>
                  </a:moveTo>
                  <a:lnTo>
                    <a:pt x="156438" y="242557"/>
                  </a:lnTo>
                  <a:lnTo>
                    <a:pt x="150799" y="246113"/>
                  </a:lnTo>
                  <a:lnTo>
                    <a:pt x="156692" y="244906"/>
                  </a:lnTo>
                  <a:close/>
                </a:path>
                <a:path w="3413760" h="295909">
                  <a:moveTo>
                    <a:pt x="156692" y="164058"/>
                  </a:moveTo>
                  <a:lnTo>
                    <a:pt x="156438" y="161709"/>
                  </a:lnTo>
                  <a:lnTo>
                    <a:pt x="150799" y="165265"/>
                  </a:lnTo>
                  <a:lnTo>
                    <a:pt x="156692" y="164058"/>
                  </a:lnTo>
                  <a:close/>
                </a:path>
                <a:path w="3413760" h="295909">
                  <a:moveTo>
                    <a:pt x="156692" y="83210"/>
                  </a:moveTo>
                  <a:lnTo>
                    <a:pt x="156438" y="80873"/>
                  </a:lnTo>
                  <a:lnTo>
                    <a:pt x="150799" y="84416"/>
                  </a:lnTo>
                  <a:lnTo>
                    <a:pt x="156692" y="83210"/>
                  </a:lnTo>
                  <a:close/>
                </a:path>
                <a:path w="3413760" h="295909">
                  <a:moveTo>
                    <a:pt x="156692" y="2349"/>
                  </a:moveTo>
                  <a:lnTo>
                    <a:pt x="156438" y="0"/>
                  </a:lnTo>
                  <a:lnTo>
                    <a:pt x="150799" y="3556"/>
                  </a:lnTo>
                  <a:lnTo>
                    <a:pt x="156692" y="2349"/>
                  </a:lnTo>
                  <a:close/>
                </a:path>
                <a:path w="3413760" h="295909">
                  <a:moveTo>
                    <a:pt x="157505" y="252577"/>
                  </a:moveTo>
                  <a:lnTo>
                    <a:pt x="153149" y="253555"/>
                  </a:lnTo>
                  <a:lnTo>
                    <a:pt x="153873" y="255739"/>
                  </a:lnTo>
                  <a:lnTo>
                    <a:pt x="157505" y="252577"/>
                  </a:lnTo>
                  <a:close/>
                </a:path>
                <a:path w="3413760" h="295909">
                  <a:moveTo>
                    <a:pt x="157505" y="171742"/>
                  </a:moveTo>
                  <a:lnTo>
                    <a:pt x="153149" y="172707"/>
                  </a:lnTo>
                  <a:lnTo>
                    <a:pt x="153873" y="174891"/>
                  </a:lnTo>
                  <a:lnTo>
                    <a:pt x="157505" y="171742"/>
                  </a:lnTo>
                  <a:close/>
                </a:path>
                <a:path w="3413760" h="295909">
                  <a:moveTo>
                    <a:pt x="157505" y="90881"/>
                  </a:moveTo>
                  <a:lnTo>
                    <a:pt x="153149" y="91859"/>
                  </a:lnTo>
                  <a:lnTo>
                    <a:pt x="153873" y="94043"/>
                  </a:lnTo>
                  <a:lnTo>
                    <a:pt x="157505" y="90881"/>
                  </a:lnTo>
                  <a:close/>
                </a:path>
                <a:path w="3413760" h="295909">
                  <a:moveTo>
                    <a:pt x="157505" y="10033"/>
                  </a:moveTo>
                  <a:lnTo>
                    <a:pt x="153149" y="10998"/>
                  </a:lnTo>
                  <a:lnTo>
                    <a:pt x="153873" y="13182"/>
                  </a:lnTo>
                  <a:lnTo>
                    <a:pt x="157505" y="10033"/>
                  </a:lnTo>
                  <a:close/>
                </a:path>
                <a:path w="3413760" h="295909">
                  <a:moveTo>
                    <a:pt x="166319" y="253555"/>
                  </a:moveTo>
                  <a:lnTo>
                    <a:pt x="161709" y="254927"/>
                  </a:lnTo>
                  <a:lnTo>
                    <a:pt x="165595" y="255739"/>
                  </a:lnTo>
                  <a:lnTo>
                    <a:pt x="166319" y="253555"/>
                  </a:lnTo>
                  <a:close/>
                </a:path>
                <a:path w="3413760" h="295909">
                  <a:moveTo>
                    <a:pt x="166319" y="172707"/>
                  </a:moveTo>
                  <a:lnTo>
                    <a:pt x="161709" y="174078"/>
                  </a:lnTo>
                  <a:lnTo>
                    <a:pt x="165595" y="174891"/>
                  </a:lnTo>
                  <a:lnTo>
                    <a:pt x="166319" y="172707"/>
                  </a:lnTo>
                  <a:close/>
                </a:path>
                <a:path w="3413760" h="295909">
                  <a:moveTo>
                    <a:pt x="166319" y="91859"/>
                  </a:moveTo>
                  <a:lnTo>
                    <a:pt x="161709" y="93230"/>
                  </a:lnTo>
                  <a:lnTo>
                    <a:pt x="165595" y="94043"/>
                  </a:lnTo>
                  <a:lnTo>
                    <a:pt x="166319" y="91859"/>
                  </a:lnTo>
                  <a:close/>
                </a:path>
                <a:path w="3413760" h="295909">
                  <a:moveTo>
                    <a:pt x="166319" y="10998"/>
                  </a:moveTo>
                  <a:lnTo>
                    <a:pt x="161709" y="12369"/>
                  </a:lnTo>
                  <a:lnTo>
                    <a:pt x="165595" y="13182"/>
                  </a:lnTo>
                  <a:lnTo>
                    <a:pt x="166319" y="10998"/>
                  </a:lnTo>
                  <a:close/>
                </a:path>
                <a:path w="3413760" h="295909">
                  <a:moveTo>
                    <a:pt x="169379" y="243928"/>
                  </a:moveTo>
                  <a:lnTo>
                    <a:pt x="166230" y="243039"/>
                  </a:lnTo>
                  <a:lnTo>
                    <a:pt x="162750" y="244906"/>
                  </a:lnTo>
                  <a:lnTo>
                    <a:pt x="169379" y="243928"/>
                  </a:lnTo>
                  <a:close/>
                </a:path>
                <a:path w="3413760" h="295909">
                  <a:moveTo>
                    <a:pt x="169379" y="163080"/>
                  </a:moveTo>
                  <a:lnTo>
                    <a:pt x="166230" y="162204"/>
                  </a:lnTo>
                  <a:lnTo>
                    <a:pt x="162750" y="164058"/>
                  </a:lnTo>
                  <a:lnTo>
                    <a:pt x="169379" y="163080"/>
                  </a:lnTo>
                  <a:close/>
                </a:path>
                <a:path w="3413760" h="295909">
                  <a:moveTo>
                    <a:pt x="169379" y="82232"/>
                  </a:moveTo>
                  <a:lnTo>
                    <a:pt x="166230" y="81343"/>
                  </a:lnTo>
                  <a:lnTo>
                    <a:pt x="162750" y="83210"/>
                  </a:lnTo>
                  <a:lnTo>
                    <a:pt x="169379" y="82232"/>
                  </a:lnTo>
                  <a:close/>
                </a:path>
                <a:path w="3413760" h="295909">
                  <a:moveTo>
                    <a:pt x="169379" y="1371"/>
                  </a:moveTo>
                  <a:lnTo>
                    <a:pt x="166230" y="482"/>
                  </a:lnTo>
                  <a:lnTo>
                    <a:pt x="162750" y="2349"/>
                  </a:lnTo>
                  <a:lnTo>
                    <a:pt x="169379" y="1371"/>
                  </a:lnTo>
                  <a:close/>
                </a:path>
                <a:path w="3413760" h="295909">
                  <a:moveTo>
                    <a:pt x="169468" y="233349"/>
                  </a:moveTo>
                  <a:lnTo>
                    <a:pt x="169379" y="226872"/>
                  </a:lnTo>
                  <a:lnTo>
                    <a:pt x="168910" y="230035"/>
                  </a:lnTo>
                  <a:lnTo>
                    <a:pt x="169468" y="233349"/>
                  </a:lnTo>
                  <a:close/>
                </a:path>
                <a:path w="3413760" h="295909">
                  <a:moveTo>
                    <a:pt x="169468" y="152501"/>
                  </a:moveTo>
                  <a:lnTo>
                    <a:pt x="169379" y="146024"/>
                  </a:lnTo>
                  <a:lnTo>
                    <a:pt x="168910" y="149186"/>
                  </a:lnTo>
                  <a:lnTo>
                    <a:pt x="169468" y="152501"/>
                  </a:lnTo>
                  <a:close/>
                </a:path>
                <a:path w="3413760" h="295909">
                  <a:moveTo>
                    <a:pt x="169468" y="71640"/>
                  </a:moveTo>
                  <a:lnTo>
                    <a:pt x="169379" y="65163"/>
                  </a:lnTo>
                  <a:lnTo>
                    <a:pt x="168910" y="68313"/>
                  </a:lnTo>
                  <a:lnTo>
                    <a:pt x="169468" y="71640"/>
                  </a:lnTo>
                  <a:close/>
                </a:path>
                <a:path w="3413760" h="295909">
                  <a:moveTo>
                    <a:pt x="179171" y="265201"/>
                  </a:moveTo>
                  <a:lnTo>
                    <a:pt x="176999" y="261315"/>
                  </a:lnTo>
                  <a:lnTo>
                    <a:pt x="175044" y="262610"/>
                  </a:lnTo>
                  <a:lnTo>
                    <a:pt x="179171" y="265201"/>
                  </a:lnTo>
                  <a:close/>
                </a:path>
                <a:path w="3413760" h="295909">
                  <a:moveTo>
                    <a:pt x="179171" y="184353"/>
                  </a:moveTo>
                  <a:lnTo>
                    <a:pt x="176999" y="180467"/>
                  </a:lnTo>
                  <a:lnTo>
                    <a:pt x="175044" y="181762"/>
                  </a:lnTo>
                  <a:lnTo>
                    <a:pt x="179171" y="184353"/>
                  </a:lnTo>
                  <a:close/>
                </a:path>
                <a:path w="3413760" h="295909">
                  <a:moveTo>
                    <a:pt x="179171" y="103505"/>
                  </a:moveTo>
                  <a:lnTo>
                    <a:pt x="176999" y="99618"/>
                  </a:lnTo>
                  <a:lnTo>
                    <a:pt x="175044" y="100914"/>
                  </a:lnTo>
                  <a:lnTo>
                    <a:pt x="179171" y="103505"/>
                  </a:lnTo>
                  <a:close/>
                </a:path>
                <a:path w="3413760" h="295909">
                  <a:moveTo>
                    <a:pt x="179171" y="22644"/>
                  </a:moveTo>
                  <a:lnTo>
                    <a:pt x="176999" y="18757"/>
                  </a:lnTo>
                  <a:lnTo>
                    <a:pt x="175044" y="20053"/>
                  </a:lnTo>
                  <a:lnTo>
                    <a:pt x="179171" y="22644"/>
                  </a:lnTo>
                  <a:close/>
                </a:path>
                <a:path w="3413760" h="295909">
                  <a:moveTo>
                    <a:pt x="197116" y="285330"/>
                  </a:moveTo>
                  <a:lnTo>
                    <a:pt x="196875" y="282981"/>
                  </a:lnTo>
                  <a:lnTo>
                    <a:pt x="191223" y="286537"/>
                  </a:lnTo>
                  <a:lnTo>
                    <a:pt x="197116" y="285330"/>
                  </a:lnTo>
                  <a:close/>
                </a:path>
                <a:path w="3413760" h="295909">
                  <a:moveTo>
                    <a:pt x="197116" y="204482"/>
                  </a:moveTo>
                  <a:lnTo>
                    <a:pt x="196875" y="202133"/>
                  </a:lnTo>
                  <a:lnTo>
                    <a:pt x="191223" y="205689"/>
                  </a:lnTo>
                  <a:lnTo>
                    <a:pt x="197116" y="204482"/>
                  </a:lnTo>
                  <a:close/>
                </a:path>
                <a:path w="3413760" h="295909">
                  <a:moveTo>
                    <a:pt x="197116" y="123634"/>
                  </a:moveTo>
                  <a:lnTo>
                    <a:pt x="196875" y="121285"/>
                  </a:lnTo>
                  <a:lnTo>
                    <a:pt x="191223" y="124841"/>
                  </a:lnTo>
                  <a:lnTo>
                    <a:pt x="197116" y="123634"/>
                  </a:lnTo>
                  <a:close/>
                </a:path>
                <a:path w="3413760" h="295909">
                  <a:moveTo>
                    <a:pt x="197116" y="42773"/>
                  </a:moveTo>
                  <a:lnTo>
                    <a:pt x="196875" y="40424"/>
                  </a:lnTo>
                  <a:lnTo>
                    <a:pt x="191223" y="43980"/>
                  </a:lnTo>
                  <a:lnTo>
                    <a:pt x="197116" y="42773"/>
                  </a:lnTo>
                  <a:close/>
                </a:path>
                <a:path w="3413760" h="295909">
                  <a:moveTo>
                    <a:pt x="201333" y="273761"/>
                  </a:moveTo>
                  <a:lnTo>
                    <a:pt x="200228" y="265595"/>
                  </a:lnTo>
                  <a:lnTo>
                    <a:pt x="198170" y="265595"/>
                  </a:lnTo>
                  <a:lnTo>
                    <a:pt x="201333" y="273761"/>
                  </a:lnTo>
                  <a:close/>
                </a:path>
                <a:path w="3413760" h="295909">
                  <a:moveTo>
                    <a:pt x="201333" y="192925"/>
                  </a:moveTo>
                  <a:lnTo>
                    <a:pt x="200228" y="184746"/>
                  </a:lnTo>
                  <a:lnTo>
                    <a:pt x="198170" y="184746"/>
                  </a:lnTo>
                  <a:lnTo>
                    <a:pt x="201333" y="192925"/>
                  </a:lnTo>
                  <a:close/>
                </a:path>
                <a:path w="3413760" h="295909">
                  <a:moveTo>
                    <a:pt x="201333" y="112064"/>
                  </a:moveTo>
                  <a:lnTo>
                    <a:pt x="200228" y="103898"/>
                  </a:lnTo>
                  <a:lnTo>
                    <a:pt x="198170" y="103898"/>
                  </a:lnTo>
                  <a:lnTo>
                    <a:pt x="201333" y="112064"/>
                  </a:lnTo>
                  <a:close/>
                </a:path>
                <a:path w="3413760" h="295909">
                  <a:moveTo>
                    <a:pt x="201333" y="31216"/>
                  </a:moveTo>
                  <a:lnTo>
                    <a:pt x="200228" y="23037"/>
                  </a:lnTo>
                  <a:lnTo>
                    <a:pt x="198170" y="23037"/>
                  </a:lnTo>
                  <a:lnTo>
                    <a:pt x="201333" y="31216"/>
                  </a:lnTo>
                  <a:close/>
                </a:path>
                <a:path w="3413760" h="295909">
                  <a:moveTo>
                    <a:pt x="206743" y="293979"/>
                  </a:moveTo>
                  <a:lnTo>
                    <a:pt x="202374" y="293014"/>
                  </a:lnTo>
                  <a:lnTo>
                    <a:pt x="202133" y="295351"/>
                  </a:lnTo>
                  <a:lnTo>
                    <a:pt x="206743" y="293979"/>
                  </a:lnTo>
                  <a:close/>
                </a:path>
                <a:path w="3413760" h="295909">
                  <a:moveTo>
                    <a:pt x="206743" y="213131"/>
                  </a:moveTo>
                  <a:lnTo>
                    <a:pt x="202374" y="212166"/>
                  </a:lnTo>
                  <a:lnTo>
                    <a:pt x="202133" y="214503"/>
                  </a:lnTo>
                  <a:lnTo>
                    <a:pt x="206743" y="213131"/>
                  </a:lnTo>
                  <a:close/>
                </a:path>
                <a:path w="3413760" h="295909">
                  <a:moveTo>
                    <a:pt x="206743" y="132283"/>
                  </a:moveTo>
                  <a:lnTo>
                    <a:pt x="202374" y="131318"/>
                  </a:lnTo>
                  <a:lnTo>
                    <a:pt x="202133" y="133654"/>
                  </a:lnTo>
                  <a:lnTo>
                    <a:pt x="206743" y="132283"/>
                  </a:lnTo>
                  <a:close/>
                </a:path>
                <a:path w="3413760" h="295909">
                  <a:moveTo>
                    <a:pt x="206743" y="51422"/>
                  </a:moveTo>
                  <a:lnTo>
                    <a:pt x="202374" y="50457"/>
                  </a:lnTo>
                  <a:lnTo>
                    <a:pt x="202133" y="52806"/>
                  </a:lnTo>
                  <a:lnTo>
                    <a:pt x="206743" y="51422"/>
                  </a:lnTo>
                  <a:close/>
                </a:path>
                <a:path w="3413760" h="295909">
                  <a:moveTo>
                    <a:pt x="209816" y="284353"/>
                  </a:moveTo>
                  <a:lnTo>
                    <a:pt x="206667" y="283464"/>
                  </a:lnTo>
                  <a:lnTo>
                    <a:pt x="203187" y="285330"/>
                  </a:lnTo>
                  <a:lnTo>
                    <a:pt x="209816" y="284353"/>
                  </a:lnTo>
                  <a:close/>
                </a:path>
                <a:path w="3413760" h="295909">
                  <a:moveTo>
                    <a:pt x="209816" y="203504"/>
                  </a:moveTo>
                  <a:lnTo>
                    <a:pt x="206667" y="202615"/>
                  </a:lnTo>
                  <a:lnTo>
                    <a:pt x="203187" y="204482"/>
                  </a:lnTo>
                  <a:lnTo>
                    <a:pt x="209816" y="203504"/>
                  </a:lnTo>
                  <a:close/>
                </a:path>
                <a:path w="3413760" h="295909">
                  <a:moveTo>
                    <a:pt x="209816" y="122656"/>
                  </a:moveTo>
                  <a:lnTo>
                    <a:pt x="206667" y="121767"/>
                  </a:lnTo>
                  <a:lnTo>
                    <a:pt x="203187" y="123634"/>
                  </a:lnTo>
                  <a:lnTo>
                    <a:pt x="209816" y="122656"/>
                  </a:lnTo>
                  <a:close/>
                </a:path>
                <a:path w="3413760" h="295909">
                  <a:moveTo>
                    <a:pt x="209816" y="41795"/>
                  </a:moveTo>
                  <a:lnTo>
                    <a:pt x="206667" y="40906"/>
                  </a:lnTo>
                  <a:lnTo>
                    <a:pt x="203187" y="42773"/>
                  </a:lnTo>
                  <a:lnTo>
                    <a:pt x="209816" y="41795"/>
                  </a:lnTo>
                  <a:close/>
                </a:path>
                <a:path w="3413760" h="295909">
                  <a:moveTo>
                    <a:pt x="221449" y="233349"/>
                  </a:moveTo>
                  <a:lnTo>
                    <a:pt x="221018" y="229463"/>
                  </a:lnTo>
                  <a:lnTo>
                    <a:pt x="218706" y="229463"/>
                  </a:lnTo>
                  <a:lnTo>
                    <a:pt x="221449" y="233349"/>
                  </a:lnTo>
                  <a:close/>
                </a:path>
                <a:path w="3413760" h="295909">
                  <a:moveTo>
                    <a:pt x="221449" y="152501"/>
                  </a:moveTo>
                  <a:lnTo>
                    <a:pt x="221018" y="148615"/>
                  </a:lnTo>
                  <a:lnTo>
                    <a:pt x="218706" y="148615"/>
                  </a:lnTo>
                  <a:lnTo>
                    <a:pt x="221449" y="152501"/>
                  </a:lnTo>
                  <a:close/>
                </a:path>
                <a:path w="3413760" h="295909">
                  <a:moveTo>
                    <a:pt x="221449" y="71640"/>
                  </a:moveTo>
                  <a:lnTo>
                    <a:pt x="221018" y="67754"/>
                  </a:lnTo>
                  <a:lnTo>
                    <a:pt x="218706" y="67754"/>
                  </a:lnTo>
                  <a:lnTo>
                    <a:pt x="221449" y="71640"/>
                  </a:lnTo>
                  <a:close/>
                </a:path>
                <a:path w="3413760" h="295909">
                  <a:moveTo>
                    <a:pt x="237540" y="244906"/>
                  </a:moveTo>
                  <a:lnTo>
                    <a:pt x="237312" y="242557"/>
                  </a:lnTo>
                  <a:lnTo>
                    <a:pt x="231648" y="246113"/>
                  </a:lnTo>
                  <a:lnTo>
                    <a:pt x="237540" y="244906"/>
                  </a:lnTo>
                  <a:close/>
                </a:path>
                <a:path w="3413760" h="295909">
                  <a:moveTo>
                    <a:pt x="237540" y="164058"/>
                  </a:moveTo>
                  <a:lnTo>
                    <a:pt x="237312" y="161709"/>
                  </a:lnTo>
                  <a:lnTo>
                    <a:pt x="231648" y="165265"/>
                  </a:lnTo>
                  <a:lnTo>
                    <a:pt x="237540" y="164058"/>
                  </a:lnTo>
                  <a:close/>
                </a:path>
                <a:path w="3413760" h="295909">
                  <a:moveTo>
                    <a:pt x="237540" y="83210"/>
                  </a:moveTo>
                  <a:lnTo>
                    <a:pt x="237312" y="80873"/>
                  </a:lnTo>
                  <a:lnTo>
                    <a:pt x="231648" y="84416"/>
                  </a:lnTo>
                  <a:lnTo>
                    <a:pt x="237540" y="83210"/>
                  </a:lnTo>
                  <a:close/>
                </a:path>
                <a:path w="3413760" h="295909">
                  <a:moveTo>
                    <a:pt x="237540" y="2349"/>
                  </a:moveTo>
                  <a:lnTo>
                    <a:pt x="237312" y="0"/>
                  </a:lnTo>
                  <a:lnTo>
                    <a:pt x="231648" y="3556"/>
                  </a:lnTo>
                  <a:lnTo>
                    <a:pt x="237540" y="2349"/>
                  </a:lnTo>
                  <a:close/>
                </a:path>
                <a:path w="3413760" h="295909">
                  <a:moveTo>
                    <a:pt x="238353" y="252577"/>
                  </a:moveTo>
                  <a:lnTo>
                    <a:pt x="233984" y="253555"/>
                  </a:lnTo>
                  <a:lnTo>
                    <a:pt x="234721" y="255739"/>
                  </a:lnTo>
                  <a:lnTo>
                    <a:pt x="238353" y="252577"/>
                  </a:lnTo>
                  <a:close/>
                </a:path>
                <a:path w="3413760" h="295909">
                  <a:moveTo>
                    <a:pt x="238353" y="171742"/>
                  </a:moveTo>
                  <a:lnTo>
                    <a:pt x="233984" y="172707"/>
                  </a:lnTo>
                  <a:lnTo>
                    <a:pt x="234721" y="174891"/>
                  </a:lnTo>
                  <a:lnTo>
                    <a:pt x="238353" y="171742"/>
                  </a:lnTo>
                  <a:close/>
                </a:path>
                <a:path w="3413760" h="295909">
                  <a:moveTo>
                    <a:pt x="238353" y="90881"/>
                  </a:moveTo>
                  <a:lnTo>
                    <a:pt x="233984" y="91859"/>
                  </a:lnTo>
                  <a:lnTo>
                    <a:pt x="234721" y="94043"/>
                  </a:lnTo>
                  <a:lnTo>
                    <a:pt x="238353" y="90881"/>
                  </a:lnTo>
                  <a:close/>
                </a:path>
                <a:path w="3413760" h="295909">
                  <a:moveTo>
                    <a:pt x="238353" y="10033"/>
                  </a:moveTo>
                  <a:lnTo>
                    <a:pt x="233984" y="10998"/>
                  </a:lnTo>
                  <a:lnTo>
                    <a:pt x="234721" y="13182"/>
                  </a:lnTo>
                  <a:lnTo>
                    <a:pt x="238353" y="10033"/>
                  </a:lnTo>
                  <a:close/>
                </a:path>
                <a:path w="3413760" h="295909">
                  <a:moveTo>
                    <a:pt x="247167" y="253555"/>
                  </a:moveTo>
                  <a:lnTo>
                    <a:pt x="242557" y="254927"/>
                  </a:lnTo>
                  <a:lnTo>
                    <a:pt x="246443" y="255739"/>
                  </a:lnTo>
                  <a:lnTo>
                    <a:pt x="247167" y="253555"/>
                  </a:lnTo>
                  <a:close/>
                </a:path>
                <a:path w="3413760" h="295909">
                  <a:moveTo>
                    <a:pt x="247167" y="172707"/>
                  </a:moveTo>
                  <a:lnTo>
                    <a:pt x="242557" y="174078"/>
                  </a:lnTo>
                  <a:lnTo>
                    <a:pt x="246443" y="174891"/>
                  </a:lnTo>
                  <a:lnTo>
                    <a:pt x="247167" y="172707"/>
                  </a:lnTo>
                  <a:close/>
                </a:path>
                <a:path w="3413760" h="295909">
                  <a:moveTo>
                    <a:pt x="247167" y="91859"/>
                  </a:moveTo>
                  <a:lnTo>
                    <a:pt x="242557" y="93230"/>
                  </a:lnTo>
                  <a:lnTo>
                    <a:pt x="246443" y="94043"/>
                  </a:lnTo>
                  <a:lnTo>
                    <a:pt x="247167" y="91859"/>
                  </a:lnTo>
                  <a:close/>
                </a:path>
                <a:path w="3413760" h="295909">
                  <a:moveTo>
                    <a:pt x="247167" y="10998"/>
                  </a:moveTo>
                  <a:lnTo>
                    <a:pt x="242557" y="12369"/>
                  </a:lnTo>
                  <a:lnTo>
                    <a:pt x="246443" y="13182"/>
                  </a:lnTo>
                  <a:lnTo>
                    <a:pt x="247167" y="10998"/>
                  </a:lnTo>
                  <a:close/>
                </a:path>
                <a:path w="3413760" h="295909">
                  <a:moveTo>
                    <a:pt x="250240" y="243928"/>
                  </a:moveTo>
                  <a:lnTo>
                    <a:pt x="247078" y="243039"/>
                  </a:lnTo>
                  <a:lnTo>
                    <a:pt x="243611" y="244906"/>
                  </a:lnTo>
                  <a:lnTo>
                    <a:pt x="250240" y="243928"/>
                  </a:lnTo>
                  <a:close/>
                </a:path>
                <a:path w="3413760" h="295909">
                  <a:moveTo>
                    <a:pt x="250240" y="163080"/>
                  </a:moveTo>
                  <a:lnTo>
                    <a:pt x="247078" y="162204"/>
                  </a:lnTo>
                  <a:lnTo>
                    <a:pt x="243611" y="164058"/>
                  </a:lnTo>
                  <a:lnTo>
                    <a:pt x="250240" y="163080"/>
                  </a:lnTo>
                  <a:close/>
                </a:path>
                <a:path w="3413760" h="295909">
                  <a:moveTo>
                    <a:pt x="250240" y="82232"/>
                  </a:moveTo>
                  <a:lnTo>
                    <a:pt x="247078" y="81343"/>
                  </a:lnTo>
                  <a:lnTo>
                    <a:pt x="243611" y="83210"/>
                  </a:lnTo>
                  <a:lnTo>
                    <a:pt x="250240" y="82232"/>
                  </a:lnTo>
                  <a:close/>
                </a:path>
                <a:path w="3413760" h="295909">
                  <a:moveTo>
                    <a:pt x="250240" y="1371"/>
                  </a:moveTo>
                  <a:lnTo>
                    <a:pt x="247078" y="482"/>
                  </a:lnTo>
                  <a:lnTo>
                    <a:pt x="243611" y="2349"/>
                  </a:lnTo>
                  <a:lnTo>
                    <a:pt x="250240" y="1371"/>
                  </a:lnTo>
                  <a:close/>
                </a:path>
                <a:path w="3413760" h="295909">
                  <a:moveTo>
                    <a:pt x="250317" y="233349"/>
                  </a:moveTo>
                  <a:lnTo>
                    <a:pt x="250240" y="226872"/>
                  </a:lnTo>
                  <a:lnTo>
                    <a:pt x="249758" y="230035"/>
                  </a:lnTo>
                  <a:lnTo>
                    <a:pt x="250317" y="233349"/>
                  </a:lnTo>
                  <a:close/>
                </a:path>
                <a:path w="3413760" h="295909">
                  <a:moveTo>
                    <a:pt x="250317" y="152501"/>
                  </a:moveTo>
                  <a:lnTo>
                    <a:pt x="250240" y="146024"/>
                  </a:lnTo>
                  <a:lnTo>
                    <a:pt x="249758" y="149186"/>
                  </a:lnTo>
                  <a:lnTo>
                    <a:pt x="250317" y="152501"/>
                  </a:lnTo>
                  <a:close/>
                </a:path>
                <a:path w="3413760" h="295909">
                  <a:moveTo>
                    <a:pt x="250317" y="71640"/>
                  </a:moveTo>
                  <a:lnTo>
                    <a:pt x="250240" y="65163"/>
                  </a:lnTo>
                  <a:lnTo>
                    <a:pt x="249758" y="68313"/>
                  </a:lnTo>
                  <a:lnTo>
                    <a:pt x="250317" y="71640"/>
                  </a:lnTo>
                  <a:close/>
                </a:path>
                <a:path w="3413760" h="295909">
                  <a:moveTo>
                    <a:pt x="260019" y="265201"/>
                  </a:moveTo>
                  <a:lnTo>
                    <a:pt x="257848" y="261315"/>
                  </a:lnTo>
                  <a:lnTo>
                    <a:pt x="255892" y="262610"/>
                  </a:lnTo>
                  <a:lnTo>
                    <a:pt x="260019" y="265201"/>
                  </a:lnTo>
                  <a:close/>
                </a:path>
                <a:path w="3413760" h="295909">
                  <a:moveTo>
                    <a:pt x="260019" y="184353"/>
                  </a:moveTo>
                  <a:lnTo>
                    <a:pt x="257848" y="180467"/>
                  </a:lnTo>
                  <a:lnTo>
                    <a:pt x="255892" y="181762"/>
                  </a:lnTo>
                  <a:lnTo>
                    <a:pt x="260019" y="184353"/>
                  </a:lnTo>
                  <a:close/>
                </a:path>
                <a:path w="3413760" h="295909">
                  <a:moveTo>
                    <a:pt x="260019" y="103505"/>
                  </a:moveTo>
                  <a:lnTo>
                    <a:pt x="257848" y="99618"/>
                  </a:lnTo>
                  <a:lnTo>
                    <a:pt x="255892" y="100914"/>
                  </a:lnTo>
                  <a:lnTo>
                    <a:pt x="260019" y="103505"/>
                  </a:lnTo>
                  <a:close/>
                </a:path>
                <a:path w="3413760" h="295909">
                  <a:moveTo>
                    <a:pt x="260019" y="22644"/>
                  </a:moveTo>
                  <a:lnTo>
                    <a:pt x="257848" y="18757"/>
                  </a:lnTo>
                  <a:lnTo>
                    <a:pt x="255892" y="20053"/>
                  </a:lnTo>
                  <a:lnTo>
                    <a:pt x="260019" y="22644"/>
                  </a:lnTo>
                  <a:close/>
                </a:path>
                <a:path w="3413760" h="295909">
                  <a:moveTo>
                    <a:pt x="277964" y="285330"/>
                  </a:moveTo>
                  <a:lnTo>
                    <a:pt x="277736" y="282981"/>
                  </a:lnTo>
                  <a:lnTo>
                    <a:pt x="272072" y="286537"/>
                  </a:lnTo>
                  <a:lnTo>
                    <a:pt x="277964" y="285330"/>
                  </a:lnTo>
                  <a:close/>
                </a:path>
                <a:path w="3413760" h="295909">
                  <a:moveTo>
                    <a:pt x="277964" y="204482"/>
                  </a:moveTo>
                  <a:lnTo>
                    <a:pt x="277736" y="202133"/>
                  </a:lnTo>
                  <a:lnTo>
                    <a:pt x="272072" y="205689"/>
                  </a:lnTo>
                  <a:lnTo>
                    <a:pt x="277964" y="204482"/>
                  </a:lnTo>
                  <a:close/>
                </a:path>
                <a:path w="3413760" h="295909">
                  <a:moveTo>
                    <a:pt x="277964" y="123634"/>
                  </a:moveTo>
                  <a:lnTo>
                    <a:pt x="277736" y="121285"/>
                  </a:lnTo>
                  <a:lnTo>
                    <a:pt x="272072" y="124841"/>
                  </a:lnTo>
                  <a:lnTo>
                    <a:pt x="277964" y="123634"/>
                  </a:lnTo>
                  <a:close/>
                </a:path>
                <a:path w="3413760" h="295909">
                  <a:moveTo>
                    <a:pt x="277964" y="42773"/>
                  </a:moveTo>
                  <a:lnTo>
                    <a:pt x="277736" y="40424"/>
                  </a:lnTo>
                  <a:lnTo>
                    <a:pt x="272072" y="43980"/>
                  </a:lnTo>
                  <a:lnTo>
                    <a:pt x="277964" y="42773"/>
                  </a:lnTo>
                  <a:close/>
                </a:path>
                <a:path w="3413760" h="295909">
                  <a:moveTo>
                    <a:pt x="282168" y="273761"/>
                  </a:moveTo>
                  <a:lnTo>
                    <a:pt x="281089" y="265595"/>
                  </a:lnTo>
                  <a:lnTo>
                    <a:pt x="279019" y="265595"/>
                  </a:lnTo>
                  <a:lnTo>
                    <a:pt x="282168" y="273761"/>
                  </a:lnTo>
                  <a:close/>
                </a:path>
                <a:path w="3413760" h="295909">
                  <a:moveTo>
                    <a:pt x="282168" y="192925"/>
                  </a:moveTo>
                  <a:lnTo>
                    <a:pt x="281089" y="184746"/>
                  </a:lnTo>
                  <a:lnTo>
                    <a:pt x="279019" y="184746"/>
                  </a:lnTo>
                  <a:lnTo>
                    <a:pt x="282168" y="192925"/>
                  </a:lnTo>
                  <a:close/>
                </a:path>
                <a:path w="3413760" h="295909">
                  <a:moveTo>
                    <a:pt x="282168" y="112064"/>
                  </a:moveTo>
                  <a:lnTo>
                    <a:pt x="281089" y="103898"/>
                  </a:lnTo>
                  <a:lnTo>
                    <a:pt x="279019" y="103898"/>
                  </a:lnTo>
                  <a:lnTo>
                    <a:pt x="282168" y="112064"/>
                  </a:lnTo>
                  <a:close/>
                </a:path>
                <a:path w="3413760" h="295909">
                  <a:moveTo>
                    <a:pt x="282168" y="31216"/>
                  </a:moveTo>
                  <a:lnTo>
                    <a:pt x="281089" y="23037"/>
                  </a:lnTo>
                  <a:lnTo>
                    <a:pt x="279019" y="23037"/>
                  </a:lnTo>
                  <a:lnTo>
                    <a:pt x="282168" y="31216"/>
                  </a:lnTo>
                  <a:close/>
                </a:path>
                <a:path w="3413760" h="295909">
                  <a:moveTo>
                    <a:pt x="287591" y="293979"/>
                  </a:moveTo>
                  <a:lnTo>
                    <a:pt x="283235" y="293014"/>
                  </a:lnTo>
                  <a:lnTo>
                    <a:pt x="282981" y="295351"/>
                  </a:lnTo>
                  <a:lnTo>
                    <a:pt x="287591" y="293979"/>
                  </a:lnTo>
                  <a:close/>
                </a:path>
                <a:path w="3413760" h="295909">
                  <a:moveTo>
                    <a:pt x="287591" y="213131"/>
                  </a:moveTo>
                  <a:lnTo>
                    <a:pt x="283235" y="212166"/>
                  </a:lnTo>
                  <a:lnTo>
                    <a:pt x="282981" y="214503"/>
                  </a:lnTo>
                  <a:lnTo>
                    <a:pt x="287591" y="213131"/>
                  </a:lnTo>
                  <a:close/>
                </a:path>
                <a:path w="3413760" h="295909">
                  <a:moveTo>
                    <a:pt x="287591" y="132283"/>
                  </a:moveTo>
                  <a:lnTo>
                    <a:pt x="283235" y="131318"/>
                  </a:lnTo>
                  <a:lnTo>
                    <a:pt x="282981" y="133654"/>
                  </a:lnTo>
                  <a:lnTo>
                    <a:pt x="287591" y="132283"/>
                  </a:lnTo>
                  <a:close/>
                </a:path>
                <a:path w="3413760" h="295909">
                  <a:moveTo>
                    <a:pt x="287591" y="51422"/>
                  </a:moveTo>
                  <a:lnTo>
                    <a:pt x="283235" y="50457"/>
                  </a:lnTo>
                  <a:lnTo>
                    <a:pt x="282981" y="52806"/>
                  </a:lnTo>
                  <a:lnTo>
                    <a:pt x="287591" y="51422"/>
                  </a:lnTo>
                  <a:close/>
                </a:path>
                <a:path w="3413760" h="295909">
                  <a:moveTo>
                    <a:pt x="290664" y="284353"/>
                  </a:moveTo>
                  <a:lnTo>
                    <a:pt x="287502" y="283464"/>
                  </a:lnTo>
                  <a:lnTo>
                    <a:pt x="284035" y="285330"/>
                  </a:lnTo>
                  <a:lnTo>
                    <a:pt x="290664" y="284353"/>
                  </a:lnTo>
                  <a:close/>
                </a:path>
                <a:path w="3413760" h="295909">
                  <a:moveTo>
                    <a:pt x="290664" y="203504"/>
                  </a:moveTo>
                  <a:lnTo>
                    <a:pt x="287502" y="202615"/>
                  </a:lnTo>
                  <a:lnTo>
                    <a:pt x="284035" y="204482"/>
                  </a:lnTo>
                  <a:lnTo>
                    <a:pt x="290664" y="203504"/>
                  </a:lnTo>
                  <a:close/>
                </a:path>
                <a:path w="3413760" h="295909">
                  <a:moveTo>
                    <a:pt x="290664" y="122656"/>
                  </a:moveTo>
                  <a:lnTo>
                    <a:pt x="287502" y="121767"/>
                  </a:lnTo>
                  <a:lnTo>
                    <a:pt x="284035" y="123634"/>
                  </a:lnTo>
                  <a:lnTo>
                    <a:pt x="290664" y="122656"/>
                  </a:lnTo>
                  <a:close/>
                </a:path>
                <a:path w="3413760" h="295909">
                  <a:moveTo>
                    <a:pt x="290664" y="41795"/>
                  </a:moveTo>
                  <a:lnTo>
                    <a:pt x="287502" y="40906"/>
                  </a:lnTo>
                  <a:lnTo>
                    <a:pt x="284035" y="42773"/>
                  </a:lnTo>
                  <a:lnTo>
                    <a:pt x="290664" y="41795"/>
                  </a:lnTo>
                  <a:close/>
                </a:path>
                <a:path w="3413760" h="295909">
                  <a:moveTo>
                    <a:pt x="302310" y="233349"/>
                  </a:moveTo>
                  <a:lnTo>
                    <a:pt x="301866" y="229463"/>
                  </a:lnTo>
                  <a:lnTo>
                    <a:pt x="299554" y="229463"/>
                  </a:lnTo>
                  <a:lnTo>
                    <a:pt x="302310" y="233349"/>
                  </a:lnTo>
                  <a:close/>
                </a:path>
                <a:path w="3413760" h="295909">
                  <a:moveTo>
                    <a:pt x="302310" y="152501"/>
                  </a:moveTo>
                  <a:lnTo>
                    <a:pt x="301866" y="148615"/>
                  </a:lnTo>
                  <a:lnTo>
                    <a:pt x="299554" y="148615"/>
                  </a:lnTo>
                  <a:lnTo>
                    <a:pt x="302310" y="152501"/>
                  </a:lnTo>
                  <a:close/>
                </a:path>
                <a:path w="3413760" h="295909">
                  <a:moveTo>
                    <a:pt x="302310" y="71640"/>
                  </a:moveTo>
                  <a:lnTo>
                    <a:pt x="301866" y="67754"/>
                  </a:lnTo>
                  <a:lnTo>
                    <a:pt x="299554" y="67754"/>
                  </a:lnTo>
                  <a:lnTo>
                    <a:pt x="302310" y="71640"/>
                  </a:lnTo>
                  <a:close/>
                </a:path>
                <a:path w="3413760" h="295909">
                  <a:moveTo>
                    <a:pt x="318401" y="244906"/>
                  </a:moveTo>
                  <a:lnTo>
                    <a:pt x="318160" y="242557"/>
                  </a:lnTo>
                  <a:lnTo>
                    <a:pt x="312496" y="246113"/>
                  </a:lnTo>
                  <a:lnTo>
                    <a:pt x="318401" y="244906"/>
                  </a:lnTo>
                  <a:close/>
                </a:path>
                <a:path w="3413760" h="295909">
                  <a:moveTo>
                    <a:pt x="318401" y="164058"/>
                  </a:moveTo>
                  <a:lnTo>
                    <a:pt x="318160" y="161709"/>
                  </a:lnTo>
                  <a:lnTo>
                    <a:pt x="312496" y="165265"/>
                  </a:lnTo>
                  <a:lnTo>
                    <a:pt x="318401" y="164058"/>
                  </a:lnTo>
                  <a:close/>
                </a:path>
                <a:path w="3413760" h="295909">
                  <a:moveTo>
                    <a:pt x="318401" y="83210"/>
                  </a:moveTo>
                  <a:lnTo>
                    <a:pt x="318160" y="80873"/>
                  </a:lnTo>
                  <a:lnTo>
                    <a:pt x="312496" y="84416"/>
                  </a:lnTo>
                  <a:lnTo>
                    <a:pt x="318401" y="83210"/>
                  </a:lnTo>
                  <a:close/>
                </a:path>
                <a:path w="3413760" h="295909">
                  <a:moveTo>
                    <a:pt x="318401" y="2349"/>
                  </a:moveTo>
                  <a:lnTo>
                    <a:pt x="318160" y="0"/>
                  </a:lnTo>
                  <a:lnTo>
                    <a:pt x="312496" y="3556"/>
                  </a:lnTo>
                  <a:lnTo>
                    <a:pt x="318401" y="2349"/>
                  </a:lnTo>
                  <a:close/>
                </a:path>
                <a:path w="3413760" h="295909">
                  <a:moveTo>
                    <a:pt x="319214" y="252577"/>
                  </a:moveTo>
                  <a:lnTo>
                    <a:pt x="314845" y="253555"/>
                  </a:lnTo>
                  <a:lnTo>
                    <a:pt x="315569" y="255739"/>
                  </a:lnTo>
                  <a:lnTo>
                    <a:pt x="319214" y="252577"/>
                  </a:lnTo>
                  <a:close/>
                </a:path>
                <a:path w="3413760" h="295909">
                  <a:moveTo>
                    <a:pt x="319214" y="171742"/>
                  </a:moveTo>
                  <a:lnTo>
                    <a:pt x="314845" y="172707"/>
                  </a:lnTo>
                  <a:lnTo>
                    <a:pt x="315569" y="174891"/>
                  </a:lnTo>
                  <a:lnTo>
                    <a:pt x="319214" y="171742"/>
                  </a:lnTo>
                  <a:close/>
                </a:path>
                <a:path w="3413760" h="295909">
                  <a:moveTo>
                    <a:pt x="319214" y="90881"/>
                  </a:moveTo>
                  <a:lnTo>
                    <a:pt x="314845" y="91859"/>
                  </a:lnTo>
                  <a:lnTo>
                    <a:pt x="315569" y="94043"/>
                  </a:lnTo>
                  <a:lnTo>
                    <a:pt x="319214" y="90881"/>
                  </a:lnTo>
                  <a:close/>
                </a:path>
                <a:path w="3413760" h="295909">
                  <a:moveTo>
                    <a:pt x="319214" y="10033"/>
                  </a:moveTo>
                  <a:lnTo>
                    <a:pt x="314845" y="10998"/>
                  </a:lnTo>
                  <a:lnTo>
                    <a:pt x="315569" y="13182"/>
                  </a:lnTo>
                  <a:lnTo>
                    <a:pt x="319214" y="10033"/>
                  </a:lnTo>
                  <a:close/>
                </a:path>
                <a:path w="3413760" h="295909">
                  <a:moveTo>
                    <a:pt x="328028" y="253555"/>
                  </a:moveTo>
                  <a:lnTo>
                    <a:pt x="323405" y="254927"/>
                  </a:lnTo>
                  <a:lnTo>
                    <a:pt x="327291" y="255739"/>
                  </a:lnTo>
                  <a:lnTo>
                    <a:pt x="328028" y="253555"/>
                  </a:lnTo>
                  <a:close/>
                </a:path>
                <a:path w="3413760" h="295909">
                  <a:moveTo>
                    <a:pt x="328028" y="172707"/>
                  </a:moveTo>
                  <a:lnTo>
                    <a:pt x="323405" y="174078"/>
                  </a:lnTo>
                  <a:lnTo>
                    <a:pt x="327291" y="174891"/>
                  </a:lnTo>
                  <a:lnTo>
                    <a:pt x="328028" y="172707"/>
                  </a:lnTo>
                  <a:close/>
                </a:path>
                <a:path w="3413760" h="295909">
                  <a:moveTo>
                    <a:pt x="328028" y="91859"/>
                  </a:moveTo>
                  <a:lnTo>
                    <a:pt x="323405" y="93230"/>
                  </a:lnTo>
                  <a:lnTo>
                    <a:pt x="327291" y="94043"/>
                  </a:lnTo>
                  <a:lnTo>
                    <a:pt x="328028" y="91859"/>
                  </a:lnTo>
                  <a:close/>
                </a:path>
                <a:path w="3413760" h="295909">
                  <a:moveTo>
                    <a:pt x="328028" y="10998"/>
                  </a:moveTo>
                  <a:lnTo>
                    <a:pt x="323405" y="12369"/>
                  </a:lnTo>
                  <a:lnTo>
                    <a:pt x="327291" y="13182"/>
                  </a:lnTo>
                  <a:lnTo>
                    <a:pt x="328028" y="10998"/>
                  </a:lnTo>
                  <a:close/>
                </a:path>
                <a:path w="3413760" h="295909">
                  <a:moveTo>
                    <a:pt x="331101" y="243928"/>
                  </a:moveTo>
                  <a:lnTo>
                    <a:pt x="327952" y="243039"/>
                  </a:lnTo>
                  <a:lnTo>
                    <a:pt x="324459" y="244906"/>
                  </a:lnTo>
                  <a:lnTo>
                    <a:pt x="331101" y="243928"/>
                  </a:lnTo>
                  <a:close/>
                </a:path>
                <a:path w="3413760" h="295909">
                  <a:moveTo>
                    <a:pt x="331101" y="163080"/>
                  </a:moveTo>
                  <a:lnTo>
                    <a:pt x="327952" y="162204"/>
                  </a:lnTo>
                  <a:lnTo>
                    <a:pt x="324459" y="164058"/>
                  </a:lnTo>
                  <a:lnTo>
                    <a:pt x="331101" y="163080"/>
                  </a:lnTo>
                  <a:close/>
                </a:path>
                <a:path w="3413760" h="295909">
                  <a:moveTo>
                    <a:pt x="331101" y="82232"/>
                  </a:moveTo>
                  <a:lnTo>
                    <a:pt x="327952" y="81343"/>
                  </a:lnTo>
                  <a:lnTo>
                    <a:pt x="324459" y="83210"/>
                  </a:lnTo>
                  <a:lnTo>
                    <a:pt x="331101" y="82232"/>
                  </a:lnTo>
                  <a:close/>
                </a:path>
                <a:path w="3413760" h="295909">
                  <a:moveTo>
                    <a:pt x="331101" y="1371"/>
                  </a:moveTo>
                  <a:lnTo>
                    <a:pt x="327952" y="482"/>
                  </a:lnTo>
                  <a:lnTo>
                    <a:pt x="324459" y="2349"/>
                  </a:lnTo>
                  <a:lnTo>
                    <a:pt x="331101" y="1371"/>
                  </a:lnTo>
                  <a:close/>
                </a:path>
                <a:path w="3413760" h="295909">
                  <a:moveTo>
                    <a:pt x="331165" y="233349"/>
                  </a:moveTo>
                  <a:lnTo>
                    <a:pt x="331101" y="226872"/>
                  </a:lnTo>
                  <a:lnTo>
                    <a:pt x="330606" y="230035"/>
                  </a:lnTo>
                  <a:lnTo>
                    <a:pt x="331165" y="233349"/>
                  </a:lnTo>
                  <a:close/>
                </a:path>
                <a:path w="3413760" h="295909">
                  <a:moveTo>
                    <a:pt x="331165" y="152501"/>
                  </a:moveTo>
                  <a:lnTo>
                    <a:pt x="331101" y="146024"/>
                  </a:lnTo>
                  <a:lnTo>
                    <a:pt x="330606" y="149186"/>
                  </a:lnTo>
                  <a:lnTo>
                    <a:pt x="331165" y="152501"/>
                  </a:lnTo>
                  <a:close/>
                </a:path>
                <a:path w="3413760" h="295909">
                  <a:moveTo>
                    <a:pt x="331165" y="71640"/>
                  </a:moveTo>
                  <a:lnTo>
                    <a:pt x="331101" y="65163"/>
                  </a:lnTo>
                  <a:lnTo>
                    <a:pt x="330606" y="68313"/>
                  </a:lnTo>
                  <a:lnTo>
                    <a:pt x="331165" y="71640"/>
                  </a:lnTo>
                  <a:close/>
                </a:path>
                <a:path w="3413760" h="295909">
                  <a:moveTo>
                    <a:pt x="340868" y="265201"/>
                  </a:moveTo>
                  <a:lnTo>
                    <a:pt x="338696" y="261315"/>
                  </a:lnTo>
                  <a:lnTo>
                    <a:pt x="336765" y="262610"/>
                  </a:lnTo>
                  <a:lnTo>
                    <a:pt x="340868" y="265201"/>
                  </a:lnTo>
                  <a:close/>
                </a:path>
                <a:path w="3413760" h="295909">
                  <a:moveTo>
                    <a:pt x="340868" y="184353"/>
                  </a:moveTo>
                  <a:lnTo>
                    <a:pt x="338696" y="180467"/>
                  </a:lnTo>
                  <a:lnTo>
                    <a:pt x="336765" y="181762"/>
                  </a:lnTo>
                  <a:lnTo>
                    <a:pt x="340868" y="184353"/>
                  </a:lnTo>
                  <a:close/>
                </a:path>
                <a:path w="3413760" h="295909">
                  <a:moveTo>
                    <a:pt x="340868" y="103505"/>
                  </a:moveTo>
                  <a:lnTo>
                    <a:pt x="338696" y="99618"/>
                  </a:lnTo>
                  <a:lnTo>
                    <a:pt x="336765" y="100914"/>
                  </a:lnTo>
                  <a:lnTo>
                    <a:pt x="340868" y="103505"/>
                  </a:lnTo>
                  <a:close/>
                </a:path>
                <a:path w="3413760" h="295909">
                  <a:moveTo>
                    <a:pt x="340868" y="22644"/>
                  </a:moveTo>
                  <a:lnTo>
                    <a:pt x="338696" y="18757"/>
                  </a:lnTo>
                  <a:lnTo>
                    <a:pt x="336765" y="20053"/>
                  </a:lnTo>
                  <a:lnTo>
                    <a:pt x="340868" y="22644"/>
                  </a:lnTo>
                  <a:close/>
                </a:path>
                <a:path w="3413760" h="295909">
                  <a:moveTo>
                    <a:pt x="358825" y="285330"/>
                  </a:moveTo>
                  <a:lnTo>
                    <a:pt x="358584" y="282981"/>
                  </a:lnTo>
                  <a:lnTo>
                    <a:pt x="352920" y="286537"/>
                  </a:lnTo>
                  <a:lnTo>
                    <a:pt x="358825" y="285330"/>
                  </a:lnTo>
                  <a:close/>
                </a:path>
                <a:path w="3413760" h="295909">
                  <a:moveTo>
                    <a:pt x="358825" y="204482"/>
                  </a:moveTo>
                  <a:lnTo>
                    <a:pt x="358584" y="202133"/>
                  </a:lnTo>
                  <a:lnTo>
                    <a:pt x="352920" y="205689"/>
                  </a:lnTo>
                  <a:lnTo>
                    <a:pt x="358825" y="204482"/>
                  </a:lnTo>
                  <a:close/>
                </a:path>
                <a:path w="3413760" h="295909">
                  <a:moveTo>
                    <a:pt x="358825" y="123634"/>
                  </a:moveTo>
                  <a:lnTo>
                    <a:pt x="358584" y="121285"/>
                  </a:lnTo>
                  <a:lnTo>
                    <a:pt x="352920" y="124841"/>
                  </a:lnTo>
                  <a:lnTo>
                    <a:pt x="358825" y="123634"/>
                  </a:lnTo>
                  <a:close/>
                </a:path>
                <a:path w="3413760" h="295909">
                  <a:moveTo>
                    <a:pt x="358825" y="42773"/>
                  </a:moveTo>
                  <a:lnTo>
                    <a:pt x="358584" y="40424"/>
                  </a:lnTo>
                  <a:lnTo>
                    <a:pt x="352920" y="43980"/>
                  </a:lnTo>
                  <a:lnTo>
                    <a:pt x="358825" y="42773"/>
                  </a:lnTo>
                  <a:close/>
                </a:path>
                <a:path w="3413760" h="295909">
                  <a:moveTo>
                    <a:pt x="363029" y="273761"/>
                  </a:moveTo>
                  <a:lnTo>
                    <a:pt x="361937" y="265595"/>
                  </a:lnTo>
                  <a:lnTo>
                    <a:pt x="359867" y="265595"/>
                  </a:lnTo>
                  <a:lnTo>
                    <a:pt x="363029" y="273761"/>
                  </a:lnTo>
                  <a:close/>
                </a:path>
                <a:path w="3413760" h="295909">
                  <a:moveTo>
                    <a:pt x="363029" y="192925"/>
                  </a:moveTo>
                  <a:lnTo>
                    <a:pt x="361937" y="184746"/>
                  </a:lnTo>
                  <a:lnTo>
                    <a:pt x="359867" y="184746"/>
                  </a:lnTo>
                  <a:lnTo>
                    <a:pt x="363029" y="192925"/>
                  </a:lnTo>
                  <a:close/>
                </a:path>
                <a:path w="3413760" h="295909">
                  <a:moveTo>
                    <a:pt x="363029" y="112064"/>
                  </a:moveTo>
                  <a:lnTo>
                    <a:pt x="361937" y="103898"/>
                  </a:lnTo>
                  <a:lnTo>
                    <a:pt x="359867" y="103898"/>
                  </a:lnTo>
                  <a:lnTo>
                    <a:pt x="363029" y="112064"/>
                  </a:lnTo>
                  <a:close/>
                </a:path>
                <a:path w="3413760" h="295909">
                  <a:moveTo>
                    <a:pt x="363029" y="31216"/>
                  </a:moveTo>
                  <a:lnTo>
                    <a:pt x="361937" y="23037"/>
                  </a:lnTo>
                  <a:lnTo>
                    <a:pt x="359867" y="23037"/>
                  </a:lnTo>
                  <a:lnTo>
                    <a:pt x="363029" y="31216"/>
                  </a:lnTo>
                  <a:close/>
                </a:path>
                <a:path w="3413760" h="295909">
                  <a:moveTo>
                    <a:pt x="368452" y="293979"/>
                  </a:moveTo>
                  <a:lnTo>
                    <a:pt x="364070" y="293014"/>
                  </a:lnTo>
                  <a:lnTo>
                    <a:pt x="363829" y="295351"/>
                  </a:lnTo>
                  <a:lnTo>
                    <a:pt x="368452" y="293979"/>
                  </a:lnTo>
                  <a:close/>
                </a:path>
                <a:path w="3413760" h="295909">
                  <a:moveTo>
                    <a:pt x="368452" y="213131"/>
                  </a:moveTo>
                  <a:lnTo>
                    <a:pt x="364070" y="212166"/>
                  </a:lnTo>
                  <a:lnTo>
                    <a:pt x="363829" y="214503"/>
                  </a:lnTo>
                  <a:lnTo>
                    <a:pt x="368452" y="213131"/>
                  </a:lnTo>
                  <a:close/>
                </a:path>
                <a:path w="3413760" h="295909">
                  <a:moveTo>
                    <a:pt x="368452" y="132283"/>
                  </a:moveTo>
                  <a:lnTo>
                    <a:pt x="364070" y="131318"/>
                  </a:lnTo>
                  <a:lnTo>
                    <a:pt x="363829" y="133654"/>
                  </a:lnTo>
                  <a:lnTo>
                    <a:pt x="368452" y="132283"/>
                  </a:lnTo>
                  <a:close/>
                </a:path>
                <a:path w="3413760" h="295909">
                  <a:moveTo>
                    <a:pt x="368452" y="51422"/>
                  </a:moveTo>
                  <a:lnTo>
                    <a:pt x="364070" y="50457"/>
                  </a:lnTo>
                  <a:lnTo>
                    <a:pt x="363829" y="52806"/>
                  </a:lnTo>
                  <a:lnTo>
                    <a:pt x="368452" y="51422"/>
                  </a:lnTo>
                  <a:close/>
                </a:path>
                <a:path w="3413760" h="295909">
                  <a:moveTo>
                    <a:pt x="371525" y="284353"/>
                  </a:moveTo>
                  <a:lnTo>
                    <a:pt x="368376" y="283464"/>
                  </a:lnTo>
                  <a:lnTo>
                    <a:pt x="364883" y="285330"/>
                  </a:lnTo>
                  <a:lnTo>
                    <a:pt x="371525" y="284353"/>
                  </a:lnTo>
                  <a:close/>
                </a:path>
                <a:path w="3413760" h="295909">
                  <a:moveTo>
                    <a:pt x="371525" y="203504"/>
                  </a:moveTo>
                  <a:lnTo>
                    <a:pt x="368376" y="202615"/>
                  </a:lnTo>
                  <a:lnTo>
                    <a:pt x="364883" y="204482"/>
                  </a:lnTo>
                  <a:lnTo>
                    <a:pt x="371525" y="203504"/>
                  </a:lnTo>
                  <a:close/>
                </a:path>
                <a:path w="3413760" h="295909">
                  <a:moveTo>
                    <a:pt x="371525" y="122656"/>
                  </a:moveTo>
                  <a:lnTo>
                    <a:pt x="368376" y="121767"/>
                  </a:lnTo>
                  <a:lnTo>
                    <a:pt x="364883" y="123634"/>
                  </a:lnTo>
                  <a:lnTo>
                    <a:pt x="371525" y="122656"/>
                  </a:lnTo>
                  <a:close/>
                </a:path>
                <a:path w="3413760" h="295909">
                  <a:moveTo>
                    <a:pt x="371525" y="41795"/>
                  </a:moveTo>
                  <a:lnTo>
                    <a:pt x="368376" y="40906"/>
                  </a:lnTo>
                  <a:lnTo>
                    <a:pt x="364883" y="42773"/>
                  </a:lnTo>
                  <a:lnTo>
                    <a:pt x="371525" y="41795"/>
                  </a:lnTo>
                  <a:close/>
                </a:path>
                <a:path w="3413760" h="295909">
                  <a:moveTo>
                    <a:pt x="383159" y="233349"/>
                  </a:moveTo>
                  <a:lnTo>
                    <a:pt x="382727" y="229463"/>
                  </a:lnTo>
                  <a:lnTo>
                    <a:pt x="380415" y="229463"/>
                  </a:lnTo>
                  <a:lnTo>
                    <a:pt x="383159" y="233349"/>
                  </a:lnTo>
                  <a:close/>
                </a:path>
                <a:path w="3413760" h="295909">
                  <a:moveTo>
                    <a:pt x="383159" y="152501"/>
                  </a:moveTo>
                  <a:lnTo>
                    <a:pt x="382727" y="148615"/>
                  </a:lnTo>
                  <a:lnTo>
                    <a:pt x="380415" y="148615"/>
                  </a:lnTo>
                  <a:lnTo>
                    <a:pt x="383159" y="152501"/>
                  </a:lnTo>
                  <a:close/>
                </a:path>
                <a:path w="3413760" h="295909">
                  <a:moveTo>
                    <a:pt x="383159" y="71640"/>
                  </a:moveTo>
                  <a:lnTo>
                    <a:pt x="382727" y="67754"/>
                  </a:lnTo>
                  <a:lnTo>
                    <a:pt x="380415" y="67754"/>
                  </a:lnTo>
                  <a:lnTo>
                    <a:pt x="383159" y="71640"/>
                  </a:lnTo>
                  <a:close/>
                </a:path>
                <a:path w="3413760" h="295909">
                  <a:moveTo>
                    <a:pt x="399249" y="244906"/>
                  </a:moveTo>
                  <a:lnTo>
                    <a:pt x="399008" y="242557"/>
                  </a:lnTo>
                  <a:lnTo>
                    <a:pt x="393344" y="246113"/>
                  </a:lnTo>
                  <a:lnTo>
                    <a:pt x="399249" y="244906"/>
                  </a:lnTo>
                  <a:close/>
                </a:path>
                <a:path w="3413760" h="295909">
                  <a:moveTo>
                    <a:pt x="399249" y="164058"/>
                  </a:moveTo>
                  <a:lnTo>
                    <a:pt x="399008" y="161709"/>
                  </a:lnTo>
                  <a:lnTo>
                    <a:pt x="393344" y="165265"/>
                  </a:lnTo>
                  <a:lnTo>
                    <a:pt x="399249" y="164058"/>
                  </a:lnTo>
                  <a:close/>
                </a:path>
                <a:path w="3413760" h="295909">
                  <a:moveTo>
                    <a:pt x="399249" y="83210"/>
                  </a:moveTo>
                  <a:lnTo>
                    <a:pt x="399008" y="80873"/>
                  </a:lnTo>
                  <a:lnTo>
                    <a:pt x="393344" y="84416"/>
                  </a:lnTo>
                  <a:lnTo>
                    <a:pt x="399249" y="83210"/>
                  </a:lnTo>
                  <a:close/>
                </a:path>
                <a:path w="3413760" h="295909">
                  <a:moveTo>
                    <a:pt x="399249" y="2349"/>
                  </a:moveTo>
                  <a:lnTo>
                    <a:pt x="399008" y="0"/>
                  </a:lnTo>
                  <a:lnTo>
                    <a:pt x="393344" y="3556"/>
                  </a:lnTo>
                  <a:lnTo>
                    <a:pt x="399249" y="2349"/>
                  </a:lnTo>
                  <a:close/>
                </a:path>
                <a:path w="3413760" h="295909">
                  <a:moveTo>
                    <a:pt x="400062" y="252577"/>
                  </a:moveTo>
                  <a:lnTo>
                    <a:pt x="395681" y="253555"/>
                  </a:lnTo>
                  <a:lnTo>
                    <a:pt x="396417" y="255739"/>
                  </a:lnTo>
                  <a:lnTo>
                    <a:pt x="400062" y="252577"/>
                  </a:lnTo>
                  <a:close/>
                </a:path>
                <a:path w="3413760" h="295909">
                  <a:moveTo>
                    <a:pt x="400062" y="171742"/>
                  </a:moveTo>
                  <a:lnTo>
                    <a:pt x="395681" y="172707"/>
                  </a:lnTo>
                  <a:lnTo>
                    <a:pt x="396417" y="174891"/>
                  </a:lnTo>
                  <a:lnTo>
                    <a:pt x="400062" y="171742"/>
                  </a:lnTo>
                  <a:close/>
                </a:path>
                <a:path w="3413760" h="295909">
                  <a:moveTo>
                    <a:pt x="400062" y="90881"/>
                  </a:moveTo>
                  <a:lnTo>
                    <a:pt x="395681" y="91859"/>
                  </a:lnTo>
                  <a:lnTo>
                    <a:pt x="396417" y="94043"/>
                  </a:lnTo>
                  <a:lnTo>
                    <a:pt x="400062" y="90881"/>
                  </a:lnTo>
                  <a:close/>
                </a:path>
                <a:path w="3413760" h="295909">
                  <a:moveTo>
                    <a:pt x="400062" y="10033"/>
                  </a:moveTo>
                  <a:lnTo>
                    <a:pt x="395681" y="10998"/>
                  </a:lnTo>
                  <a:lnTo>
                    <a:pt x="396417" y="13182"/>
                  </a:lnTo>
                  <a:lnTo>
                    <a:pt x="400062" y="10033"/>
                  </a:lnTo>
                  <a:close/>
                </a:path>
                <a:path w="3413760" h="295909">
                  <a:moveTo>
                    <a:pt x="408876" y="253555"/>
                  </a:moveTo>
                  <a:lnTo>
                    <a:pt x="404266" y="254927"/>
                  </a:lnTo>
                  <a:lnTo>
                    <a:pt x="408152" y="255739"/>
                  </a:lnTo>
                  <a:lnTo>
                    <a:pt x="408876" y="253555"/>
                  </a:lnTo>
                  <a:close/>
                </a:path>
                <a:path w="3413760" h="295909">
                  <a:moveTo>
                    <a:pt x="408876" y="172707"/>
                  </a:moveTo>
                  <a:lnTo>
                    <a:pt x="404266" y="174078"/>
                  </a:lnTo>
                  <a:lnTo>
                    <a:pt x="408152" y="174891"/>
                  </a:lnTo>
                  <a:lnTo>
                    <a:pt x="408876" y="172707"/>
                  </a:lnTo>
                  <a:close/>
                </a:path>
                <a:path w="3413760" h="295909">
                  <a:moveTo>
                    <a:pt x="408876" y="91859"/>
                  </a:moveTo>
                  <a:lnTo>
                    <a:pt x="404266" y="93230"/>
                  </a:lnTo>
                  <a:lnTo>
                    <a:pt x="408152" y="94043"/>
                  </a:lnTo>
                  <a:lnTo>
                    <a:pt x="408876" y="91859"/>
                  </a:lnTo>
                  <a:close/>
                </a:path>
                <a:path w="3413760" h="295909">
                  <a:moveTo>
                    <a:pt x="408876" y="10998"/>
                  </a:moveTo>
                  <a:lnTo>
                    <a:pt x="404266" y="12369"/>
                  </a:lnTo>
                  <a:lnTo>
                    <a:pt x="408152" y="13182"/>
                  </a:lnTo>
                  <a:lnTo>
                    <a:pt x="408876" y="10998"/>
                  </a:lnTo>
                  <a:close/>
                </a:path>
                <a:path w="3413760" h="295909">
                  <a:moveTo>
                    <a:pt x="411949" y="243928"/>
                  </a:moveTo>
                  <a:lnTo>
                    <a:pt x="408787" y="243039"/>
                  </a:lnTo>
                  <a:lnTo>
                    <a:pt x="405307" y="244906"/>
                  </a:lnTo>
                  <a:lnTo>
                    <a:pt x="411949" y="243928"/>
                  </a:lnTo>
                  <a:close/>
                </a:path>
                <a:path w="3413760" h="295909">
                  <a:moveTo>
                    <a:pt x="411949" y="163080"/>
                  </a:moveTo>
                  <a:lnTo>
                    <a:pt x="408787" y="162204"/>
                  </a:lnTo>
                  <a:lnTo>
                    <a:pt x="405307" y="164058"/>
                  </a:lnTo>
                  <a:lnTo>
                    <a:pt x="411949" y="163080"/>
                  </a:lnTo>
                  <a:close/>
                </a:path>
                <a:path w="3413760" h="295909">
                  <a:moveTo>
                    <a:pt x="411949" y="82232"/>
                  </a:moveTo>
                  <a:lnTo>
                    <a:pt x="408787" y="81343"/>
                  </a:lnTo>
                  <a:lnTo>
                    <a:pt x="405307" y="83210"/>
                  </a:lnTo>
                  <a:lnTo>
                    <a:pt x="411949" y="82232"/>
                  </a:lnTo>
                  <a:close/>
                </a:path>
                <a:path w="3413760" h="295909">
                  <a:moveTo>
                    <a:pt x="411949" y="1371"/>
                  </a:moveTo>
                  <a:lnTo>
                    <a:pt x="408787" y="482"/>
                  </a:lnTo>
                  <a:lnTo>
                    <a:pt x="405307" y="2349"/>
                  </a:lnTo>
                  <a:lnTo>
                    <a:pt x="411949" y="1371"/>
                  </a:lnTo>
                  <a:close/>
                </a:path>
                <a:path w="3413760" h="295909">
                  <a:moveTo>
                    <a:pt x="412026" y="233349"/>
                  </a:moveTo>
                  <a:lnTo>
                    <a:pt x="411949" y="226872"/>
                  </a:lnTo>
                  <a:lnTo>
                    <a:pt x="411454" y="230035"/>
                  </a:lnTo>
                  <a:lnTo>
                    <a:pt x="412026" y="233349"/>
                  </a:lnTo>
                  <a:close/>
                </a:path>
                <a:path w="3413760" h="295909">
                  <a:moveTo>
                    <a:pt x="412026" y="152501"/>
                  </a:moveTo>
                  <a:lnTo>
                    <a:pt x="411949" y="146024"/>
                  </a:lnTo>
                  <a:lnTo>
                    <a:pt x="411454" y="149186"/>
                  </a:lnTo>
                  <a:lnTo>
                    <a:pt x="412026" y="152501"/>
                  </a:lnTo>
                  <a:close/>
                </a:path>
                <a:path w="3413760" h="295909">
                  <a:moveTo>
                    <a:pt x="412026" y="71640"/>
                  </a:moveTo>
                  <a:lnTo>
                    <a:pt x="411949" y="65163"/>
                  </a:lnTo>
                  <a:lnTo>
                    <a:pt x="411454" y="68313"/>
                  </a:lnTo>
                  <a:lnTo>
                    <a:pt x="412026" y="71640"/>
                  </a:lnTo>
                  <a:close/>
                </a:path>
                <a:path w="3413760" h="295909">
                  <a:moveTo>
                    <a:pt x="421716" y="265201"/>
                  </a:moveTo>
                  <a:lnTo>
                    <a:pt x="419544" y="261315"/>
                  </a:lnTo>
                  <a:lnTo>
                    <a:pt x="417601" y="262610"/>
                  </a:lnTo>
                  <a:lnTo>
                    <a:pt x="421716" y="265201"/>
                  </a:lnTo>
                  <a:close/>
                </a:path>
                <a:path w="3413760" h="295909">
                  <a:moveTo>
                    <a:pt x="421716" y="184353"/>
                  </a:moveTo>
                  <a:lnTo>
                    <a:pt x="419544" y="180467"/>
                  </a:lnTo>
                  <a:lnTo>
                    <a:pt x="417601" y="181762"/>
                  </a:lnTo>
                  <a:lnTo>
                    <a:pt x="421716" y="184353"/>
                  </a:lnTo>
                  <a:close/>
                </a:path>
                <a:path w="3413760" h="295909">
                  <a:moveTo>
                    <a:pt x="421716" y="103505"/>
                  </a:moveTo>
                  <a:lnTo>
                    <a:pt x="419544" y="99618"/>
                  </a:lnTo>
                  <a:lnTo>
                    <a:pt x="417601" y="100914"/>
                  </a:lnTo>
                  <a:lnTo>
                    <a:pt x="421716" y="103505"/>
                  </a:lnTo>
                  <a:close/>
                </a:path>
                <a:path w="3413760" h="295909">
                  <a:moveTo>
                    <a:pt x="421716" y="22644"/>
                  </a:moveTo>
                  <a:lnTo>
                    <a:pt x="419544" y="18757"/>
                  </a:lnTo>
                  <a:lnTo>
                    <a:pt x="417601" y="20053"/>
                  </a:lnTo>
                  <a:lnTo>
                    <a:pt x="421716" y="22644"/>
                  </a:lnTo>
                  <a:close/>
                </a:path>
                <a:path w="3413760" h="295909">
                  <a:moveTo>
                    <a:pt x="439674" y="285330"/>
                  </a:moveTo>
                  <a:lnTo>
                    <a:pt x="439432" y="282981"/>
                  </a:lnTo>
                  <a:lnTo>
                    <a:pt x="433768" y="286537"/>
                  </a:lnTo>
                  <a:lnTo>
                    <a:pt x="439674" y="285330"/>
                  </a:lnTo>
                  <a:close/>
                </a:path>
                <a:path w="3413760" h="295909">
                  <a:moveTo>
                    <a:pt x="439674" y="204482"/>
                  </a:moveTo>
                  <a:lnTo>
                    <a:pt x="439432" y="202133"/>
                  </a:lnTo>
                  <a:lnTo>
                    <a:pt x="433768" y="205689"/>
                  </a:lnTo>
                  <a:lnTo>
                    <a:pt x="439674" y="204482"/>
                  </a:lnTo>
                  <a:close/>
                </a:path>
                <a:path w="3413760" h="295909">
                  <a:moveTo>
                    <a:pt x="439674" y="123634"/>
                  </a:moveTo>
                  <a:lnTo>
                    <a:pt x="439432" y="121285"/>
                  </a:lnTo>
                  <a:lnTo>
                    <a:pt x="433768" y="124841"/>
                  </a:lnTo>
                  <a:lnTo>
                    <a:pt x="439674" y="123634"/>
                  </a:lnTo>
                  <a:close/>
                </a:path>
                <a:path w="3413760" h="295909">
                  <a:moveTo>
                    <a:pt x="439674" y="42773"/>
                  </a:moveTo>
                  <a:lnTo>
                    <a:pt x="439432" y="40424"/>
                  </a:lnTo>
                  <a:lnTo>
                    <a:pt x="433768" y="43980"/>
                  </a:lnTo>
                  <a:lnTo>
                    <a:pt x="439674" y="42773"/>
                  </a:lnTo>
                  <a:close/>
                </a:path>
                <a:path w="3413760" h="295909">
                  <a:moveTo>
                    <a:pt x="443877" y="273761"/>
                  </a:moveTo>
                  <a:lnTo>
                    <a:pt x="442785" y="265595"/>
                  </a:lnTo>
                  <a:lnTo>
                    <a:pt x="440728" y="265595"/>
                  </a:lnTo>
                  <a:lnTo>
                    <a:pt x="443877" y="273761"/>
                  </a:lnTo>
                  <a:close/>
                </a:path>
                <a:path w="3413760" h="295909">
                  <a:moveTo>
                    <a:pt x="443877" y="192925"/>
                  </a:moveTo>
                  <a:lnTo>
                    <a:pt x="442785" y="184746"/>
                  </a:lnTo>
                  <a:lnTo>
                    <a:pt x="440728" y="184746"/>
                  </a:lnTo>
                  <a:lnTo>
                    <a:pt x="443877" y="192925"/>
                  </a:lnTo>
                  <a:close/>
                </a:path>
                <a:path w="3413760" h="295909">
                  <a:moveTo>
                    <a:pt x="443877" y="112064"/>
                  </a:moveTo>
                  <a:lnTo>
                    <a:pt x="442785" y="103898"/>
                  </a:lnTo>
                  <a:lnTo>
                    <a:pt x="440728" y="103898"/>
                  </a:lnTo>
                  <a:lnTo>
                    <a:pt x="443877" y="112064"/>
                  </a:lnTo>
                  <a:close/>
                </a:path>
                <a:path w="3413760" h="295909">
                  <a:moveTo>
                    <a:pt x="443877" y="31216"/>
                  </a:moveTo>
                  <a:lnTo>
                    <a:pt x="442785" y="23037"/>
                  </a:lnTo>
                  <a:lnTo>
                    <a:pt x="440728" y="23037"/>
                  </a:lnTo>
                  <a:lnTo>
                    <a:pt x="443877" y="31216"/>
                  </a:lnTo>
                  <a:close/>
                </a:path>
                <a:path w="3413760" h="295909">
                  <a:moveTo>
                    <a:pt x="449300" y="293979"/>
                  </a:moveTo>
                  <a:lnTo>
                    <a:pt x="444931" y="293014"/>
                  </a:lnTo>
                  <a:lnTo>
                    <a:pt x="444703" y="295351"/>
                  </a:lnTo>
                  <a:lnTo>
                    <a:pt x="449300" y="293979"/>
                  </a:lnTo>
                  <a:close/>
                </a:path>
                <a:path w="3413760" h="295909">
                  <a:moveTo>
                    <a:pt x="449300" y="213131"/>
                  </a:moveTo>
                  <a:lnTo>
                    <a:pt x="444931" y="212166"/>
                  </a:lnTo>
                  <a:lnTo>
                    <a:pt x="444703" y="214503"/>
                  </a:lnTo>
                  <a:lnTo>
                    <a:pt x="449300" y="213131"/>
                  </a:lnTo>
                  <a:close/>
                </a:path>
                <a:path w="3413760" h="295909">
                  <a:moveTo>
                    <a:pt x="449300" y="132283"/>
                  </a:moveTo>
                  <a:lnTo>
                    <a:pt x="444931" y="131318"/>
                  </a:lnTo>
                  <a:lnTo>
                    <a:pt x="444703" y="133654"/>
                  </a:lnTo>
                  <a:lnTo>
                    <a:pt x="449300" y="132283"/>
                  </a:lnTo>
                  <a:close/>
                </a:path>
                <a:path w="3413760" h="295909">
                  <a:moveTo>
                    <a:pt x="449300" y="51422"/>
                  </a:moveTo>
                  <a:lnTo>
                    <a:pt x="444931" y="50457"/>
                  </a:lnTo>
                  <a:lnTo>
                    <a:pt x="444703" y="52806"/>
                  </a:lnTo>
                  <a:lnTo>
                    <a:pt x="449300" y="51422"/>
                  </a:lnTo>
                  <a:close/>
                </a:path>
                <a:path w="3413760" h="295909">
                  <a:moveTo>
                    <a:pt x="452374" y="284353"/>
                  </a:moveTo>
                  <a:lnTo>
                    <a:pt x="449211" y="283464"/>
                  </a:lnTo>
                  <a:lnTo>
                    <a:pt x="445731" y="285330"/>
                  </a:lnTo>
                  <a:lnTo>
                    <a:pt x="452374" y="284353"/>
                  </a:lnTo>
                  <a:close/>
                </a:path>
                <a:path w="3413760" h="295909">
                  <a:moveTo>
                    <a:pt x="452374" y="203504"/>
                  </a:moveTo>
                  <a:lnTo>
                    <a:pt x="449211" y="202615"/>
                  </a:lnTo>
                  <a:lnTo>
                    <a:pt x="445731" y="204482"/>
                  </a:lnTo>
                  <a:lnTo>
                    <a:pt x="452374" y="203504"/>
                  </a:lnTo>
                  <a:close/>
                </a:path>
                <a:path w="3413760" h="295909">
                  <a:moveTo>
                    <a:pt x="452374" y="122656"/>
                  </a:moveTo>
                  <a:lnTo>
                    <a:pt x="449211" y="121767"/>
                  </a:lnTo>
                  <a:lnTo>
                    <a:pt x="445731" y="123634"/>
                  </a:lnTo>
                  <a:lnTo>
                    <a:pt x="452374" y="122656"/>
                  </a:lnTo>
                  <a:close/>
                </a:path>
                <a:path w="3413760" h="295909">
                  <a:moveTo>
                    <a:pt x="452374" y="41795"/>
                  </a:moveTo>
                  <a:lnTo>
                    <a:pt x="449211" y="40906"/>
                  </a:lnTo>
                  <a:lnTo>
                    <a:pt x="445731" y="42773"/>
                  </a:lnTo>
                  <a:lnTo>
                    <a:pt x="452374" y="41795"/>
                  </a:lnTo>
                  <a:close/>
                </a:path>
                <a:path w="3413760" h="295909">
                  <a:moveTo>
                    <a:pt x="464007" y="233349"/>
                  </a:moveTo>
                  <a:lnTo>
                    <a:pt x="463575" y="229463"/>
                  </a:lnTo>
                  <a:lnTo>
                    <a:pt x="461264" y="229463"/>
                  </a:lnTo>
                  <a:lnTo>
                    <a:pt x="464007" y="233349"/>
                  </a:lnTo>
                  <a:close/>
                </a:path>
                <a:path w="3413760" h="295909">
                  <a:moveTo>
                    <a:pt x="464007" y="152501"/>
                  </a:moveTo>
                  <a:lnTo>
                    <a:pt x="463575" y="148615"/>
                  </a:lnTo>
                  <a:lnTo>
                    <a:pt x="461264" y="148615"/>
                  </a:lnTo>
                  <a:lnTo>
                    <a:pt x="464007" y="152501"/>
                  </a:lnTo>
                  <a:close/>
                </a:path>
                <a:path w="3413760" h="295909">
                  <a:moveTo>
                    <a:pt x="464007" y="71640"/>
                  </a:moveTo>
                  <a:lnTo>
                    <a:pt x="463575" y="67754"/>
                  </a:lnTo>
                  <a:lnTo>
                    <a:pt x="461264" y="67754"/>
                  </a:lnTo>
                  <a:lnTo>
                    <a:pt x="464007" y="71640"/>
                  </a:lnTo>
                  <a:close/>
                </a:path>
                <a:path w="3413760" h="295909">
                  <a:moveTo>
                    <a:pt x="480098" y="244906"/>
                  </a:moveTo>
                  <a:lnTo>
                    <a:pt x="479856" y="242557"/>
                  </a:lnTo>
                  <a:lnTo>
                    <a:pt x="474192" y="246113"/>
                  </a:lnTo>
                  <a:lnTo>
                    <a:pt x="480098" y="244906"/>
                  </a:lnTo>
                  <a:close/>
                </a:path>
                <a:path w="3413760" h="295909">
                  <a:moveTo>
                    <a:pt x="480098" y="164058"/>
                  </a:moveTo>
                  <a:lnTo>
                    <a:pt x="479856" y="161709"/>
                  </a:lnTo>
                  <a:lnTo>
                    <a:pt x="474192" y="165265"/>
                  </a:lnTo>
                  <a:lnTo>
                    <a:pt x="480098" y="164058"/>
                  </a:lnTo>
                  <a:close/>
                </a:path>
                <a:path w="3413760" h="295909">
                  <a:moveTo>
                    <a:pt x="480098" y="83210"/>
                  </a:moveTo>
                  <a:lnTo>
                    <a:pt x="479856" y="80873"/>
                  </a:lnTo>
                  <a:lnTo>
                    <a:pt x="474192" y="84416"/>
                  </a:lnTo>
                  <a:lnTo>
                    <a:pt x="480098" y="83210"/>
                  </a:lnTo>
                  <a:close/>
                </a:path>
                <a:path w="3413760" h="295909">
                  <a:moveTo>
                    <a:pt x="480098" y="2349"/>
                  </a:moveTo>
                  <a:lnTo>
                    <a:pt x="479856" y="0"/>
                  </a:lnTo>
                  <a:lnTo>
                    <a:pt x="474192" y="3556"/>
                  </a:lnTo>
                  <a:lnTo>
                    <a:pt x="480098" y="2349"/>
                  </a:lnTo>
                  <a:close/>
                </a:path>
                <a:path w="3413760" h="295909">
                  <a:moveTo>
                    <a:pt x="480910" y="252577"/>
                  </a:moveTo>
                  <a:lnTo>
                    <a:pt x="476554" y="253555"/>
                  </a:lnTo>
                  <a:lnTo>
                    <a:pt x="477278" y="255739"/>
                  </a:lnTo>
                  <a:lnTo>
                    <a:pt x="480910" y="252577"/>
                  </a:lnTo>
                  <a:close/>
                </a:path>
                <a:path w="3413760" h="295909">
                  <a:moveTo>
                    <a:pt x="480910" y="171742"/>
                  </a:moveTo>
                  <a:lnTo>
                    <a:pt x="476554" y="172707"/>
                  </a:lnTo>
                  <a:lnTo>
                    <a:pt x="477278" y="174891"/>
                  </a:lnTo>
                  <a:lnTo>
                    <a:pt x="480910" y="171742"/>
                  </a:lnTo>
                  <a:close/>
                </a:path>
                <a:path w="3413760" h="295909">
                  <a:moveTo>
                    <a:pt x="480910" y="90881"/>
                  </a:moveTo>
                  <a:lnTo>
                    <a:pt x="476554" y="91859"/>
                  </a:lnTo>
                  <a:lnTo>
                    <a:pt x="477278" y="94043"/>
                  </a:lnTo>
                  <a:lnTo>
                    <a:pt x="480910" y="90881"/>
                  </a:lnTo>
                  <a:close/>
                </a:path>
                <a:path w="3413760" h="295909">
                  <a:moveTo>
                    <a:pt x="480910" y="10033"/>
                  </a:moveTo>
                  <a:lnTo>
                    <a:pt x="476554" y="10998"/>
                  </a:lnTo>
                  <a:lnTo>
                    <a:pt x="477278" y="13182"/>
                  </a:lnTo>
                  <a:lnTo>
                    <a:pt x="480910" y="10033"/>
                  </a:lnTo>
                  <a:close/>
                </a:path>
                <a:path w="3413760" h="295909">
                  <a:moveTo>
                    <a:pt x="489724" y="253555"/>
                  </a:moveTo>
                  <a:lnTo>
                    <a:pt x="485114" y="254927"/>
                  </a:lnTo>
                  <a:lnTo>
                    <a:pt x="489000" y="255739"/>
                  </a:lnTo>
                  <a:lnTo>
                    <a:pt x="489724" y="253555"/>
                  </a:lnTo>
                  <a:close/>
                </a:path>
                <a:path w="3413760" h="295909">
                  <a:moveTo>
                    <a:pt x="489724" y="172707"/>
                  </a:moveTo>
                  <a:lnTo>
                    <a:pt x="485114" y="174078"/>
                  </a:lnTo>
                  <a:lnTo>
                    <a:pt x="489000" y="174891"/>
                  </a:lnTo>
                  <a:lnTo>
                    <a:pt x="489724" y="172707"/>
                  </a:lnTo>
                  <a:close/>
                </a:path>
                <a:path w="3413760" h="295909">
                  <a:moveTo>
                    <a:pt x="489724" y="91859"/>
                  </a:moveTo>
                  <a:lnTo>
                    <a:pt x="485114" y="93230"/>
                  </a:lnTo>
                  <a:lnTo>
                    <a:pt x="489000" y="94043"/>
                  </a:lnTo>
                  <a:lnTo>
                    <a:pt x="489724" y="91859"/>
                  </a:lnTo>
                  <a:close/>
                </a:path>
                <a:path w="3413760" h="295909">
                  <a:moveTo>
                    <a:pt x="489724" y="10998"/>
                  </a:moveTo>
                  <a:lnTo>
                    <a:pt x="485114" y="12369"/>
                  </a:lnTo>
                  <a:lnTo>
                    <a:pt x="489000" y="13182"/>
                  </a:lnTo>
                  <a:lnTo>
                    <a:pt x="489724" y="10998"/>
                  </a:lnTo>
                  <a:close/>
                </a:path>
                <a:path w="3413760" h="295909">
                  <a:moveTo>
                    <a:pt x="492798" y="243928"/>
                  </a:moveTo>
                  <a:lnTo>
                    <a:pt x="489648" y="243039"/>
                  </a:lnTo>
                  <a:lnTo>
                    <a:pt x="486156" y="244906"/>
                  </a:lnTo>
                  <a:lnTo>
                    <a:pt x="492798" y="243928"/>
                  </a:lnTo>
                  <a:close/>
                </a:path>
                <a:path w="3413760" h="295909">
                  <a:moveTo>
                    <a:pt x="492798" y="163080"/>
                  </a:moveTo>
                  <a:lnTo>
                    <a:pt x="489648" y="162204"/>
                  </a:lnTo>
                  <a:lnTo>
                    <a:pt x="486156" y="164058"/>
                  </a:lnTo>
                  <a:lnTo>
                    <a:pt x="492798" y="163080"/>
                  </a:lnTo>
                  <a:close/>
                </a:path>
                <a:path w="3413760" h="295909">
                  <a:moveTo>
                    <a:pt x="492798" y="82232"/>
                  </a:moveTo>
                  <a:lnTo>
                    <a:pt x="489648" y="81343"/>
                  </a:lnTo>
                  <a:lnTo>
                    <a:pt x="486156" y="83210"/>
                  </a:lnTo>
                  <a:lnTo>
                    <a:pt x="492798" y="82232"/>
                  </a:lnTo>
                  <a:close/>
                </a:path>
                <a:path w="3413760" h="295909">
                  <a:moveTo>
                    <a:pt x="492798" y="1371"/>
                  </a:moveTo>
                  <a:lnTo>
                    <a:pt x="489648" y="482"/>
                  </a:lnTo>
                  <a:lnTo>
                    <a:pt x="486156" y="2349"/>
                  </a:lnTo>
                  <a:lnTo>
                    <a:pt x="492798" y="1371"/>
                  </a:lnTo>
                  <a:close/>
                </a:path>
                <a:path w="3413760" h="295909">
                  <a:moveTo>
                    <a:pt x="492874" y="233349"/>
                  </a:moveTo>
                  <a:lnTo>
                    <a:pt x="492798" y="226872"/>
                  </a:lnTo>
                  <a:lnTo>
                    <a:pt x="492315" y="230035"/>
                  </a:lnTo>
                  <a:lnTo>
                    <a:pt x="492874" y="233349"/>
                  </a:lnTo>
                  <a:close/>
                </a:path>
                <a:path w="3413760" h="295909">
                  <a:moveTo>
                    <a:pt x="492874" y="152501"/>
                  </a:moveTo>
                  <a:lnTo>
                    <a:pt x="492798" y="146024"/>
                  </a:lnTo>
                  <a:lnTo>
                    <a:pt x="492315" y="149186"/>
                  </a:lnTo>
                  <a:lnTo>
                    <a:pt x="492874" y="152501"/>
                  </a:lnTo>
                  <a:close/>
                </a:path>
                <a:path w="3413760" h="295909">
                  <a:moveTo>
                    <a:pt x="492874" y="71640"/>
                  </a:moveTo>
                  <a:lnTo>
                    <a:pt x="492798" y="65163"/>
                  </a:lnTo>
                  <a:lnTo>
                    <a:pt x="492315" y="68313"/>
                  </a:lnTo>
                  <a:lnTo>
                    <a:pt x="492874" y="71640"/>
                  </a:lnTo>
                  <a:close/>
                </a:path>
                <a:path w="3413760" h="295909">
                  <a:moveTo>
                    <a:pt x="502589" y="265201"/>
                  </a:moveTo>
                  <a:lnTo>
                    <a:pt x="500405" y="261315"/>
                  </a:lnTo>
                  <a:lnTo>
                    <a:pt x="498462" y="262610"/>
                  </a:lnTo>
                  <a:lnTo>
                    <a:pt x="502589" y="265201"/>
                  </a:lnTo>
                  <a:close/>
                </a:path>
                <a:path w="3413760" h="295909">
                  <a:moveTo>
                    <a:pt x="502589" y="184353"/>
                  </a:moveTo>
                  <a:lnTo>
                    <a:pt x="500405" y="180467"/>
                  </a:lnTo>
                  <a:lnTo>
                    <a:pt x="498462" y="181762"/>
                  </a:lnTo>
                  <a:lnTo>
                    <a:pt x="502589" y="184353"/>
                  </a:lnTo>
                  <a:close/>
                </a:path>
                <a:path w="3413760" h="295909">
                  <a:moveTo>
                    <a:pt x="502589" y="103505"/>
                  </a:moveTo>
                  <a:lnTo>
                    <a:pt x="500405" y="99618"/>
                  </a:lnTo>
                  <a:lnTo>
                    <a:pt x="498462" y="100914"/>
                  </a:lnTo>
                  <a:lnTo>
                    <a:pt x="502589" y="103505"/>
                  </a:lnTo>
                  <a:close/>
                </a:path>
                <a:path w="3413760" h="295909">
                  <a:moveTo>
                    <a:pt x="502589" y="22644"/>
                  </a:moveTo>
                  <a:lnTo>
                    <a:pt x="500405" y="18757"/>
                  </a:lnTo>
                  <a:lnTo>
                    <a:pt x="498462" y="20053"/>
                  </a:lnTo>
                  <a:lnTo>
                    <a:pt x="502589" y="22644"/>
                  </a:lnTo>
                  <a:close/>
                </a:path>
                <a:path w="3413760" h="295909">
                  <a:moveTo>
                    <a:pt x="520522" y="285330"/>
                  </a:moveTo>
                  <a:lnTo>
                    <a:pt x="520280" y="282981"/>
                  </a:lnTo>
                  <a:lnTo>
                    <a:pt x="514629" y="286537"/>
                  </a:lnTo>
                  <a:lnTo>
                    <a:pt x="520522" y="285330"/>
                  </a:lnTo>
                  <a:close/>
                </a:path>
                <a:path w="3413760" h="295909">
                  <a:moveTo>
                    <a:pt x="520522" y="204482"/>
                  </a:moveTo>
                  <a:lnTo>
                    <a:pt x="520280" y="202133"/>
                  </a:lnTo>
                  <a:lnTo>
                    <a:pt x="514629" y="205689"/>
                  </a:lnTo>
                  <a:lnTo>
                    <a:pt x="520522" y="204482"/>
                  </a:lnTo>
                  <a:close/>
                </a:path>
                <a:path w="3413760" h="295909">
                  <a:moveTo>
                    <a:pt x="520522" y="123634"/>
                  </a:moveTo>
                  <a:lnTo>
                    <a:pt x="520280" y="121285"/>
                  </a:lnTo>
                  <a:lnTo>
                    <a:pt x="514629" y="124841"/>
                  </a:lnTo>
                  <a:lnTo>
                    <a:pt x="520522" y="123634"/>
                  </a:lnTo>
                  <a:close/>
                </a:path>
                <a:path w="3413760" h="295909">
                  <a:moveTo>
                    <a:pt x="520522" y="42773"/>
                  </a:moveTo>
                  <a:lnTo>
                    <a:pt x="520280" y="40424"/>
                  </a:lnTo>
                  <a:lnTo>
                    <a:pt x="514629" y="43980"/>
                  </a:lnTo>
                  <a:lnTo>
                    <a:pt x="520522" y="42773"/>
                  </a:lnTo>
                  <a:close/>
                </a:path>
                <a:path w="3413760" h="295909">
                  <a:moveTo>
                    <a:pt x="524738" y="273761"/>
                  </a:moveTo>
                  <a:lnTo>
                    <a:pt x="523633" y="265595"/>
                  </a:lnTo>
                  <a:lnTo>
                    <a:pt x="521589" y="265595"/>
                  </a:lnTo>
                  <a:lnTo>
                    <a:pt x="524738" y="273761"/>
                  </a:lnTo>
                  <a:close/>
                </a:path>
                <a:path w="3413760" h="295909">
                  <a:moveTo>
                    <a:pt x="524738" y="192925"/>
                  </a:moveTo>
                  <a:lnTo>
                    <a:pt x="523633" y="184746"/>
                  </a:lnTo>
                  <a:lnTo>
                    <a:pt x="521589" y="184746"/>
                  </a:lnTo>
                  <a:lnTo>
                    <a:pt x="524738" y="192925"/>
                  </a:lnTo>
                  <a:close/>
                </a:path>
                <a:path w="3413760" h="295909">
                  <a:moveTo>
                    <a:pt x="524738" y="112064"/>
                  </a:moveTo>
                  <a:lnTo>
                    <a:pt x="523633" y="103898"/>
                  </a:lnTo>
                  <a:lnTo>
                    <a:pt x="521589" y="103898"/>
                  </a:lnTo>
                  <a:lnTo>
                    <a:pt x="524738" y="112064"/>
                  </a:lnTo>
                  <a:close/>
                </a:path>
                <a:path w="3413760" h="295909">
                  <a:moveTo>
                    <a:pt x="524738" y="31216"/>
                  </a:moveTo>
                  <a:lnTo>
                    <a:pt x="523633" y="23037"/>
                  </a:lnTo>
                  <a:lnTo>
                    <a:pt x="521589" y="23037"/>
                  </a:lnTo>
                  <a:lnTo>
                    <a:pt x="524738" y="31216"/>
                  </a:lnTo>
                  <a:close/>
                </a:path>
                <a:path w="3413760" h="295909">
                  <a:moveTo>
                    <a:pt x="530148" y="293979"/>
                  </a:moveTo>
                  <a:lnTo>
                    <a:pt x="525792" y="293014"/>
                  </a:lnTo>
                  <a:lnTo>
                    <a:pt x="525538" y="295351"/>
                  </a:lnTo>
                  <a:lnTo>
                    <a:pt x="530148" y="293979"/>
                  </a:lnTo>
                  <a:close/>
                </a:path>
                <a:path w="3413760" h="295909">
                  <a:moveTo>
                    <a:pt x="530148" y="213131"/>
                  </a:moveTo>
                  <a:lnTo>
                    <a:pt x="525792" y="212166"/>
                  </a:lnTo>
                  <a:lnTo>
                    <a:pt x="525538" y="214503"/>
                  </a:lnTo>
                  <a:lnTo>
                    <a:pt x="530148" y="213131"/>
                  </a:lnTo>
                  <a:close/>
                </a:path>
                <a:path w="3413760" h="295909">
                  <a:moveTo>
                    <a:pt x="530148" y="132283"/>
                  </a:moveTo>
                  <a:lnTo>
                    <a:pt x="525792" y="131318"/>
                  </a:lnTo>
                  <a:lnTo>
                    <a:pt x="525538" y="133654"/>
                  </a:lnTo>
                  <a:lnTo>
                    <a:pt x="530148" y="132283"/>
                  </a:lnTo>
                  <a:close/>
                </a:path>
                <a:path w="3413760" h="295909">
                  <a:moveTo>
                    <a:pt x="530148" y="51422"/>
                  </a:moveTo>
                  <a:lnTo>
                    <a:pt x="525792" y="50457"/>
                  </a:lnTo>
                  <a:lnTo>
                    <a:pt x="525538" y="52806"/>
                  </a:lnTo>
                  <a:lnTo>
                    <a:pt x="530148" y="51422"/>
                  </a:lnTo>
                  <a:close/>
                </a:path>
                <a:path w="3413760" h="295909">
                  <a:moveTo>
                    <a:pt x="533222" y="284353"/>
                  </a:moveTo>
                  <a:lnTo>
                    <a:pt x="530072" y="283464"/>
                  </a:lnTo>
                  <a:lnTo>
                    <a:pt x="526592" y="285330"/>
                  </a:lnTo>
                  <a:lnTo>
                    <a:pt x="533222" y="284353"/>
                  </a:lnTo>
                  <a:close/>
                </a:path>
                <a:path w="3413760" h="295909">
                  <a:moveTo>
                    <a:pt x="533222" y="203504"/>
                  </a:moveTo>
                  <a:lnTo>
                    <a:pt x="530072" y="202615"/>
                  </a:lnTo>
                  <a:lnTo>
                    <a:pt x="526592" y="204482"/>
                  </a:lnTo>
                  <a:lnTo>
                    <a:pt x="533222" y="203504"/>
                  </a:lnTo>
                  <a:close/>
                </a:path>
                <a:path w="3413760" h="295909">
                  <a:moveTo>
                    <a:pt x="533222" y="122656"/>
                  </a:moveTo>
                  <a:lnTo>
                    <a:pt x="530072" y="121767"/>
                  </a:lnTo>
                  <a:lnTo>
                    <a:pt x="526592" y="123634"/>
                  </a:lnTo>
                  <a:lnTo>
                    <a:pt x="533222" y="122656"/>
                  </a:lnTo>
                  <a:close/>
                </a:path>
                <a:path w="3413760" h="295909">
                  <a:moveTo>
                    <a:pt x="533222" y="41795"/>
                  </a:moveTo>
                  <a:lnTo>
                    <a:pt x="530072" y="40906"/>
                  </a:lnTo>
                  <a:lnTo>
                    <a:pt x="526592" y="42773"/>
                  </a:lnTo>
                  <a:lnTo>
                    <a:pt x="533222" y="41795"/>
                  </a:lnTo>
                  <a:close/>
                </a:path>
                <a:path w="3413760" h="295909">
                  <a:moveTo>
                    <a:pt x="544855" y="233349"/>
                  </a:moveTo>
                  <a:lnTo>
                    <a:pt x="544423" y="229463"/>
                  </a:lnTo>
                  <a:lnTo>
                    <a:pt x="542112" y="229463"/>
                  </a:lnTo>
                  <a:lnTo>
                    <a:pt x="544855" y="233349"/>
                  </a:lnTo>
                  <a:close/>
                </a:path>
                <a:path w="3413760" h="295909">
                  <a:moveTo>
                    <a:pt x="544855" y="152501"/>
                  </a:moveTo>
                  <a:lnTo>
                    <a:pt x="544423" y="148615"/>
                  </a:lnTo>
                  <a:lnTo>
                    <a:pt x="542112" y="148615"/>
                  </a:lnTo>
                  <a:lnTo>
                    <a:pt x="544855" y="152501"/>
                  </a:lnTo>
                  <a:close/>
                </a:path>
                <a:path w="3413760" h="295909">
                  <a:moveTo>
                    <a:pt x="544855" y="71640"/>
                  </a:moveTo>
                  <a:lnTo>
                    <a:pt x="544423" y="67754"/>
                  </a:lnTo>
                  <a:lnTo>
                    <a:pt x="542112" y="67754"/>
                  </a:lnTo>
                  <a:lnTo>
                    <a:pt x="544855" y="71640"/>
                  </a:lnTo>
                  <a:close/>
                </a:path>
                <a:path w="3413760" h="295909">
                  <a:moveTo>
                    <a:pt x="560946" y="244906"/>
                  </a:moveTo>
                  <a:lnTo>
                    <a:pt x="560717" y="242557"/>
                  </a:lnTo>
                  <a:lnTo>
                    <a:pt x="555053" y="246113"/>
                  </a:lnTo>
                  <a:lnTo>
                    <a:pt x="560946" y="244906"/>
                  </a:lnTo>
                  <a:close/>
                </a:path>
                <a:path w="3413760" h="295909">
                  <a:moveTo>
                    <a:pt x="560946" y="164058"/>
                  </a:moveTo>
                  <a:lnTo>
                    <a:pt x="560717" y="161709"/>
                  </a:lnTo>
                  <a:lnTo>
                    <a:pt x="555053" y="165265"/>
                  </a:lnTo>
                  <a:lnTo>
                    <a:pt x="560946" y="164058"/>
                  </a:lnTo>
                  <a:close/>
                </a:path>
                <a:path w="3413760" h="295909">
                  <a:moveTo>
                    <a:pt x="560946" y="83210"/>
                  </a:moveTo>
                  <a:lnTo>
                    <a:pt x="560717" y="80873"/>
                  </a:lnTo>
                  <a:lnTo>
                    <a:pt x="555053" y="84416"/>
                  </a:lnTo>
                  <a:lnTo>
                    <a:pt x="560946" y="83210"/>
                  </a:lnTo>
                  <a:close/>
                </a:path>
                <a:path w="3413760" h="295909">
                  <a:moveTo>
                    <a:pt x="560946" y="2349"/>
                  </a:moveTo>
                  <a:lnTo>
                    <a:pt x="560717" y="0"/>
                  </a:lnTo>
                  <a:lnTo>
                    <a:pt x="555053" y="3556"/>
                  </a:lnTo>
                  <a:lnTo>
                    <a:pt x="560946" y="2349"/>
                  </a:lnTo>
                  <a:close/>
                </a:path>
                <a:path w="3413760" h="295909">
                  <a:moveTo>
                    <a:pt x="561759" y="252577"/>
                  </a:moveTo>
                  <a:lnTo>
                    <a:pt x="557403" y="253555"/>
                  </a:lnTo>
                  <a:lnTo>
                    <a:pt x="558126" y="255739"/>
                  </a:lnTo>
                  <a:lnTo>
                    <a:pt x="561759" y="252577"/>
                  </a:lnTo>
                  <a:close/>
                </a:path>
                <a:path w="3413760" h="295909">
                  <a:moveTo>
                    <a:pt x="561759" y="171742"/>
                  </a:moveTo>
                  <a:lnTo>
                    <a:pt x="557403" y="172707"/>
                  </a:lnTo>
                  <a:lnTo>
                    <a:pt x="558126" y="174891"/>
                  </a:lnTo>
                  <a:lnTo>
                    <a:pt x="561759" y="171742"/>
                  </a:lnTo>
                  <a:close/>
                </a:path>
                <a:path w="3413760" h="295909">
                  <a:moveTo>
                    <a:pt x="561759" y="90881"/>
                  </a:moveTo>
                  <a:lnTo>
                    <a:pt x="557403" y="91859"/>
                  </a:lnTo>
                  <a:lnTo>
                    <a:pt x="558126" y="94043"/>
                  </a:lnTo>
                  <a:lnTo>
                    <a:pt x="561759" y="90881"/>
                  </a:lnTo>
                  <a:close/>
                </a:path>
                <a:path w="3413760" h="295909">
                  <a:moveTo>
                    <a:pt x="561759" y="10033"/>
                  </a:moveTo>
                  <a:lnTo>
                    <a:pt x="557403" y="10998"/>
                  </a:lnTo>
                  <a:lnTo>
                    <a:pt x="558126" y="13182"/>
                  </a:lnTo>
                  <a:lnTo>
                    <a:pt x="561759" y="10033"/>
                  </a:lnTo>
                  <a:close/>
                </a:path>
                <a:path w="3413760" h="295909">
                  <a:moveTo>
                    <a:pt x="570572" y="253555"/>
                  </a:moveTo>
                  <a:lnTo>
                    <a:pt x="565962" y="254927"/>
                  </a:lnTo>
                  <a:lnTo>
                    <a:pt x="569849" y="255739"/>
                  </a:lnTo>
                  <a:lnTo>
                    <a:pt x="570572" y="253555"/>
                  </a:lnTo>
                  <a:close/>
                </a:path>
                <a:path w="3413760" h="295909">
                  <a:moveTo>
                    <a:pt x="570572" y="172707"/>
                  </a:moveTo>
                  <a:lnTo>
                    <a:pt x="565962" y="174078"/>
                  </a:lnTo>
                  <a:lnTo>
                    <a:pt x="569849" y="174891"/>
                  </a:lnTo>
                  <a:lnTo>
                    <a:pt x="570572" y="172707"/>
                  </a:lnTo>
                  <a:close/>
                </a:path>
                <a:path w="3413760" h="295909">
                  <a:moveTo>
                    <a:pt x="570572" y="91859"/>
                  </a:moveTo>
                  <a:lnTo>
                    <a:pt x="565962" y="93230"/>
                  </a:lnTo>
                  <a:lnTo>
                    <a:pt x="569849" y="94043"/>
                  </a:lnTo>
                  <a:lnTo>
                    <a:pt x="570572" y="91859"/>
                  </a:lnTo>
                  <a:close/>
                </a:path>
                <a:path w="3413760" h="295909">
                  <a:moveTo>
                    <a:pt x="570572" y="10998"/>
                  </a:moveTo>
                  <a:lnTo>
                    <a:pt x="565962" y="12369"/>
                  </a:lnTo>
                  <a:lnTo>
                    <a:pt x="569849" y="13182"/>
                  </a:lnTo>
                  <a:lnTo>
                    <a:pt x="570572" y="10998"/>
                  </a:lnTo>
                  <a:close/>
                </a:path>
                <a:path w="3413760" h="295909">
                  <a:moveTo>
                    <a:pt x="573646" y="243928"/>
                  </a:moveTo>
                  <a:lnTo>
                    <a:pt x="570484" y="243039"/>
                  </a:lnTo>
                  <a:lnTo>
                    <a:pt x="567016" y="244906"/>
                  </a:lnTo>
                  <a:lnTo>
                    <a:pt x="573646" y="243928"/>
                  </a:lnTo>
                  <a:close/>
                </a:path>
                <a:path w="3413760" h="295909">
                  <a:moveTo>
                    <a:pt x="573646" y="163080"/>
                  </a:moveTo>
                  <a:lnTo>
                    <a:pt x="570484" y="162204"/>
                  </a:lnTo>
                  <a:lnTo>
                    <a:pt x="567016" y="164058"/>
                  </a:lnTo>
                  <a:lnTo>
                    <a:pt x="573646" y="163080"/>
                  </a:lnTo>
                  <a:close/>
                </a:path>
                <a:path w="3413760" h="295909">
                  <a:moveTo>
                    <a:pt x="573646" y="82232"/>
                  </a:moveTo>
                  <a:lnTo>
                    <a:pt x="570484" y="81343"/>
                  </a:lnTo>
                  <a:lnTo>
                    <a:pt x="567016" y="83210"/>
                  </a:lnTo>
                  <a:lnTo>
                    <a:pt x="573646" y="82232"/>
                  </a:lnTo>
                  <a:close/>
                </a:path>
                <a:path w="3413760" h="295909">
                  <a:moveTo>
                    <a:pt x="573646" y="1371"/>
                  </a:moveTo>
                  <a:lnTo>
                    <a:pt x="570484" y="482"/>
                  </a:lnTo>
                  <a:lnTo>
                    <a:pt x="567016" y="2349"/>
                  </a:lnTo>
                  <a:lnTo>
                    <a:pt x="573646" y="1371"/>
                  </a:lnTo>
                  <a:close/>
                </a:path>
                <a:path w="3413760" h="295909">
                  <a:moveTo>
                    <a:pt x="573722" y="233349"/>
                  </a:moveTo>
                  <a:lnTo>
                    <a:pt x="573646" y="226872"/>
                  </a:lnTo>
                  <a:lnTo>
                    <a:pt x="573163" y="230035"/>
                  </a:lnTo>
                  <a:lnTo>
                    <a:pt x="573722" y="233349"/>
                  </a:lnTo>
                  <a:close/>
                </a:path>
                <a:path w="3413760" h="295909">
                  <a:moveTo>
                    <a:pt x="573722" y="152501"/>
                  </a:moveTo>
                  <a:lnTo>
                    <a:pt x="573646" y="146024"/>
                  </a:lnTo>
                  <a:lnTo>
                    <a:pt x="573163" y="149186"/>
                  </a:lnTo>
                  <a:lnTo>
                    <a:pt x="573722" y="152501"/>
                  </a:lnTo>
                  <a:close/>
                </a:path>
                <a:path w="3413760" h="295909">
                  <a:moveTo>
                    <a:pt x="573722" y="71640"/>
                  </a:moveTo>
                  <a:lnTo>
                    <a:pt x="573646" y="65163"/>
                  </a:lnTo>
                  <a:lnTo>
                    <a:pt x="573163" y="68313"/>
                  </a:lnTo>
                  <a:lnTo>
                    <a:pt x="573722" y="71640"/>
                  </a:lnTo>
                  <a:close/>
                </a:path>
                <a:path w="3413760" h="295909">
                  <a:moveTo>
                    <a:pt x="583425" y="265201"/>
                  </a:moveTo>
                  <a:lnTo>
                    <a:pt x="581253" y="261315"/>
                  </a:lnTo>
                  <a:lnTo>
                    <a:pt x="579297" y="262610"/>
                  </a:lnTo>
                  <a:lnTo>
                    <a:pt x="583425" y="265201"/>
                  </a:lnTo>
                  <a:close/>
                </a:path>
                <a:path w="3413760" h="295909">
                  <a:moveTo>
                    <a:pt x="583425" y="184353"/>
                  </a:moveTo>
                  <a:lnTo>
                    <a:pt x="581253" y="180467"/>
                  </a:lnTo>
                  <a:lnTo>
                    <a:pt x="579297" y="181762"/>
                  </a:lnTo>
                  <a:lnTo>
                    <a:pt x="583425" y="184353"/>
                  </a:lnTo>
                  <a:close/>
                </a:path>
                <a:path w="3413760" h="295909">
                  <a:moveTo>
                    <a:pt x="583425" y="103505"/>
                  </a:moveTo>
                  <a:lnTo>
                    <a:pt x="581253" y="99618"/>
                  </a:lnTo>
                  <a:lnTo>
                    <a:pt x="579297" y="100914"/>
                  </a:lnTo>
                  <a:lnTo>
                    <a:pt x="583425" y="103505"/>
                  </a:lnTo>
                  <a:close/>
                </a:path>
                <a:path w="3413760" h="295909">
                  <a:moveTo>
                    <a:pt x="583425" y="22644"/>
                  </a:moveTo>
                  <a:lnTo>
                    <a:pt x="581253" y="18757"/>
                  </a:lnTo>
                  <a:lnTo>
                    <a:pt x="579297" y="20053"/>
                  </a:lnTo>
                  <a:lnTo>
                    <a:pt x="583425" y="22644"/>
                  </a:lnTo>
                  <a:close/>
                </a:path>
                <a:path w="3413760" h="295909">
                  <a:moveTo>
                    <a:pt x="601370" y="285330"/>
                  </a:moveTo>
                  <a:lnTo>
                    <a:pt x="601141" y="282981"/>
                  </a:lnTo>
                  <a:lnTo>
                    <a:pt x="595477" y="286537"/>
                  </a:lnTo>
                  <a:lnTo>
                    <a:pt x="601370" y="285330"/>
                  </a:lnTo>
                  <a:close/>
                </a:path>
                <a:path w="3413760" h="295909">
                  <a:moveTo>
                    <a:pt x="601370" y="204482"/>
                  </a:moveTo>
                  <a:lnTo>
                    <a:pt x="601141" y="202133"/>
                  </a:lnTo>
                  <a:lnTo>
                    <a:pt x="595477" y="205689"/>
                  </a:lnTo>
                  <a:lnTo>
                    <a:pt x="601370" y="204482"/>
                  </a:lnTo>
                  <a:close/>
                </a:path>
                <a:path w="3413760" h="295909">
                  <a:moveTo>
                    <a:pt x="601370" y="123634"/>
                  </a:moveTo>
                  <a:lnTo>
                    <a:pt x="601141" y="121285"/>
                  </a:lnTo>
                  <a:lnTo>
                    <a:pt x="595477" y="124841"/>
                  </a:lnTo>
                  <a:lnTo>
                    <a:pt x="601370" y="123634"/>
                  </a:lnTo>
                  <a:close/>
                </a:path>
                <a:path w="3413760" h="295909">
                  <a:moveTo>
                    <a:pt x="601370" y="42773"/>
                  </a:moveTo>
                  <a:lnTo>
                    <a:pt x="601141" y="40424"/>
                  </a:lnTo>
                  <a:lnTo>
                    <a:pt x="595477" y="43980"/>
                  </a:lnTo>
                  <a:lnTo>
                    <a:pt x="601370" y="42773"/>
                  </a:lnTo>
                  <a:close/>
                </a:path>
                <a:path w="3413760" h="295909">
                  <a:moveTo>
                    <a:pt x="605574" y="273761"/>
                  </a:moveTo>
                  <a:lnTo>
                    <a:pt x="604494" y="265595"/>
                  </a:lnTo>
                  <a:lnTo>
                    <a:pt x="602424" y="265595"/>
                  </a:lnTo>
                  <a:lnTo>
                    <a:pt x="605574" y="273761"/>
                  </a:lnTo>
                  <a:close/>
                </a:path>
                <a:path w="3413760" h="295909">
                  <a:moveTo>
                    <a:pt x="605574" y="192925"/>
                  </a:moveTo>
                  <a:lnTo>
                    <a:pt x="604494" y="184746"/>
                  </a:lnTo>
                  <a:lnTo>
                    <a:pt x="602424" y="184746"/>
                  </a:lnTo>
                  <a:lnTo>
                    <a:pt x="605574" y="192925"/>
                  </a:lnTo>
                  <a:close/>
                </a:path>
                <a:path w="3413760" h="295909">
                  <a:moveTo>
                    <a:pt x="605574" y="112064"/>
                  </a:moveTo>
                  <a:lnTo>
                    <a:pt x="604494" y="103898"/>
                  </a:lnTo>
                  <a:lnTo>
                    <a:pt x="602424" y="103898"/>
                  </a:lnTo>
                  <a:lnTo>
                    <a:pt x="605574" y="112064"/>
                  </a:lnTo>
                  <a:close/>
                </a:path>
                <a:path w="3413760" h="295909">
                  <a:moveTo>
                    <a:pt x="605574" y="31216"/>
                  </a:moveTo>
                  <a:lnTo>
                    <a:pt x="604494" y="23037"/>
                  </a:lnTo>
                  <a:lnTo>
                    <a:pt x="602424" y="23037"/>
                  </a:lnTo>
                  <a:lnTo>
                    <a:pt x="605574" y="31216"/>
                  </a:lnTo>
                  <a:close/>
                </a:path>
                <a:path w="3413760" h="295909">
                  <a:moveTo>
                    <a:pt x="610997" y="293979"/>
                  </a:moveTo>
                  <a:lnTo>
                    <a:pt x="606640" y="293014"/>
                  </a:lnTo>
                  <a:lnTo>
                    <a:pt x="606399" y="295351"/>
                  </a:lnTo>
                  <a:lnTo>
                    <a:pt x="610997" y="293979"/>
                  </a:lnTo>
                  <a:close/>
                </a:path>
                <a:path w="3413760" h="295909">
                  <a:moveTo>
                    <a:pt x="610997" y="213131"/>
                  </a:moveTo>
                  <a:lnTo>
                    <a:pt x="606640" y="212166"/>
                  </a:lnTo>
                  <a:lnTo>
                    <a:pt x="606399" y="214503"/>
                  </a:lnTo>
                  <a:lnTo>
                    <a:pt x="610997" y="213131"/>
                  </a:lnTo>
                  <a:close/>
                </a:path>
                <a:path w="3413760" h="295909">
                  <a:moveTo>
                    <a:pt x="610997" y="132283"/>
                  </a:moveTo>
                  <a:lnTo>
                    <a:pt x="606640" y="131318"/>
                  </a:lnTo>
                  <a:lnTo>
                    <a:pt x="606399" y="133654"/>
                  </a:lnTo>
                  <a:lnTo>
                    <a:pt x="610997" y="132283"/>
                  </a:lnTo>
                  <a:close/>
                </a:path>
                <a:path w="3413760" h="295909">
                  <a:moveTo>
                    <a:pt x="610997" y="51422"/>
                  </a:moveTo>
                  <a:lnTo>
                    <a:pt x="606640" y="50457"/>
                  </a:lnTo>
                  <a:lnTo>
                    <a:pt x="606399" y="52806"/>
                  </a:lnTo>
                  <a:lnTo>
                    <a:pt x="610997" y="51422"/>
                  </a:lnTo>
                  <a:close/>
                </a:path>
                <a:path w="3413760" h="295909">
                  <a:moveTo>
                    <a:pt x="614083" y="284353"/>
                  </a:moveTo>
                  <a:lnTo>
                    <a:pt x="610908" y="283464"/>
                  </a:lnTo>
                  <a:lnTo>
                    <a:pt x="607441" y="285330"/>
                  </a:lnTo>
                  <a:lnTo>
                    <a:pt x="614083" y="284353"/>
                  </a:lnTo>
                  <a:close/>
                </a:path>
                <a:path w="3413760" h="295909">
                  <a:moveTo>
                    <a:pt x="614083" y="203504"/>
                  </a:moveTo>
                  <a:lnTo>
                    <a:pt x="610908" y="202615"/>
                  </a:lnTo>
                  <a:lnTo>
                    <a:pt x="607441" y="204482"/>
                  </a:lnTo>
                  <a:lnTo>
                    <a:pt x="614083" y="203504"/>
                  </a:lnTo>
                  <a:close/>
                </a:path>
                <a:path w="3413760" h="295909">
                  <a:moveTo>
                    <a:pt x="614083" y="122656"/>
                  </a:moveTo>
                  <a:lnTo>
                    <a:pt x="610908" y="121767"/>
                  </a:lnTo>
                  <a:lnTo>
                    <a:pt x="607441" y="123634"/>
                  </a:lnTo>
                  <a:lnTo>
                    <a:pt x="614083" y="122656"/>
                  </a:lnTo>
                  <a:close/>
                </a:path>
                <a:path w="3413760" h="295909">
                  <a:moveTo>
                    <a:pt x="614083" y="41795"/>
                  </a:moveTo>
                  <a:lnTo>
                    <a:pt x="610908" y="40906"/>
                  </a:lnTo>
                  <a:lnTo>
                    <a:pt x="607441" y="42773"/>
                  </a:lnTo>
                  <a:lnTo>
                    <a:pt x="614083" y="41795"/>
                  </a:lnTo>
                  <a:close/>
                </a:path>
                <a:path w="3413760" h="295909">
                  <a:moveTo>
                    <a:pt x="625716" y="233349"/>
                  </a:moveTo>
                  <a:lnTo>
                    <a:pt x="625271" y="229463"/>
                  </a:lnTo>
                  <a:lnTo>
                    <a:pt x="622960" y="229463"/>
                  </a:lnTo>
                  <a:lnTo>
                    <a:pt x="625716" y="233349"/>
                  </a:lnTo>
                  <a:close/>
                </a:path>
                <a:path w="3413760" h="295909">
                  <a:moveTo>
                    <a:pt x="625716" y="152501"/>
                  </a:moveTo>
                  <a:lnTo>
                    <a:pt x="625271" y="148615"/>
                  </a:lnTo>
                  <a:lnTo>
                    <a:pt x="622960" y="148615"/>
                  </a:lnTo>
                  <a:lnTo>
                    <a:pt x="625716" y="152501"/>
                  </a:lnTo>
                  <a:close/>
                </a:path>
                <a:path w="3413760" h="295909">
                  <a:moveTo>
                    <a:pt x="625716" y="71640"/>
                  </a:moveTo>
                  <a:lnTo>
                    <a:pt x="625271" y="67754"/>
                  </a:lnTo>
                  <a:lnTo>
                    <a:pt x="622960" y="67754"/>
                  </a:lnTo>
                  <a:lnTo>
                    <a:pt x="625716" y="71640"/>
                  </a:lnTo>
                  <a:close/>
                </a:path>
                <a:path w="3413760" h="295909">
                  <a:moveTo>
                    <a:pt x="641819" y="244906"/>
                  </a:moveTo>
                  <a:lnTo>
                    <a:pt x="641565" y="242557"/>
                  </a:lnTo>
                  <a:lnTo>
                    <a:pt x="635901" y="246113"/>
                  </a:lnTo>
                  <a:lnTo>
                    <a:pt x="641819" y="244906"/>
                  </a:lnTo>
                  <a:close/>
                </a:path>
                <a:path w="3413760" h="295909">
                  <a:moveTo>
                    <a:pt x="641819" y="164058"/>
                  </a:moveTo>
                  <a:lnTo>
                    <a:pt x="641565" y="161709"/>
                  </a:lnTo>
                  <a:lnTo>
                    <a:pt x="635901" y="165265"/>
                  </a:lnTo>
                  <a:lnTo>
                    <a:pt x="641819" y="164058"/>
                  </a:lnTo>
                  <a:close/>
                </a:path>
                <a:path w="3413760" h="295909">
                  <a:moveTo>
                    <a:pt x="641819" y="83210"/>
                  </a:moveTo>
                  <a:lnTo>
                    <a:pt x="641565" y="80873"/>
                  </a:lnTo>
                  <a:lnTo>
                    <a:pt x="635901" y="84416"/>
                  </a:lnTo>
                  <a:lnTo>
                    <a:pt x="641819" y="83210"/>
                  </a:lnTo>
                  <a:close/>
                </a:path>
                <a:path w="3413760" h="295909">
                  <a:moveTo>
                    <a:pt x="641819" y="2349"/>
                  </a:moveTo>
                  <a:lnTo>
                    <a:pt x="641565" y="0"/>
                  </a:lnTo>
                  <a:lnTo>
                    <a:pt x="635901" y="3556"/>
                  </a:lnTo>
                  <a:lnTo>
                    <a:pt x="641819" y="2349"/>
                  </a:lnTo>
                  <a:close/>
                </a:path>
                <a:path w="3413760" h="295909">
                  <a:moveTo>
                    <a:pt x="642620" y="252577"/>
                  </a:moveTo>
                  <a:lnTo>
                    <a:pt x="638251" y="253555"/>
                  </a:lnTo>
                  <a:lnTo>
                    <a:pt x="638975" y="255739"/>
                  </a:lnTo>
                  <a:lnTo>
                    <a:pt x="642620" y="252577"/>
                  </a:lnTo>
                  <a:close/>
                </a:path>
                <a:path w="3413760" h="295909">
                  <a:moveTo>
                    <a:pt x="642620" y="171742"/>
                  </a:moveTo>
                  <a:lnTo>
                    <a:pt x="638251" y="172707"/>
                  </a:lnTo>
                  <a:lnTo>
                    <a:pt x="638975" y="174891"/>
                  </a:lnTo>
                  <a:lnTo>
                    <a:pt x="642620" y="171742"/>
                  </a:lnTo>
                  <a:close/>
                </a:path>
                <a:path w="3413760" h="295909">
                  <a:moveTo>
                    <a:pt x="642620" y="90881"/>
                  </a:moveTo>
                  <a:lnTo>
                    <a:pt x="638251" y="91859"/>
                  </a:lnTo>
                  <a:lnTo>
                    <a:pt x="638975" y="94043"/>
                  </a:lnTo>
                  <a:lnTo>
                    <a:pt x="642620" y="90881"/>
                  </a:lnTo>
                  <a:close/>
                </a:path>
                <a:path w="3413760" h="295909">
                  <a:moveTo>
                    <a:pt x="642620" y="10033"/>
                  </a:moveTo>
                  <a:lnTo>
                    <a:pt x="638251" y="10998"/>
                  </a:lnTo>
                  <a:lnTo>
                    <a:pt x="638975" y="13182"/>
                  </a:lnTo>
                  <a:lnTo>
                    <a:pt x="642620" y="10033"/>
                  </a:lnTo>
                  <a:close/>
                </a:path>
                <a:path w="3413760" h="295909">
                  <a:moveTo>
                    <a:pt x="651433" y="253555"/>
                  </a:moveTo>
                  <a:lnTo>
                    <a:pt x="646811" y="254927"/>
                  </a:lnTo>
                  <a:lnTo>
                    <a:pt x="650697" y="255739"/>
                  </a:lnTo>
                  <a:lnTo>
                    <a:pt x="651433" y="253555"/>
                  </a:lnTo>
                  <a:close/>
                </a:path>
                <a:path w="3413760" h="295909">
                  <a:moveTo>
                    <a:pt x="651433" y="172707"/>
                  </a:moveTo>
                  <a:lnTo>
                    <a:pt x="646811" y="174078"/>
                  </a:lnTo>
                  <a:lnTo>
                    <a:pt x="650697" y="174891"/>
                  </a:lnTo>
                  <a:lnTo>
                    <a:pt x="651433" y="172707"/>
                  </a:lnTo>
                  <a:close/>
                </a:path>
                <a:path w="3413760" h="295909">
                  <a:moveTo>
                    <a:pt x="651433" y="91859"/>
                  </a:moveTo>
                  <a:lnTo>
                    <a:pt x="646811" y="93230"/>
                  </a:lnTo>
                  <a:lnTo>
                    <a:pt x="650697" y="94043"/>
                  </a:lnTo>
                  <a:lnTo>
                    <a:pt x="651433" y="91859"/>
                  </a:lnTo>
                  <a:close/>
                </a:path>
                <a:path w="3413760" h="295909">
                  <a:moveTo>
                    <a:pt x="651433" y="10998"/>
                  </a:moveTo>
                  <a:lnTo>
                    <a:pt x="646811" y="12369"/>
                  </a:lnTo>
                  <a:lnTo>
                    <a:pt x="650697" y="13182"/>
                  </a:lnTo>
                  <a:lnTo>
                    <a:pt x="651433" y="10998"/>
                  </a:lnTo>
                  <a:close/>
                </a:path>
                <a:path w="3413760" h="295909">
                  <a:moveTo>
                    <a:pt x="654507" y="243928"/>
                  </a:moveTo>
                  <a:lnTo>
                    <a:pt x="651357" y="243039"/>
                  </a:lnTo>
                  <a:lnTo>
                    <a:pt x="647877" y="244906"/>
                  </a:lnTo>
                  <a:lnTo>
                    <a:pt x="654507" y="243928"/>
                  </a:lnTo>
                  <a:close/>
                </a:path>
                <a:path w="3413760" h="295909">
                  <a:moveTo>
                    <a:pt x="654507" y="163080"/>
                  </a:moveTo>
                  <a:lnTo>
                    <a:pt x="651357" y="162204"/>
                  </a:lnTo>
                  <a:lnTo>
                    <a:pt x="647877" y="164058"/>
                  </a:lnTo>
                  <a:lnTo>
                    <a:pt x="654507" y="163080"/>
                  </a:lnTo>
                  <a:close/>
                </a:path>
                <a:path w="3413760" h="295909">
                  <a:moveTo>
                    <a:pt x="654507" y="82232"/>
                  </a:moveTo>
                  <a:lnTo>
                    <a:pt x="651357" y="81343"/>
                  </a:lnTo>
                  <a:lnTo>
                    <a:pt x="647877" y="83210"/>
                  </a:lnTo>
                  <a:lnTo>
                    <a:pt x="654507" y="82232"/>
                  </a:lnTo>
                  <a:close/>
                </a:path>
                <a:path w="3413760" h="295909">
                  <a:moveTo>
                    <a:pt x="654507" y="1371"/>
                  </a:moveTo>
                  <a:lnTo>
                    <a:pt x="651357" y="482"/>
                  </a:lnTo>
                  <a:lnTo>
                    <a:pt x="647877" y="2349"/>
                  </a:lnTo>
                  <a:lnTo>
                    <a:pt x="654507" y="1371"/>
                  </a:lnTo>
                  <a:close/>
                </a:path>
                <a:path w="3413760" h="295909">
                  <a:moveTo>
                    <a:pt x="654570" y="233349"/>
                  </a:moveTo>
                  <a:lnTo>
                    <a:pt x="654507" y="226872"/>
                  </a:lnTo>
                  <a:lnTo>
                    <a:pt x="654011" y="230035"/>
                  </a:lnTo>
                  <a:lnTo>
                    <a:pt x="654570" y="233349"/>
                  </a:lnTo>
                  <a:close/>
                </a:path>
                <a:path w="3413760" h="295909">
                  <a:moveTo>
                    <a:pt x="654570" y="152501"/>
                  </a:moveTo>
                  <a:lnTo>
                    <a:pt x="654507" y="146024"/>
                  </a:lnTo>
                  <a:lnTo>
                    <a:pt x="654011" y="149186"/>
                  </a:lnTo>
                  <a:lnTo>
                    <a:pt x="654570" y="152501"/>
                  </a:lnTo>
                  <a:close/>
                </a:path>
                <a:path w="3413760" h="295909">
                  <a:moveTo>
                    <a:pt x="654570" y="71640"/>
                  </a:moveTo>
                  <a:lnTo>
                    <a:pt x="654507" y="65163"/>
                  </a:lnTo>
                  <a:lnTo>
                    <a:pt x="654011" y="68313"/>
                  </a:lnTo>
                  <a:lnTo>
                    <a:pt x="654570" y="71640"/>
                  </a:lnTo>
                  <a:close/>
                </a:path>
                <a:path w="3413760" h="295909">
                  <a:moveTo>
                    <a:pt x="664286" y="265201"/>
                  </a:moveTo>
                  <a:lnTo>
                    <a:pt x="662101" y="261315"/>
                  </a:lnTo>
                  <a:lnTo>
                    <a:pt x="660158" y="262610"/>
                  </a:lnTo>
                  <a:lnTo>
                    <a:pt x="664286" y="265201"/>
                  </a:lnTo>
                  <a:close/>
                </a:path>
                <a:path w="3413760" h="295909">
                  <a:moveTo>
                    <a:pt x="664286" y="184353"/>
                  </a:moveTo>
                  <a:lnTo>
                    <a:pt x="662101" y="180467"/>
                  </a:lnTo>
                  <a:lnTo>
                    <a:pt x="660158" y="181762"/>
                  </a:lnTo>
                  <a:lnTo>
                    <a:pt x="664286" y="184353"/>
                  </a:lnTo>
                  <a:close/>
                </a:path>
                <a:path w="3413760" h="295909">
                  <a:moveTo>
                    <a:pt x="664286" y="103505"/>
                  </a:moveTo>
                  <a:lnTo>
                    <a:pt x="662101" y="99618"/>
                  </a:lnTo>
                  <a:lnTo>
                    <a:pt x="660158" y="100914"/>
                  </a:lnTo>
                  <a:lnTo>
                    <a:pt x="664286" y="103505"/>
                  </a:lnTo>
                  <a:close/>
                </a:path>
                <a:path w="3413760" h="295909">
                  <a:moveTo>
                    <a:pt x="664286" y="22644"/>
                  </a:moveTo>
                  <a:lnTo>
                    <a:pt x="662101" y="18757"/>
                  </a:lnTo>
                  <a:lnTo>
                    <a:pt x="660158" y="20053"/>
                  </a:lnTo>
                  <a:lnTo>
                    <a:pt x="664286" y="22644"/>
                  </a:lnTo>
                  <a:close/>
                </a:path>
                <a:path w="3413760" h="295909">
                  <a:moveTo>
                    <a:pt x="682231" y="285330"/>
                  </a:moveTo>
                  <a:lnTo>
                    <a:pt x="681990" y="282981"/>
                  </a:lnTo>
                  <a:lnTo>
                    <a:pt x="676325" y="286537"/>
                  </a:lnTo>
                  <a:lnTo>
                    <a:pt x="682231" y="285330"/>
                  </a:lnTo>
                  <a:close/>
                </a:path>
                <a:path w="3413760" h="295909">
                  <a:moveTo>
                    <a:pt x="682231" y="204482"/>
                  </a:moveTo>
                  <a:lnTo>
                    <a:pt x="681990" y="202133"/>
                  </a:lnTo>
                  <a:lnTo>
                    <a:pt x="676325" y="205689"/>
                  </a:lnTo>
                  <a:lnTo>
                    <a:pt x="682231" y="204482"/>
                  </a:lnTo>
                  <a:close/>
                </a:path>
                <a:path w="3413760" h="295909">
                  <a:moveTo>
                    <a:pt x="682231" y="123634"/>
                  </a:moveTo>
                  <a:lnTo>
                    <a:pt x="681990" y="121285"/>
                  </a:lnTo>
                  <a:lnTo>
                    <a:pt x="676325" y="124841"/>
                  </a:lnTo>
                  <a:lnTo>
                    <a:pt x="682231" y="123634"/>
                  </a:lnTo>
                  <a:close/>
                </a:path>
                <a:path w="3413760" h="295909">
                  <a:moveTo>
                    <a:pt x="682231" y="42773"/>
                  </a:moveTo>
                  <a:lnTo>
                    <a:pt x="681990" y="40424"/>
                  </a:lnTo>
                  <a:lnTo>
                    <a:pt x="676325" y="43980"/>
                  </a:lnTo>
                  <a:lnTo>
                    <a:pt x="682231" y="42773"/>
                  </a:lnTo>
                  <a:close/>
                </a:path>
                <a:path w="3413760" h="295909">
                  <a:moveTo>
                    <a:pt x="686435" y="273761"/>
                  </a:moveTo>
                  <a:lnTo>
                    <a:pt x="685342" y="265595"/>
                  </a:lnTo>
                  <a:lnTo>
                    <a:pt x="683285" y="265595"/>
                  </a:lnTo>
                  <a:lnTo>
                    <a:pt x="686435" y="273761"/>
                  </a:lnTo>
                  <a:close/>
                </a:path>
                <a:path w="3413760" h="295909">
                  <a:moveTo>
                    <a:pt x="686435" y="192925"/>
                  </a:moveTo>
                  <a:lnTo>
                    <a:pt x="685342" y="184746"/>
                  </a:lnTo>
                  <a:lnTo>
                    <a:pt x="683285" y="184746"/>
                  </a:lnTo>
                  <a:lnTo>
                    <a:pt x="686435" y="192925"/>
                  </a:lnTo>
                  <a:close/>
                </a:path>
                <a:path w="3413760" h="295909">
                  <a:moveTo>
                    <a:pt x="686435" y="112064"/>
                  </a:moveTo>
                  <a:lnTo>
                    <a:pt x="685342" y="103898"/>
                  </a:lnTo>
                  <a:lnTo>
                    <a:pt x="683285" y="103898"/>
                  </a:lnTo>
                  <a:lnTo>
                    <a:pt x="686435" y="112064"/>
                  </a:lnTo>
                  <a:close/>
                </a:path>
                <a:path w="3413760" h="295909">
                  <a:moveTo>
                    <a:pt x="686435" y="31216"/>
                  </a:moveTo>
                  <a:lnTo>
                    <a:pt x="685342" y="23037"/>
                  </a:lnTo>
                  <a:lnTo>
                    <a:pt x="683285" y="23037"/>
                  </a:lnTo>
                  <a:lnTo>
                    <a:pt x="686435" y="31216"/>
                  </a:lnTo>
                  <a:close/>
                </a:path>
                <a:path w="3413760" h="295909">
                  <a:moveTo>
                    <a:pt x="691857" y="293979"/>
                  </a:moveTo>
                  <a:lnTo>
                    <a:pt x="687489" y="293014"/>
                  </a:lnTo>
                  <a:lnTo>
                    <a:pt x="687235" y="295351"/>
                  </a:lnTo>
                  <a:lnTo>
                    <a:pt x="691857" y="293979"/>
                  </a:lnTo>
                  <a:close/>
                </a:path>
                <a:path w="3413760" h="295909">
                  <a:moveTo>
                    <a:pt x="691857" y="213131"/>
                  </a:moveTo>
                  <a:lnTo>
                    <a:pt x="687489" y="212166"/>
                  </a:lnTo>
                  <a:lnTo>
                    <a:pt x="687235" y="214503"/>
                  </a:lnTo>
                  <a:lnTo>
                    <a:pt x="691857" y="213131"/>
                  </a:lnTo>
                  <a:close/>
                </a:path>
                <a:path w="3413760" h="295909">
                  <a:moveTo>
                    <a:pt x="691857" y="132283"/>
                  </a:moveTo>
                  <a:lnTo>
                    <a:pt x="687489" y="131318"/>
                  </a:lnTo>
                  <a:lnTo>
                    <a:pt x="687235" y="133654"/>
                  </a:lnTo>
                  <a:lnTo>
                    <a:pt x="691857" y="132283"/>
                  </a:lnTo>
                  <a:close/>
                </a:path>
                <a:path w="3413760" h="295909">
                  <a:moveTo>
                    <a:pt x="691857" y="51422"/>
                  </a:moveTo>
                  <a:lnTo>
                    <a:pt x="687489" y="50457"/>
                  </a:lnTo>
                  <a:lnTo>
                    <a:pt x="687235" y="52806"/>
                  </a:lnTo>
                  <a:lnTo>
                    <a:pt x="691857" y="51422"/>
                  </a:lnTo>
                  <a:close/>
                </a:path>
                <a:path w="3413760" h="295909">
                  <a:moveTo>
                    <a:pt x="694931" y="284353"/>
                  </a:moveTo>
                  <a:lnTo>
                    <a:pt x="691781" y="283464"/>
                  </a:lnTo>
                  <a:lnTo>
                    <a:pt x="688301" y="285330"/>
                  </a:lnTo>
                  <a:lnTo>
                    <a:pt x="694931" y="284353"/>
                  </a:lnTo>
                  <a:close/>
                </a:path>
                <a:path w="3413760" h="295909">
                  <a:moveTo>
                    <a:pt x="694931" y="203504"/>
                  </a:moveTo>
                  <a:lnTo>
                    <a:pt x="691781" y="202615"/>
                  </a:lnTo>
                  <a:lnTo>
                    <a:pt x="688301" y="204482"/>
                  </a:lnTo>
                  <a:lnTo>
                    <a:pt x="694931" y="203504"/>
                  </a:lnTo>
                  <a:close/>
                </a:path>
                <a:path w="3413760" h="295909">
                  <a:moveTo>
                    <a:pt x="694931" y="122656"/>
                  </a:moveTo>
                  <a:lnTo>
                    <a:pt x="691781" y="121767"/>
                  </a:lnTo>
                  <a:lnTo>
                    <a:pt x="688301" y="123634"/>
                  </a:lnTo>
                  <a:lnTo>
                    <a:pt x="694931" y="122656"/>
                  </a:lnTo>
                  <a:close/>
                </a:path>
                <a:path w="3413760" h="295909">
                  <a:moveTo>
                    <a:pt x="694931" y="41795"/>
                  </a:moveTo>
                  <a:lnTo>
                    <a:pt x="691781" y="40906"/>
                  </a:lnTo>
                  <a:lnTo>
                    <a:pt x="688301" y="42773"/>
                  </a:lnTo>
                  <a:lnTo>
                    <a:pt x="694931" y="41795"/>
                  </a:lnTo>
                  <a:close/>
                </a:path>
                <a:path w="3413760" h="295909">
                  <a:moveTo>
                    <a:pt x="706564" y="233349"/>
                  </a:moveTo>
                  <a:lnTo>
                    <a:pt x="706145" y="229463"/>
                  </a:lnTo>
                  <a:lnTo>
                    <a:pt x="703821" y="229463"/>
                  </a:lnTo>
                  <a:lnTo>
                    <a:pt x="706564" y="233349"/>
                  </a:lnTo>
                  <a:close/>
                </a:path>
                <a:path w="3413760" h="295909">
                  <a:moveTo>
                    <a:pt x="706564" y="152501"/>
                  </a:moveTo>
                  <a:lnTo>
                    <a:pt x="706145" y="148615"/>
                  </a:lnTo>
                  <a:lnTo>
                    <a:pt x="703821" y="148615"/>
                  </a:lnTo>
                  <a:lnTo>
                    <a:pt x="706564" y="152501"/>
                  </a:lnTo>
                  <a:close/>
                </a:path>
                <a:path w="3413760" h="295909">
                  <a:moveTo>
                    <a:pt x="706564" y="71640"/>
                  </a:moveTo>
                  <a:lnTo>
                    <a:pt x="706145" y="67754"/>
                  </a:lnTo>
                  <a:lnTo>
                    <a:pt x="703821" y="67754"/>
                  </a:lnTo>
                  <a:lnTo>
                    <a:pt x="706564" y="71640"/>
                  </a:lnTo>
                  <a:close/>
                </a:path>
                <a:path w="3413760" h="295909">
                  <a:moveTo>
                    <a:pt x="722655" y="244906"/>
                  </a:moveTo>
                  <a:lnTo>
                    <a:pt x="722414" y="242557"/>
                  </a:lnTo>
                  <a:lnTo>
                    <a:pt x="716749" y="246113"/>
                  </a:lnTo>
                  <a:lnTo>
                    <a:pt x="722655" y="244906"/>
                  </a:lnTo>
                  <a:close/>
                </a:path>
                <a:path w="3413760" h="295909">
                  <a:moveTo>
                    <a:pt x="722655" y="164058"/>
                  </a:moveTo>
                  <a:lnTo>
                    <a:pt x="722414" y="161709"/>
                  </a:lnTo>
                  <a:lnTo>
                    <a:pt x="716749" y="165265"/>
                  </a:lnTo>
                  <a:lnTo>
                    <a:pt x="722655" y="164058"/>
                  </a:lnTo>
                  <a:close/>
                </a:path>
                <a:path w="3413760" h="295909">
                  <a:moveTo>
                    <a:pt x="722655" y="83210"/>
                  </a:moveTo>
                  <a:lnTo>
                    <a:pt x="722414" y="80873"/>
                  </a:lnTo>
                  <a:lnTo>
                    <a:pt x="716749" y="84416"/>
                  </a:lnTo>
                  <a:lnTo>
                    <a:pt x="722655" y="83210"/>
                  </a:lnTo>
                  <a:close/>
                </a:path>
                <a:path w="3413760" h="295909">
                  <a:moveTo>
                    <a:pt x="722655" y="2349"/>
                  </a:moveTo>
                  <a:lnTo>
                    <a:pt x="722414" y="0"/>
                  </a:lnTo>
                  <a:lnTo>
                    <a:pt x="716749" y="3556"/>
                  </a:lnTo>
                  <a:lnTo>
                    <a:pt x="722655" y="2349"/>
                  </a:lnTo>
                  <a:close/>
                </a:path>
                <a:path w="3413760" h="295909">
                  <a:moveTo>
                    <a:pt x="723468" y="252577"/>
                  </a:moveTo>
                  <a:lnTo>
                    <a:pt x="719099" y="253555"/>
                  </a:lnTo>
                  <a:lnTo>
                    <a:pt x="719823" y="255739"/>
                  </a:lnTo>
                  <a:lnTo>
                    <a:pt x="723468" y="252577"/>
                  </a:lnTo>
                  <a:close/>
                </a:path>
                <a:path w="3413760" h="295909">
                  <a:moveTo>
                    <a:pt x="723468" y="171742"/>
                  </a:moveTo>
                  <a:lnTo>
                    <a:pt x="719099" y="172707"/>
                  </a:lnTo>
                  <a:lnTo>
                    <a:pt x="719823" y="174891"/>
                  </a:lnTo>
                  <a:lnTo>
                    <a:pt x="723468" y="171742"/>
                  </a:lnTo>
                  <a:close/>
                </a:path>
                <a:path w="3413760" h="295909">
                  <a:moveTo>
                    <a:pt x="723468" y="90881"/>
                  </a:moveTo>
                  <a:lnTo>
                    <a:pt x="719099" y="91859"/>
                  </a:lnTo>
                  <a:lnTo>
                    <a:pt x="719823" y="94043"/>
                  </a:lnTo>
                  <a:lnTo>
                    <a:pt x="723468" y="90881"/>
                  </a:lnTo>
                  <a:close/>
                </a:path>
                <a:path w="3413760" h="295909">
                  <a:moveTo>
                    <a:pt x="723468" y="10033"/>
                  </a:moveTo>
                  <a:lnTo>
                    <a:pt x="719099" y="10998"/>
                  </a:lnTo>
                  <a:lnTo>
                    <a:pt x="719823" y="13182"/>
                  </a:lnTo>
                  <a:lnTo>
                    <a:pt x="723468" y="10033"/>
                  </a:lnTo>
                  <a:close/>
                </a:path>
                <a:path w="3413760" h="295909">
                  <a:moveTo>
                    <a:pt x="732282" y="253555"/>
                  </a:moveTo>
                  <a:lnTo>
                    <a:pt x="727684" y="254927"/>
                  </a:lnTo>
                  <a:lnTo>
                    <a:pt x="731545" y="255739"/>
                  </a:lnTo>
                  <a:lnTo>
                    <a:pt x="732282" y="253555"/>
                  </a:lnTo>
                  <a:close/>
                </a:path>
                <a:path w="3413760" h="295909">
                  <a:moveTo>
                    <a:pt x="732282" y="172707"/>
                  </a:moveTo>
                  <a:lnTo>
                    <a:pt x="727684" y="174078"/>
                  </a:lnTo>
                  <a:lnTo>
                    <a:pt x="731545" y="174891"/>
                  </a:lnTo>
                  <a:lnTo>
                    <a:pt x="732282" y="172707"/>
                  </a:lnTo>
                  <a:close/>
                </a:path>
                <a:path w="3413760" h="295909">
                  <a:moveTo>
                    <a:pt x="732282" y="91859"/>
                  </a:moveTo>
                  <a:lnTo>
                    <a:pt x="727684" y="93230"/>
                  </a:lnTo>
                  <a:lnTo>
                    <a:pt x="731545" y="94043"/>
                  </a:lnTo>
                  <a:lnTo>
                    <a:pt x="732282" y="91859"/>
                  </a:lnTo>
                  <a:close/>
                </a:path>
                <a:path w="3413760" h="295909">
                  <a:moveTo>
                    <a:pt x="732282" y="10998"/>
                  </a:moveTo>
                  <a:lnTo>
                    <a:pt x="727684" y="12369"/>
                  </a:lnTo>
                  <a:lnTo>
                    <a:pt x="731545" y="13182"/>
                  </a:lnTo>
                  <a:lnTo>
                    <a:pt x="732282" y="10998"/>
                  </a:lnTo>
                  <a:close/>
                </a:path>
                <a:path w="3413760" h="295909">
                  <a:moveTo>
                    <a:pt x="735355" y="243928"/>
                  </a:moveTo>
                  <a:lnTo>
                    <a:pt x="732193" y="243039"/>
                  </a:lnTo>
                  <a:lnTo>
                    <a:pt x="728713" y="244906"/>
                  </a:lnTo>
                  <a:lnTo>
                    <a:pt x="735355" y="243928"/>
                  </a:lnTo>
                  <a:close/>
                </a:path>
                <a:path w="3413760" h="295909">
                  <a:moveTo>
                    <a:pt x="735355" y="163080"/>
                  </a:moveTo>
                  <a:lnTo>
                    <a:pt x="732193" y="162204"/>
                  </a:lnTo>
                  <a:lnTo>
                    <a:pt x="728713" y="164058"/>
                  </a:lnTo>
                  <a:lnTo>
                    <a:pt x="735355" y="163080"/>
                  </a:lnTo>
                  <a:close/>
                </a:path>
                <a:path w="3413760" h="295909">
                  <a:moveTo>
                    <a:pt x="735355" y="82232"/>
                  </a:moveTo>
                  <a:lnTo>
                    <a:pt x="732193" y="81343"/>
                  </a:lnTo>
                  <a:lnTo>
                    <a:pt x="728713" y="83210"/>
                  </a:lnTo>
                  <a:lnTo>
                    <a:pt x="735355" y="82232"/>
                  </a:lnTo>
                  <a:close/>
                </a:path>
                <a:path w="3413760" h="295909">
                  <a:moveTo>
                    <a:pt x="735355" y="1371"/>
                  </a:moveTo>
                  <a:lnTo>
                    <a:pt x="732193" y="482"/>
                  </a:lnTo>
                  <a:lnTo>
                    <a:pt x="728713" y="2349"/>
                  </a:lnTo>
                  <a:lnTo>
                    <a:pt x="735355" y="1371"/>
                  </a:lnTo>
                  <a:close/>
                </a:path>
                <a:path w="3413760" h="295909">
                  <a:moveTo>
                    <a:pt x="735431" y="233349"/>
                  </a:moveTo>
                  <a:lnTo>
                    <a:pt x="735355" y="226872"/>
                  </a:lnTo>
                  <a:lnTo>
                    <a:pt x="734860" y="230035"/>
                  </a:lnTo>
                  <a:lnTo>
                    <a:pt x="735431" y="233349"/>
                  </a:lnTo>
                  <a:close/>
                </a:path>
                <a:path w="3413760" h="295909">
                  <a:moveTo>
                    <a:pt x="735431" y="152501"/>
                  </a:moveTo>
                  <a:lnTo>
                    <a:pt x="735355" y="146024"/>
                  </a:lnTo>
                  <a:lnTo>
                    <a:pt x="734860" y="149186"/>
                  </a:lnTo>
                  <a:lnTo>
                    <a:pt x="735431" y="152501"/>
                  </a:lnTo>
                  <a:close/>
                </a:path>
                <a:path w="3413760" h="295909">
                  <a:moveTo>
                    <a:pt x="735431" y="71640"/>
                  </a:moveTo>
                  <a:lnTo>
                    <a:pt x="735355" y="65163"/>
                  </a:lnTo>
                  <a:lnTo>
                    <a:pt x="734860" y="68313"/>
                  </a:lnTo>
                  <a:lnTo>
                    <a:pt x="735431" y="71640"/>
                  </a:lnTo>
                  <a:close/>
                </a:path>
                <a:path w="3413760" h="295909">
                  <a:moveTo>
                    <a:pt x="745121" y="265201"/>
                  </a:moveTo>
                  <a:lnTo>
                    <a:pt x="742950" y="261315"/>
                  </a:lnTo>
                  <a:lnTo>
                    <a:pt x="741019" y="262610"/>
                  </a:lnTo>
                  <a:lnTo>
                    <a:pt x="745121" y="265201"/>
                  </a:lnTo>
                  <a:close/>
                </a:path>
                <a:path w="3413760" h="295909">
                  <a:moveTo>
                    <a:pt x="745121" y="184353"/>
                  </a:moveTo>
                  <a:lnTo>
                    <a:pt x="742950" y="180467"/>
                  </a:lnTo>
                  <a:lnTo>
                    <a:pt x="741019" y="181762"/>
                  </a:lnTo>
                  <a:lnTo>
                    <a:pt x="745121" y="184353"/>
                  </a:lnTo>
                  <a:close/>
                </a:path>
                <a:path w="3413760" h="295909">
                  <a:moveTo>
                    <a:pt x="745121" y="103505"/>
                  </a:moveTo>
                  <a:lnTo>
                    <a:pt x="742950" y="99618"/>
                  </a:lnTo>
                  <a:lnTo>
                    <a:pt x="741019" y="100914"/>
                  </a:lnTo>
                  <a:lnTo>
                    <a:pt x="745121" y="103505"/>
                  </a:lnTo>
                  <a:close/>
                </a:path>
                <a:path w="3413760" h="295909">
                  <a:moveTo>
                    <a:pt x="745121" y="22644"/>
                  </a:moveTo>
                  <a:lnTo>
                    <a:pt x="742950" y="18757"/>
                  </a:lnTo>
                  <a:lnTo>
                    <a:pt x="741019" y="20053"/>
                  </a:lnTo>
                  <a:lnTo>
                    <a:pt x="745121" y="22644"/>
                  </a:lnTo>
                  <a:close/>
                </a:path>
                <a:path w="3413760" h="295909">
                  <a:moveTo>
                    <a:pt x="763092" y="285330"/>
                  </a:moveTo>
                  <a:lnTo>
                    <a:pt x="762838" y="282981"/>
                  </a:lnTo>
                  <a:lnTo>
                    <a:pt x="757174" y="286537"/>
                  </a:lnTo>
                  <a:lnTo>
                    <a:pt x="763092" y="285330"/>
                  </a:lnTo>
                  <a:close/>
                </a:path>
                <a:path w="3413760" h="295909">
                  <a:moveTo>
                    <a:pt x="763092" y="204482"/>
                  </a:moveTo>
                  <a:lnTo>
                    <a:pt x="762838" y="202133"/>
                  </a:lnTo>
                  <a:lnTo>
                    <a:pt x="757174" y="205689"/>
                  </a:lnTo>
                  <a:lnTo>
                    <a:pt x="763092" y="204482"/>
                  </a:lnTo>
                  <a:close/>
                </a:path>
                <a:path w="3413760" h="295909">
                  <a:moveTo>
                    <a:pt x="763092" y="123634"/>
                  </a:moveTo>
                  <a:lnTo>
                    <a:pt x="762838" y="121285"/>
                  </a:lnTo>
                  <a:lnTo>
                    <a:pt x="757174" y="124841"/>
                  </a:lnTo>
                  <a:lnTo>
                    <a:pt x="763092" y="123634"/>
                  </a:lnTo>
                  <a:close/>
                </a:path>
                <a:path w="3413760" h="295909">
                  <a:moveTo>
                    <a:pt x="763092" y="42773"/>
                  </a:moveTo>
                  <a:lnTo>
                    <a:pt x="762838" y="40424"/>
                  </a:lnTo>
                  <a:lnTo>
                    <a:pt x="757174" y="43980"/>
                  </a:lnTo>
                  <a:lnTo>
                    <a:pt x="763092" y="42773"/>
                  </a:lnTo>
                  <a:close/>
                </a:path>
                <a:path w="3413760" h="295909">
                  <a:moveTo>
                    <a:pt x="767295" y="273761"/>
                  </a:moveTo>
                  <a:lnTo>
                    <a:pt x="766191" y="265595"/>
                  </a:lnTo>
                  <a:lnTo>
                    <a:pt x="764133" y="265595"/>
                  </a:lnTo>
                  <a:lnTo>
                    <a:pt x="767295" y="273761"/>
                  </a:lnTo>
                  <a:close/>
                </a:path>
                <a:path w="3413760" h="295909">
                  <a:moveTo>
                    <a:pt x="767295" y="192925"/>
                  </a:moveTo>
                  <a:lnTo>
                    <a:pt x="766191" y="184746"/>
                  </a:lnTo>
                  <a:lnTo>
                    <a:pt x="764133" y="184746"/>
                  </a:lnTo>
                  <a:lnTo>
                    <a:pt x="767295" y="192925"/>
                  </a:lnTo>
                  <a:close/>
                </a:path>
                <a:path w="3413760" h="295909">
                  <a:moveTo>
                    <a:pt x="767295" y="112064"/>
                  </a:moveTo>
                  <a:lnTo>
                    <a:pt x="766191" y="103898"/>
                  </a:lnTo>
                  <a:lnTo>
                    <a:pt x="764133" y="103898"/>
                  </a:lnTo>
                  <a:lnTo>
                    <a:pt x="767295" y="112064"/>
                  </a:lnTo>
                  <a:close/>
                </a:path>
                <a:path w="3413760" h="295909">
                  <a:moveTo>
                    <a:pt x="767295" y="31216"/>
                  </a:moveTo>
                  <a:lnTo>
                    <a:pt x="766191" y="23037"/>
                  </a:lnTo>
                  <a:lnTo>
                    <a:pt x="764133" y="23037"/>
                  </a:lnTo>
                  <a:lnTo>
                    <a:pt x="767295" y="31216"/>
                  </a:lnTo>
                  <a:close/>
                </a:path>
                <a:path w="3413760" h="295909">
                  <a:moveTo>
                    <a:pt x="772706" y="293979"/>
                  </a:moveTo>
                  <a:lnTo>
                    <a:pt x="768337" y="293014"/>
                  </a:lnTo>
                  <a:lnTo>
                    <a:pt x="768108" y="295351"/>
                  </a:lnTo>
                  <a:lnTo>
                    <a:pt x="772706" y="293979"/>
                  </a:lnTo>
                  <a:close/>
                </a:path>
                <a:path w="3413760" h="295909">
                  <a:moveTo>
                    <a:pt x="772706" y="213131"/>
                  </a:moveTo>
                  <a:lnTo>
                    <a:pt x="768337" y="212166"/>
                  </a:lnTo>
                  <a:lnTo>
                    <a:pt x="768108" y="214503"/>
                  </a:lnTo>
                  <a:lnTo>
                    <a:pt x="772706" y="213131"/>
                  </a:lnTo>
                  <a:close/>
                </a:path>
                <a:path w="3413760" h="295909">
                  <a:moveTo>
                    <a:pt x="772706" y="132283"/>
                  </a:moveTo>
                  <a:lnTo>
                    <a:pt x="768337" y="131318"/>
                  </a:lnTo>
                  <a:lnTo>
                    <a:pt x="768108" y="133654"/>
                  </a:lnTo>
                  <a:lnTo>
                    <a:pt x="772706" y="132283"/>
                  </a:lnTo>
                  <a:close/>
                </a:path>
                <a:path w="3413760" h="295909">
                  <a:moveTo>
                    <a:pt x="772706" y="51422"/>
                  </a:moveTo>
                  <a:lnTo>
                    <a:pt x="768337" y="50457"/>
                  </a:lnTo>
                  <a:lnTo>
                    <a:pt x="768108" y="52806"/>
                  </a:lnTo>
                  <a:lnTo>
                    <a:pt x="772706" y="51422"/>
                  </a:lnTo>
                  <a:close/>
                </a:path>
                <a:path w="3413760" h="295909">
                  <a:moveTo>
                    <a:pt x="775779" y="284353"/>
                  </a:moveTo>
                  <a:lnTo>
                    <a:pt x="772629" y="283464"/>
                  </a:lnTo>
                  <a:lnTo>
                    <a:pt x="769137" y="285330"/>
                  </a:lnTo>
                  <a:lnTo>
                    <a:pt x="775779" y="284353"/>
                  </a:lnTo>
                  <a:close/>
                </a:path>
                <a:path w="3413760" h="295909">
                  <a:moveTo>
                    <a:pt x="775779" y="203504"/>
                  </a:moveTo>
                  <a:lnTo>
                    <a:pt x="772629" y="202615"/>
                  </a:lnTo>
                  <a:lnTo>
                    <a:pt x="769137" y="204482"/>
                  </a:lnTo>
                  <a:lnTo>
                    <a:pt x="775779" y="203504"/>
                  </a:lnTo>
                  <a:close/>
                </a:path>
                <a:path w="3413760" h="295909">
                  <a:moveTo>
                    <a:pt x="775779" y="122656"/>
                  </a:moveTo>
                  <a:lnTo>
                    <a:pt x="772629" y="121767"/>
                  </a:lnTo>
                  <a:lnTo>
                    <a:pt x="769137" y="123634"/>
                  </a:lnTo>
                  <a:lnTo>
                    <a:pt x="775779" y="122656"/>
                  </a:lnTo>
                  <a:close/>
                </a:path>
                <a:path w="3413760" h="295909">
                  <a:moveTo>
                    <a:pt x="775779" y="41795"/>
                  </a:moveTo>
                  <a:lnTo>
                    <a:pt x="772629" y="40906"/>
                  </a:lnTo>
                  <a:lnTo>
                    <a:pt x="769137" y="42773"/>
                  </a:lnTo>
                  <a:lnTo>
                    <a:pt x="775779" y="41795"/>
                  </a:lnTo>
                  <a:close/>
                </a:path>
                <a:path w="3413760" h="295909">
                  <a:moveTo>
                    <a:pt x="787412" y="233349"/>
                  </a:moveTo>
                  <a:lnTo>
                    <a:pt x="786980" y="229463"/>
                  </a:lnTo>
                  <a:lnTo>
                    <a:pt x="784669" y="229463"/>
                  </a:lnTo>
                  <a:lnTo>
                    <a:pt x="787412" y="233349"/>
                  </a:lnTo>
                  <a:close/>
                </a:path>
                <a:path w="3413760" h="295909">
                  <a:moveTo>
                    <a:pt x="787412" y="152501"/>
                  </a:moveTo>
                  <a:lnTo>
                    <a:pt x="786980" y="148615"/>
                  </a:lnTo>
                  <a:lnTo>
                    <a:pt x="784669" y="148615"/>
                  </a:lnTo>
                  <a:lnTo>
                    <a:pt x="787412" y="152501"/>
                  </a:lnTo>
                  <a:close/>
                </a:path>
                <a:path w="3413760" h="295909">
                  <a:moveTo>
                    <a:pt x="787412" y="71640"/>
                  </a:moveTo>
                  <a:lnTo>
                    <a:pt x="786980" y="67754"/>
                  </a:lnTo>
                  <a:lnTo>
                    <a:pt x="784669" y="67754"/>
                  </a:lnTo>
                  <a:lnTo>
                    <a:pt x="787412" y="71640"/>
                  </a:lnTo>
                  <a:close/>
                </a:path>
                <a:path w="3413760" h="295909">
                  <a:moveTo>
                    <a:pt x="803516" y="244906"/>
                  </a:moveTo>
                  <a:lnTo>
                    <a:pt x="803262" y="242557"/>
                  </a:lnTo>
                  <a:lnTo>
                    <a:pt x="797598" y="246113"/>
                  </a:lnTo>
                  <a:lnTo>
                    <a:pt x="803516" y="244906"/>
                  </a:lnTo>
                  <a:close/>
                </a:path>
                <a:path w="3413760" h="295909">
                  <a:moveTo>
                    <a:pt x="803516" y="164058"/>
                  </a:moveTo>
                  <a:lnTo>
                    <a:pt x="803262" y="161709"/>
                  </a:lnTo>
                  <a:lnTo>
                    <a:pt x="797598" y="165265"/>
                  </a:lnTo>
                  <a:lnTo>
                    <a:pt x="803516" y="164058"/>
                  </a:lnTo>
                  <a:close/>
                </a:path>
                <a:path w="3413760" h="295909">
                  <a:moveTo>
                    <a:pt x="803516" y="83210"/>
                  </a:moveTo>
                  <a:lnTo>
                    <a:pt x="803262" y="80873"/>
                  </a:lnTo>
                  <a:lnTo>
                    <a:pt x="797598" y="84416"/>
                  </a:lnTo>
                  <a:lnTo>
                    <a:pt x="803516" y="83210"/>
                  </a:lnTo>
                  <a:close/>
                </a:path>
                <a:path w="3413760" h="295909">
                  <a:moveTo>
                    <a:pt x="803516" y="2349"/>
                  </a:moveTo>
                  <a:lnTo>
                    <a:pt x="803262" y="0"/>
                  </a:lnTo>
                  <a:lnTo>
                    <a:pt x="797598" y="3556"/>
                  </a:lnTo>
                  <a:lnTo>
                    <a:pt x="803516" y="2349"/>
                  </a:lnTo>
                  <a:close/>
                </a:path>
                <a:path w="3413760" h="295909">
                  <a:moveTo>
                    <a:pt x="804316" y="252577"/>
                  </a:moveTo>
                  <a:lnTo>
                    <a:pt x="799960" y="253555"/>
                  </a:lnTo>
                  <a:lnTo>
                    <a:pt x="800684" y="255739"/>
                  </a:lnTo>
                  <a:lnTo>
                    <a:pt x="804316" y="252577"/>
                  </a:lnTo>
                  <a:close/>
                </a:path>
                <a:path w="3413760" h="295909">
                  <a:moveTo>
                    <a:pt x="804316" y="171742"/>
                  </a:moveTo>
                  <a:lnTo>
                    <a:pt x="799960" y="172707"/>
                  </a:lnTo>
                  <a:lnTo>
                    <a:pt x="800684" y="174891"/>
                  </a:lnTo>
                  <a:lnTo>
                    <a:pt x="804316" y="171742"/>
                  </a:lnTo>
                  <a:close/>
                </a:path>
                <a:path w="3413760" h="295909">
                  <a:moveTo>
                    <a:pt x="804316" y="90881"/>
                  </a:moveTo>
                  <a:lnTo>
                    <a:pt x="799960" y="91859"/>
                  </a:lnTo>
                  <a:lnTo>
                    <a:pt x="800684" y="94043"/>
                  </a:lnTo>
                  <a:lnTo>
                    <a:pt x="804316" y="90881"/>
                  </a:lnTo>
                  <a:close/>
                </a:path>
                <a:path w="3413760" h="295909">
                  <a:moveTo>
                    <a:pt x="804316" y="10033"/>
                  </a:moveTo>
                  <a:lnTo>
                    <a:pt x="799960" y="10998"/>
                  </a:lnTo>
                  <a:lnTo>
                    <a:pt x="800684" y="13182"/>
                  </a:lnTo>
                  <a:lnTo>
                    <a:pt x="804316" y="10033"/>
                  </a:lnTo>
                  <a:close/>
                </a:path>
                <a:path w="3413760" h="295909">
                  <a:moveTo>
                    <a:pt x="813130" y="253555"/>
                  </a:moveTo>
                  <a:lnTo>
                    <a:pt x="808520" y="254927"/>
                  </a:lnTo>
                  <a:lnTo>
                    <a:pt x="812406" y="255739"/>
                  </a:lnTo>
                  <a:lnTo>
                    <a:pt x="813130" y="253555"/>
                  </a:lnTo>
                  <a:close/>
                </a:path>
                <a:path w="3413760" h="295909">
                  <a:moveTo>
                    <a:pt x="813130" y="172707"/>
                  </a:moveTo>
                  <a:lnTo>
                    <a:pt x="808520" y="174078"/>
                  </a:lnTo>
                  <a:lnTo>
                    <a:pt x="812406" y="174891"/>
                  </a:lnTo>
                  <a:lnTo>
                    <a:pt x="813130" y="172707"/>
                  </a:lnTo>
                  <a:close/>
                </a:path>
                <a:path w="3413760" h="295909">
                  <a:moveTo>
                    <a:pt x="813130" y="91859"/>
                  </a:moveTo>
                  <a:lnTo>
                    <a:pt x="808520" y="93230"/>
                  </a:lnTo>
                  <a:lnTo>
                    <a:pt x="812406" y="94043"/>
                  </a:lnTo>
                  <a:lnTo>
                    <a:pt x="813130" y="91859"/>
                  </a:lnTo>
                  <a:close/>
                </a:path>
                <a:path w="3413760" h="295909">
                  <a:moveTo>
                    <a:pt x="813130" y="10998"/>
                  </a:moveTo>
                  <a:lnTo>
                    <a:pt x="808520" y="12369"/>
                  </a:lnTo>
                  <a:lnTo>
                    <a:pt x="812406" y="13182"/>
                  </a:lnTo>
                  <a:lnTo>
                    <a:pt x="813130" y="10998"/>
                  </a:lnTo>
                  <a:close/>
                </a:path>
                <a:path w="3413760" h="295909">
                  <a:moveTo>
                    <a:pt x="816203" y="243928"/>
                  </a:moveTo>
                  <a:lnTo>
                    <a:pt x="813054" y="243039"/>
                  </a:lnTo>
                  <a:lnTo>
                    <a:pt x="809574" y="244906"/>
                  </a:lnTo>
                  <a:lnTo>
                    <a:pt x="816203" y="243928"/>
                  </a:lnTo>
                  <a:close/>
                </a:path>
                <a:path w="3413760" h="295909">
                  <a:moveTo>
                    <a:pt x="816203" y="163080"/>
                  </a:moveTo>
                  <a:lnTo>
                    <a:pt x="813054" y="162204"/>
                  </a:lnTo>
                  <a:lnTo>
                    <a:pt x="809574" y="164058"/>
                  </a:lnTo>
                  <a:lnTo>
                    <a:pt x="816203" y="163080"/>
                  </a:lnTo>
                  <a:close/>
                </a:path>
                <a:path w="3413760" h="295909">
                  <a:moveTo>
                    <a:pt x="816203" y="82232"/>
                  </a:moveTo>
                  <a:lnTo>
                    <a:pt x="813054" y="81343"/>
                  </a:lnTo>
                  <a:lnTo>
                    <a:pt x="809574" y="83210"/>
                  </a:lnTo>
                  <a:lnTo>
                    <a:pt x="816203" y="82232"/>
                  </a:lnTo>
                  <a:close/>
                </a:path>
                <a:path w="3413760" h="295909">
                  <a:moveTo>
                    <a:pt x="816203" y="1371"/>
                  </a:moveTo>
                  <a:lnTo>
                    <a:pt x="813054" y="482"/>
                  </a:lnTo>
                  <a:lnTo>
                    <a:pt x="809574" y="2349"/>
                  </a:lnTo>
                  <a:lnTo>
                    <a:pt x="816203" y="1371"/>
                  </a:lnTo>
                  <a:close/>
                </a:path>
                <a:path w="3413760" h="295909">
                  <a:moveTo>
                    <a:pt x="816279" y="233349"/>
                  </a:moveTo>
                  <a:lnTo>
                    <a:pt x="816203" y="226872"/>
                  </a:lnTo>
                  <a:lnTo>
                    <a:pt x="815721" y="230035"/>
                  </a:lnTo>
                  <a:lnTo>
                    <a:pt x="816279" y="233349"/>
                  </a:lnTo>
                  <a:close/>
                </a:path>
                <a:path w="3413760" h="295909">
                  <a:moveTo>
                    <a:pt x="816279" y="152501"/>
                  </a:moveTo>
                  <a:lnTo>
                    <a:pt x="816203" y="146024"/>
                  </a:lnTo>
                  <a:lnTo>
                    <a:pt x="815721" y="149186"/>
                  </a:lnTo>
                  <a:lnTo>
                    <a:pt x="816279" y="152501"/>
                  </a:lnTo>
                  <a:close/>
                </a:path>
                <a:path w="3413760" h="295909">
                  <a:moveTo>
                    <a:pt x="816279" y="71640"/>
                  </a:moveTo>
                  <a:lnTo>
                    <a:pt x="816203" y="65163"/>
                  </a:lnTo>
                  <a:lnTo>
                    <a:pt x="815721" y="68313"/>
                  </a:lnTo>
                  <a:lnTo>
                    <a:pt x="816279" y="71640"/>
                  </a:lnTo>
                  <a:close/>
                </a:path>
                <a:path w="3413760" h="295909">
                  <a:moveTo>
                    <a:pt x="825995" y="265201"/>
                  </a:moveTo>
                  <a:lnTo>
                    <a:pt x="823810" y="261315"/>
                  </a:lnTo>
                  <a:lnTo>
                    <a:pt x="821867" y="262610"/>
                  </a:lnTo>
                  <a:lnTo>
                    <a:pt x="825995" y="265201"/>
                  </a:lnTo>
                  <a:close/>
                </a:path>
                <a:path w="3413760" h="295909">
                  <a:moveTo>
                    <a:pt x="825995" y="184353"/>
                  </a:moveTo>
                  <a:lnTo>
                    <a:pt x="823810" y="180467"/>
                  </a:lnTo>
                  <a:lnTo>
                    <a:pt x="821867" y="181762"/>
                  </a:lnTo>
                  <a:lnTo>
                    <a:pt x="825995" y="184353"/>
                  </a:lnTo>
                  <a:close/>
                </a:path>
                <a:path w="3413760" h="295909">
                  <a:moveTo>
                    <a:pt x="825995" y="103505"/>
                  </a:moveTo>
                  <a:lnTo>
                    <a:pt x="823810" y="99618"/>
                  </a:lnTo>
                  <a:lnTo>
                    <a:pt x="821867" y="100914"/>
                  </a:lnTo>
                  <a:lnTo>
                    <a:pt x="825995" y="103505"/>
                  </a:lnTo>
                  <a:close/>
                </a:path>
                <a:path w="3413760" h="295909">
                  <a:moveTo>
                    <a:pt x="825995" y="22644"/>
                  </a:moveTo>
                  <a:lnTo>
                    <a:pt x="823810" y="18757"/>
                  </a:lnTo>
                  <a:lnTo>
                    <a:pt x="821867" y="20053"/>
                  </a:lnTo>
                  <a:lnTo>
                    <a:pt x="825995" y="22644"/>
                  </a:lnTo>
                  <a:close/>
                </a:path>
                <a:path w="3413760" h="295909">
                  <a:moveTo>
                    <a:pt x="843927" y="285330"/>
                  </a:moveTo>
                  <a:lnTo>
                    <a:pt x="843686" y="282981"/>
                  </a:lnTo>
                  <a:lnTo>
                    <a:pt x="838047" y="286537"/>
                  </a:lnTo>
                  <a:lnTo>
                    <a:pt x="843927" y="285330"/>
                  </a:lnTo>
                  <a:close/>
                </a:path>
                <a:path w="3413760" h="295909">
                  <a:moveTo>
                    <a:pt x="843927" y="204482"/>
                  </a:moveTo>
                  <a:lnTo>
                    <a:pt x="843686" y="202133"/>
                  </a:lnTo>
                  <a:lnTo>
                    <a:pt x="838047" y="205689"/>
                  </a:lnTo>
                  <a:lnTo>
                    <a:pt x="843927" y="204482"/>
                  </a:lnTo>
                  <a:close/>
                </a:path>
                <a:path w="3413760" h="295909">
                  <a:moveTo>
                    <a:pt x="843927" y="123634"/>
                  </a:moveTo>
                  <a:lnTo>
                    <a:pt x="843686" y="121285"/>
                  </a:lnTo>
                  <a:lnTo>
                    <a:pt x="838047" y="124841"/>
                  </a:lnTo>
                  <a:lnTo>
                    <a:pt x="843927" y="123634"/>
                  </a:lnTo>
                  <a:close/>
                </a:path>
                <a:path w="3413760" h="295909">
                  <a:moveTo>
                    <a:pt x="843927" y="42773"/>
                  </a:moveTo>
                  <a:lnTo>
                    <a:pt x="843686" y="40424"/>
                  </a:lnTo>
                  <a:lnTo>
                    <a:pt x="838047" y="43980"/>
                  </a:lnTo>
                  <a:lnTo>
                    <a:pt x="843927" y="42773"/>
                  </a:lnTo>
                  <a:close/>
                </a:path>
                <a:path w="3413760" h="295909">
                  <a:moveTo>
                    <a:pt x="848144" y="273761"/>
                  </a:moveTo>
                  <a:lnTo>
                    <a:pt x="847039" y="265595"/>
                  </a:lnTo>
                  <a:lnTo>
                    <a:pt x="844994" y="265595"/>
                  </a:lnTo>
                  <a:lnTo>
                    <a:pt x="848144" y="273761"/>
                  </a:lnTo>
                  <a:close/>
                </a:path>
                <a:path w="3413760" h="295909">
                  <a:moveTo>
                    <a:pt x="848144" y="192925"/>
                  </a:moveTo>
                  <a:lnTo>
                    <a:pt x="847039" y="184746"/>
                  </a:lnTo>
                  <a:lnTo>
                    <a:pt x="844994" y="184746"/>
                  </a:lnTo>
                  <a:lnTo>
                    <a:pt x="848144" y="192925"/>
                  </a:lnTo>
                  <a:close/>
                </a:path>
                <a:path w="3413760" h="295909">
                  <a:moveTo>
                    <a:pt x="848144" y="112064"/>
                  </a:moveTo>
                  <a:lnTo>
                    <a:pt x="847039" y="103898"/>
                  </a:lnTo>
                  <a:lnTo>
                    <a:pt x="844994" y="103898"/>
                  </a:lnTo>
                  <a:lnTo>
                    <a:pt x="848144" y="112064"/>
                  </a:lnTo>
                  <a:close/>
                </a:path>
                <a:path w="3413760" h="295909">
                  <a:moveTo>
                    <a:pt x="848144" y="31216"/>
                  </a:moveTo>
                  <a:lnTo>
                    <a:pt x="847039" y="23037"/>
                  </a:lnTo>
                  <a:lnTo>
                    <a:pt x="844994" y="23037"/>
                  </a:lnTo>
                  <a:lnTo>
                    <a:pt x="848144" y="31216"/>
                  </a:lnTo>
                  <a:close/>
                </a:path>
                <a:path w="3413760" h="295909">
                  <a:moveTo>
                    <a:pt x="853554" y="293979"/>
                  </a:moveTo>
                  <a:lnTo>
                    <a:pt x="849198" y="293014"/>
                  </a:lnTo>
                  <a:lnTo>
                    <a:pt x="848944" y="295351"/>
                  </a:lnTo>
                  <a:lnTo>
                    <a:pt x="853554" y="293979"/>
                  </a:lnTo>
                  <a:close/>
                </a:path>
                <a:path w="3413760" h="295909">
                  <a:moveTo>
                    <a:pt x="853554" y="213131"/>
                  </a:moveTo>
                  <a:lnTo>
                    <a:pt x="849198" y="212166"/>
                  </a:lnTo>
                  <a:lnTo>
                    <a:pt x="848944" y="214503"/>
                  </a:lnTo>
                  <a:lnTo>
                    <a:pt x="853554" y="213131"/>
                  </a:lnTo>
                  <a:close/>
                </a:path>
                <a:path w="3413760" h="295909">
                  <a:moveTo>
                    <a:pt x="853554" y="132283"/>
                  </a:moveTo>
                  <a:lnTo>
                    <a:pt x="849198" y="131318"/>
                  </a:lnTo>
                  <a:lnTo>
                    <a:pt x="848944" y="133654"/>
                  </a:lnTo>
                  <a:lnTo>
                    <a:pt x="853554" y="132283"/>
                  </a:lnTo>
                  <a:close/>
                </a:path>
                <a:path w="3413760" h="295909">
                  <a:moveTo>
                    <a:pt x="853554" y="51422"/>
                  </a:moveTo>
                  <a:lnTo>
                    <a:pt x="849198" y="50457"/>
                  </a:lnTo>
                  <a:lnTo>
                    <a:pt x="848944" y="52806"/>
                  </a:lnTo>
                  <a:lnTo>
                    <a:pt x="853554" y="51422"/>
                  </a:lnTo>
                  <a:close/>
                </a:path>
                <a:path w="3413760" h="295909">
                  <a:moveTo>
                    <a:pt x="856627" y="284353"/>
                  </a:moveTo>
                  <a:lnTo>
                    <a:pt x="853478" y="283464"/>
                  </a:lnTo>
                  <a:lnTo>
                    <a:pt x="849998" y="285330"/>
                  </a:lnTo>
                  <a:lnTo>
                    <a:pt x="856627" y="284353"/>
                  </a:lnTo>
                  <a:close/>
                </a:path>
                <a:path w="3413760" h="295909">
                  <a:moveTo>
                    <a:pt x="856627" y="203504"/>
                  </a:moveTo>
                  <a:lnTo>
                    <a:pt x="853478" y="202615"/>
                  </a:lnTo>
                  <a:lnTo>
                    <a:pt x="849998" y="204482"/>
                  </a:lnTo>
                  <a:lnTo>
                    <a:pt x="856627" y="203504"/>
                  </a:lnTo>
                  <a:close/>
                </a:path>
                <a:path w="3413760" h="295909">
                  <a:moveTo>
                    <a:pt x="856627" y="122656"/>
                  </a:moveTo>
                  <a:lnTo>
                    <a:pt x="853478" y="121767"/>
                  </a:lnTo>
                  <a:lnTo>
                    <a:pt x="849998" y="123634"/>
                  </a:lnTo>
                  <a:lnTo>
                    <a:pt x="856627" y="122656"/>
                  </a:lnTo>
                  <a:close/>
                </a:path>
                <a:path w="3413760" h="295909">
                  <a:moveTo>
                    <a:pt x="856627" y="41795"/>
                  </a:moveTo>
                  <a:lnTo>
                    <a:pt x="853478" y="40906"/>
                  </a:lnTo>
                  <a:lnTo>
                    <a:pt x="849998" y="42773"/>
                  </a:lnTo>
                  <a:lnTo>
                    <a:pt x="856627" y="41795"/>
                  </a:lnTo>
                  <a:close/>
                </a:path>
                <a:path w="3413760" h="295909">
                  <a:moveTo>
                    <a:pt x="868260" y="233349"/>
                  </a:moveTo>
                  <a:lnTo>
                    <a:pt x="867841" y="229463"/>
                  </a:lnTo>
                  <a:lnTo>
                    <a:pt x="865530" y="229463"/>
                  </a:lnTo>
                  <a:lnTo>
                    <a:pt x="868260" y="233349"/>
                  </a:lnTo>
                  <a:close/>
                </a:path>
                <a:path w="3413760" h="295909">
                  <a:moveTo>
                    <a:pt x="868260" y="152501"/>
                  </a:moveTo>
                  <a:lnTo>
                    <a:pt x="867841" y="148615"/>
                  </a:lnTo>
                  <a:lnTo>
                    <a:pt x="865530" y="148615"/>
                  </a:lnTo>
                  <a:lnTo>
                    <a:pt x="868260" y="152501"/>
                  </a:lnTo>
                  <a:close/>
                </a:path>
                <a:path w="3413760" h="295909">
                  <a:moveTo>
                    <a:pt x="868260" y="71640"/>
                  </a:moveTo>
                  <a:lnTo>
                    <a:pt x="867841" y="67754"/>
                  </a:lnTo>
                  <a:lnTo>
                    <a:pt x="865530" y="67754"/>
                  </a:lnTo>
                  <a:lnTo>
                    <a:pt x="868260" y="71640"/>
                  </a:lnTo>
                  <a:close/>
                </a:path>
                <a:path w="3413760" h="295909">
                  <a:moveTo>
                    <a:pt x="884351" y="244906"/>
                  </a:moveTo>
                  <a:lnTo>
                    <a:pt x="884110" y="242557"/>
                  </a:lnTo>
                  <a:lnTo>
                    <a:pt x="878459" y="246113"/>
                  </a:lnTo>
                  <a:lnTo>
                    <a:pt x="884351" y="244906"/>
                  </a:lnTo>
                  <a:close/>
                </a:path>
                <a:path w="3413760" h="295909">
                  <a:moveTo>
                    <a:pt x="884351" y="164058"/>
                  </a:moveTo>
                  <a:lnTo>
                    <a:pt x="884110" y="161709"/>
                  </a:lnTo>
                  <a:lnTo>
                    <a:pt x="878459" y="165265"/>
                  </a:lnTo>
                  <a:lnTo>
                    <a:pt x="884351" y="164058"/>
                  </a:lnTo>
                  <a:close/>
                </a:path>
                <a:path w="3413760" h="295909">
                  <a:moveTo>
                    <a:pt x="884351" y="83210"/>
                  </a:moveTo>
                  <a:lnTo>
                    <a:pt x="884110" y="80873"/>
                  </a:lnTo>
                  <a:lnTo>
                    <a:pt x="878459" y="84416"/>
                  </a:lnTo>
                  <a:lnTo>
                    <a:pt x="884351" y="83210"/>
                  </a:lnTo>
                  <a:close/>
                </a:path>
                <a:path w="3413760" h="295909">
                  <a:moveTo>
                    <a:pt x="884351" y="2349"/>
                  </a:moveTo>
                  <a:lnTo>
                    <a:pt x="884110" y="0"/>
                  </a:lnTo>
                  <a:lnTo>
                    <a:pt x="878459" y="3556"/>
                  </a:lnTo>
                  <a:lnTo>
                    <a:pt x="884351" y="2349"/>
                  </a:lnTo>
                  <a:close/>
                </a:path>
                <a:path w="3413760" h="295909">
                  <a:moveTo>
                    <a:pt x="885164" y="252577"/>
                  </a:moveTo>
                  <a:lnTo>
                    <a:pt x="880808" y="253555"/>
                  </a:lnTo>
                  <a:lnTo>
                    <a:pt x="881532" y="255739"/>
                  </a:lnTo>
                  <a:lnTo>
                    <a:pt x="885164" y="252577"/>
                  </a:lnTo>
                  <a:close/>
                </a:path>
                <a:path w="3413760" h="295909">
                  <a:moveTo>
                    <a:pt x="885164" y="171742"/>
                  </a:moveTo>
                  <a:lnTo>
                    <a:pt x="880808" y="172707"/>
                  </a:lnTo>
                  <a:lnTo>
                    <a:pt x="881532" y="174891"/>
                  </a:lnTo>
                  <a:lnTo>
                    <a:pt x="885164" y="171742"/>
                  </a:lnTo>
                  <a:close/>
                </a:path>
                <a:path w="3413760" h="295909">
                  <a:moveTo>
                    <a:pt x="885164" y="90881"/>
                  </a:moveTo>
                  <a:lnTo>
                    <a:pt x="880808" y="91859"/>
                  </a:lnTo>
                  <a:lnTo>
                    <a:pt x="881532" y="94043"/>
                  </a:lnTo>
                  <a:lnTo>
                    <a:pt x="885164" y="90881"/>
                  </a:lnTo>
                  <a:close/>
                </a:path>
                <a:path w="3413760" h="295909">
                  <a:moveTo>
                    <a:pt x="885164" y="10033"/>
                  </a:moveTo>
                  <a:lnTo>
                    <a:pt x="880808" y="10998"/>
                  </a:lnTo>
                  <a:lnTo>
                    <a:pt x="881532" y="13182"/>
                  </a:lnTo>
                  <a:lnTo>
                    <a:pt x="885164" y="10033"/>
                  </a:lnTo>
                  <a:close/>
                </a:path>
                <a:path w="3413760" h="295909">
                  <a:moveTo>
                    <a:pt x="893978" y="253555"/>
                  </a:moveTo>
                  <a:lnTo>
                    <a:pt x="889381" y="254927"/>
                  </a:lnTo>
                  <a:lnTo>
                    <a:pt x="893254" y="255739"/>
                  </a:lnTo>
                  <a:lnTo>
                    <a:pt x="893978" y="253555"/>
                  </a:lnTo>
                  <a:close/>
                </a:path>
                <a:path w="3413760" h="295909">
                  <a:moveTo>
                    <a:pt x="893978" y="172707"/>
                  </a:moveTo>
                  <a:lnTo>
                    <a:pt x="889381" y="174078"/>
                  </a:lnTo>
                  <a:lnTo>
                    <a:pt x="893254" y="174891"/>
                  </a:lnTo>
                  <a:lnTo>
                    <a:pt x="893978" y="172707"/>
                  </a:lnTo>
                  <a:close/>
                </a:path>
                <a:path w="3413760" h="295909">
                  <a:moveTo>
                    <a:pt x="893978" y="91859"/>
                  </a:moveTo>
                  <a:lnTo>
                    <a:pt x="889381" y="93230"/>
                  </a:lnTo>
                  <a:lnTo>
                    <a:pt x="893254" y="94043"/>
                  </a:lnTo>
                  <a:lnTo>
                    <a:pt x="893978" y="91859"/>
                  </a:lnTo>
                  <a:close/>
                </a:path>
                <a:path w="3413760" h="295909">
                  <a:moveTo>
                    <a:pt x="893978" y="10998"/>
                  </a:moveTo>
                  <a:lnTo>
                    <a:pt x="889381" y="12369"/>
                  </a:lnTo>
                  <a:lnTo>
                    <a:pt x="893254" y="13182"/>
                  </a:lnTo>
                  <a:lnTo>
                    <a:pt x="893978" y="10998"/>
                  </a:lnTo>
                  <a:close/>
                </a:path>
                <a:path w="3413760" h="295909">
                  <a:moveTo>
                    <a:pt x="897051" y="243928"/>
                  </a:moveTo>
                  <a:lnTo>
                    <a:pt x="893889" y="243039"/>
                  </a:lnTo>
                  <a:lnTo>
                    <a:pt x="890422" y="244906"/>
                  </a:lnTo>
                  <a:lnTo>
                    <a:pt x="897051" y="243928"/>
                  </a:lnTo>
                  <a:close/>
                </a:path>
                <a:path w="3413760" h="295909">
                  <a:moveTo>
                    <a:pt x="897051" y="163080"/>
                  </a:moveTo>
                  <a:lnTo>
                    <a:pt x="893889" y="162204"/>
                  </a:lnTo>
                  <a:lnTo>
                    <a:pt x="890422" y="164058"/>
                  </a:lnTo>
                  <a:lnTo>
                    <a:pt x="897051" y="163080"/>
                  </a:lnTo>
                  <a:close/>
                </a:path>
                <a:path w="3413760" h="295909">
                  <a:moveTo>
                    <a:pt x="897051" y="82232"/>
                  </a:moveTo>
                  <a:lnTo>
                    <a:pt x="893889" y="81343"/>
                  </a:lnTo>
                  <a:lnTo>
                    <a:pt x="890422" y="83210"/>
                  </a:lnTo>
                  <a:lnTo>
                    <a:pt x="897051" y="82232"/>
                  </a:lnTo>
                  <a:close/>
                </a:path>
                <a:path w="3413760" h="295909">
                  <a:moveTo>
                    <a:pt x="897051" y="1371"/>
                  </a:moveTo>
                  <a:lnTo>
                    <a:pt x="893889" y="482"/>
                  </a:lnTo>
                  <a:lnTo>
                    <a:pt x="890422" y="2349"/>
                  </a:lnTo>
                  <a:lnTo>
                    <a:pt x="897051" y="1371"/>
                  </a:lnTo>
                  <a:close/>
                </a:path>
                <a:path w="3413760" h="295909">
                  <a:moveTo>
                    <a:pt x="897128" y="233349"/>
                  </a:moveTo>
                  <a:lnTo>
                    <a:pt x="897051" y="226872"/>
                  </a:lnTo>
                  <a:lnTo>
                    <a:pt x="896569" y="230035"/>
                  </a:lnTo>
                  <a:lnTo>
                    <a:pt x="897128" y="233349"/>
                  </a:lnTo>
                  <a:close/>
                </a:path>
                <a:path w="3413760" h="295909">
                  <a:moveTo>
                    <a:pt x="897128" y="152501"/>
                  </a:moveTo>
                  <a:lnTo>
                    <a:pt x="897051" y="146024"/>
                  </a:lnTo>
                  <a:lnTo>
                    <a:pt x="896569" y="149186"/>
                  </a:lnTo>
                  <a:lnTo>
                    <a:pt x="897128" y="152501"/>
                  </a:lnTo>
                  <a:close/>
                </a:path>
                <a:path w="3413760" h="295909">
                  <a:moveTo>
                    <a:pt x="897128" y="71640"/>
                  </a:moveTo>
                  <a:lnTo>
                    <a:pt x="897051" y="65163"/>
                  </a:lnTo>
                  <a:lnTo>
                    <a:pt x="896569" y="68313"/>
                  </a:lnTo>
                  <a:lnTo>
                    <a:pt x="897128" y="71640"/>
                  </a:lnTo>
                  <a:close/>
                </a:path>
                <a:path w="3413760" h="295909">
                  <a:moveTo>
                    <a:pt x="906830" y="265201"/>
                  </a:moveTo>
                  <a:lnTo>
                    <a:pt x="904659" y="261315"/>
                  </a:lnTo>
                  <a:lnTo>
                    <a:pt x="902716" y="262610"/>
                  </a:lnTo>
                  <a:lnTo>
                    <a:pt x="906830" y="265201"/>
                  </a:lnTo>
                  <a:close/>
                </a:path>
                <a:path w="3413760" h="295909">
                  <a:moveTo>
                    <a:pt x="906830" y="184353"/>
                  </a:moveTo>
                  <a:lnTo>
                    <a:pt x="904659" y="180467"/>
                  </a:lnTo>
                  <a:lnTo>
                    <a:pt x="902716" y="181762"/>
                  </a:lnTo>
                  <a:lnTo>
                    <a:pt x="906830" y="184353"/>
                  </a:lnTo>
                  <a:close/>
                </a:path>
                <a:path w="3413760" h="295909">
                  <a:moveTo>
                    <a:pt x="906830" y="103505"/>
                  </a:moveTo>
                  <a:lnTo>
                    <a:pt x="904659" y="99618"/>
                  </a:lnTo>
                  <a:lnTo>
                    <a:pt x="902716" y="100914"/>
                  </a:lnTo>
                  <a:lnTo>
                    <a:pt x="906830" y="103505"/>
                  </a:lnTo>
                  <a:close/>
                </a:path>
                <a:path w="3413760" h="295909">
                  <a:moveTo>
                    <a:pt x="906830" y="22644"/>
                  </a:moveTo>
                  <a:lnTo>
                    <a:pt x="904659" y="18757"/>
                  </a:lnTo>
                  <a:lnTo>
                    <a:pt x="902716" y="20053"/>
                  </a:lnTo>
                  <a:lnTo>
                    <a:pt x="906830" y="22644"/>
                  </a:lnTo>
                  <a:close/>
                </a:path>
                <a:path w="3413760" h="295909">
                  <a:moveTo>
                    <a:pt x="924788" y="285330"/>
                  </a:moveTo>
                  <a:lnTo>
                    <a:pt x="924547" y="282981"/>
                  </a:lnTo>
                  <a:lnTo>
                    <a:pt x="918883" y="286537"/>
                  </a:lnTo>
                  <a:lnTo>
                    <a:pt x="924788" y="285330"/>
                  </a:lnTo>
                  <a:close/>
                </a:path>
                <a:path w="3413760" h="295909">
                  <a:moveTo>
                    <a:pt x="924788" y="204482"/>
                  </a:moveTo>
                  <a:lnTo>
                    <a:pt x="924547" y="202133"/>
                  </a:lnTo>
                  <a:lnTo>
                    <a:pt x="918883" y="205689"/>
                  </a:lnTo>
                  <a:lnTo>
                    <a:pt x="924788" y="204482"/>
                  </a:lnTo>
                  <a:close/>
                </a:path>
                <a:path w="3413760" h="295909">
                  <a:moveTo>
                    <a:pt x="924788" y="123634"/>
                  </a:moveTo>
                  <a:lnTo>
                    <a:pt x="924547" y="121285"/>
                  </a:lnTo>
                  <a:lnTo>
                    <a:pt x="918883" y="124841"/>
                  </a:lnTo>
                  <a:lnTo>
                    <a:pt x="924788" y="123634"/>
                  </a:lnTo>
                  <a:close/>
                </a:path>
                <a:path w="3413760" h="295909">
                  <a:moveTo>
                    <a:pt x="924788" y="42773"/>
                  </a:moveTo>
                  <a:lnTo>
                    <a:pt x="924547" y="40424"/>
                  </a:lnTo>
                  <a:lnTo>
                    <a:pt x="918883" y="43980"/>
                  </a:lnTo>
                  <a:lnTo>
                    <a:pt x="924788" y="42773"/>
                  </a:lnTo>
                  <a:close/>
                </a:path>
                <a:path w="3413760" h="295909">
                  <a:moveTo>
                    <a:pt x="928992" y="273761"/>
                  </a:moveTo>
                  <a:lnTo>
                    <a:pt x="927900" y="265595"/>
                  </a:lnTo>
                  <a:lnTo>
                    <a:pt x="925830" y="265595"/>
                  </a:lnTo>
                  <a:lnTo>
                    <a:pt x="928992" y="273761"/>
                  </a:lnTo>
                  <a:close/>
                </a:path>
                <a:path w="3413760" h="295909">
                  <a:moveTo>
                    <a:pt x="928992" y="192925"/>
                  </a:moveTo>
                  <a:lnTo>
                    <a:pt x="927900" y="184746"/>
                  </a:lnTo>
                  <a:lnTo>
                    <a:pt x="925830" y="184746"/>
                  </a:lnTo>
                  <a:lnTo>
                    <a:pt x="928992" y="192925"/>
                  </a:lnTo>
                  <a:close/>
                </a:path>
                <a:path w="3413760" h="295909">
                  <a:moveTo>
                    <a:pt x="928992" y="112064"/>
                  </a:moveTo>
                  <a:lnTo>
                    <a:pt x="927900" y="103898"/>
                  </a:lnTo>
                  <a:lnTo>
                    <a:pt x="925830" y="103898"/>
                  </a:lnTo>
                  <a:lnTo>
                    <a:pt x="928992" y="112064"/>
                  </a:lnTo>
                  <a:close/>
                </a:path>
                <a:path w="3413760" h="295909">
                  <a:moveTo>
                    <a:pt x="928992" y="31216"/>
                  </a:moveTo>
                  <a:lnTo>
                    <a:pt x="927900" y="23037"/>
                  </a:lnTo>
                  <a:lnTo>
                    <a:pt x="925830" y="23037"/>
                  </a:lnTo>
                  <a:lnTo>
                    <a:pt x="928992" y="31216"/>
                  </a:lnTo>
                  <a:close/>
                </a:path>
                <a:path w="3413760" h="295909">
                  <a:moveTo>
                    <a:pt x="934402" y="293979"/>
                  </a:moveTo>
                  <a:lnTo>
                    <a:pt x="930046" y="293014"/>
                  </a:lnTo>
                  <a:lnTo>
                    <a:pt x="929805" y="295351"/>
                  </a:lnTo>
                  <a:lnTo>
                    <a:pt x="934402" y="293979"/>
                  </a:lnTo>
                  <a:close/>
                </a:path>
                <a:path w="3413760" h="295909">
                  <a:moveTo>
                    <a:pt x="934402" y="213131"/>
                  </a:moveTo>
                  <a:lnTo>
                    <a:pt x="930046" y="212166"/>
                  </a:lnTo>
                  <a:lnTo>
                    <a:pt x="929805" y="214503"/>
                  </a:lnTo>
                  <a:lnTo>
                    <a:pt x="934402" y="213131"/>
                  </a:lnTo>
                  <a:close/>
                </a:path>
                <a:path w="3413760" h="295909">
                  <a:moveTo>
                    <a:pt x="934402" y="132283"/>
                  </a:moveTo>
                  <a:lnTo>
                    <a:pt x="930046" y="131318"/>
                  </a:lnTo>
                  <a:lnTo>
                    <a:pt x="929805" y="133654"/>
                  </a:lnTo>
                  <a:lnTo>
                    <a:pt x="934402" y="132283"/>
                  </a:lnTo>
                  <a:close/>
                </a:path>
                <a:path w="3413760" h="295909">
                  <a:moveTo>
                    <a:pt x="934402" y="51422"/>
                  </a:moveTo>
                  <a:lnTo>
                    <a:pt x="930046" y="50457"/>
                  </a:lnTo>
                  <a:lnTo>
                    <a:pt x="929805" y="52806"/>
                  </a:lnTo>
                  <a:lnTo>
                    <a:pt x="934402" y="51422"/>
                  </a:lnTo>
                  <a:close/>
                </a:path>
                <a:path w="3413760" h="295909">
                  <a:moveTo>
                    <a:pt x="937488" y="284353"/>
                  </a:moveTo>
                  <a:lnTo>
                    <a:pt x="934326" y="283464"/>
                  </a:lnTo>
                  <a:lnTo>
                    <a:pt x="930859" y="285330"/>
                  </a:lnTo>
                  <a:lnTo>
                    <a:pt x="937488" y="284353"/>
                  </a:lnTo>
                  <a:close/>
                </a:path>
                <a:path w="3413760" h="295909">
                  <a:moveTo>
                    <a:pt x="937488" y="203504"/>
                  </a:moveTo>
                  <a:lnTo>
                    <a:pt x="934326" y="202615"/>
                  </a:lnTo>
                  <a:lnTo>
                    <a:pt x="930859" y="204482"/>
                  </a:lnTo>
                  <a:lnTo>
                    <a:pt x="937488" y="203504"/>
                  </a:lnTo>
                  <a:close/>
                </a:path>
                <a:path w="3413760" h="295909">
                  <a:moveTo>
                    <a:pt x="937488" y="122656"/>
                  </a:moveTo>
                  <a:lnTo>
                    <a:pt x="934326" y="121767"/>
                  </a:lnTo>
                  <a:lnTo>
                    <a:pt x="930859" y="123634"/>
                  </a:lnTo>
                  <a:lnTo>
                    <a:pt x="937488" y="122656"/>
                  </a:lnTo>
                  <a:close/>
                </a:path>
                <a:path w="3413760" h="295909">
                  <a:moveTo>
                    <a:pt x="937488" y="41795"/>
                  </a:moveTo>
                  <a:lnTo>
                    <a:pt x="934326" y="40906"/>
                  </a:lnTo>
                  <a:lnTo>
                    <a:pt x="930859" y="42773"/>
                  </a:lnTo>
                  <a:lnTo>
                    <a:pt x="937488" y="41795"/>
                  </a:lnTo>
                  <a:close/>
                </a:path>
                <a:path w="3413760" h="295909">
                  <a:moveTo>
                    <a:pt x="949134" y="233349"/>
                  </a:moveTo>
                  <a:lnTo>
                    <a:pt x="948677" y="229463"/>
                  </a:lnTo>
                  <a:lnTo>
                    <a:pt x="946365" y="229463"/>
                  </a:lnTo>
                  <a:lnTo>
                    <a:pt x="949134" y="233349"/>
                  </a:lnTo>
                  <a:close/>
                </a:path>
                <a:path w="3413760" h="295909">
                  <a:moveTo>
                    <a:pt x="949134" y="152501"/>
                  </a:moveTo>
                  <a:lnTo>
                    <a:pt x="948677" y="148615"/>
                  </a:lnTo>
                  <a:lnTo>
                    <a:pt x="946365" y="148615"/>
                  </a:lnTo>
                  <a:lnTo>
                    <a:pt x="949134" y="152501"/>
                  </a:lnTo>
                  <a:close/>
                </a:path>
                <a:path w="3413760" h="295909">
                  <a:moveTo>
                    <a:pt x="949134" y="71640"/>
                  </a:moveTo>
                  <a:lnTo>
                    <a:pt x="948677" y="67754"/>
                  </a:lnTo>
                  <a:lnTo>
                    <a:pt x="946365" y="67754"/>
                  </a:lnTo>
                  <a:lnTo>
                    <a:pt x="949134" y="71640"/>
                  </a:lnTo>
                  <a:close/>
                </a:path>
                <a:path w="3413760" h="295909">
                  <a:moveTo>
                    <a:pt x="965212" y="244906"/>
                  </a:moveTo>
                  <a:lnTo>
                    <a:pt x="964971" y="242557"/>
                  </a:lnTo>
                  <a:lnTo>
                    <a:pt x="959307" y="246113"/>
                  </a:lnTo>
                  <a:lnTo>
                    <a:pt x="965212" y="244906"/>
                  </a:lnTo>
                  <a:close/>
                </a:path>
                <a:path w="3413760" h="295909">
                  <a:moveTo>
                    <a:pt x="965212" y="164058"/>
                  </a:moveTo>
                  <a:lnTo>
                    <a:pt x="964971" y="161709"/>
                  </a:lnTo>
                  <a:lnTo>
                    <a:pt x="959307" y="165265"/>
                  </a:lnTo>
                  <a:lnTo>
                    <a:pt x="965212" y="164058"/>
                  </a:lnTo>
                  <a:close/>
                </a:path>
                <a:path w="3413760" h="295909">
                  <a:moveTo>
                    <a:pt x="965212" y="83210"/>
                  </a:moveTo>
                  <a:lnTo>
                    <a:pt x="964971" y="80873"/>
                  </a:lnTo>
                  <a:lnTo>
                    <a:pt x="959307" y="84416"/>
                  </a:lnTo>
                  <a:lnTo>
                    <a:pt x="965212" y="83210"/>
                  </a:lnTo>
                  <a:close/>
                </a:path>
                <a:path w="3413760" h="295909">
                  <a:moveTo>
                    <a:pt x="965212" y="2349"/>
                  </a:moveTo>
                  <a:lnTo>
                    <a:pt x="964971" y="0"/>
                  </a:lnTo>
                  <a:lnTo>
                    <a:pt x="959307" y="3556"/>
                  </a:lnTo>
                  <a:lnTo>
                    <a:pt x="965212" y="2349"/>
                  </a:lnTo>
                  <a:close/>
                </a:path>
                <a:path w="3413760" h="295909">
                  <a:moveTo>
                    <a:pt x="966025" y="252577"/>
                  </a:moveTo>
                  <a:lnTo>
                    <a:pt x="961656" y="253555"/>
                  </a:lnTo>
                  <a:lnTo>
                    <a:pt x="962380" y="255739"/>
                  </a:lnTo>
                  <a:lnTo>
                    <a:pt x="966025" y="252577"/>
                  </a:lnTo>
                  <a:close/>
                </a:path>
                <a:path w="3413760" h="295909">
                  <a:moveTo>
                    <a:pt x="966025" y="171742"/>
                  </a:moveTo>
                  <a:lnTo>
                    <a:pt x="961656" y="172707"/>
                  </a:lnTo>
                  <a:lnTo>
                    <a:pt x="962380" y="174891"/>
                  </a:lnTo>
                  <a:lnTo>
                    <a:pt x="966025" y="171742"/>
                  </a:lnTo>
                  <a:close/>
                </a:path>
                <a:path w="3413760" h="295909">
                  <a:moveTo>
                    <a:pt x="966025" y="90881"/>
                  </a:moveTo>
                  <a:lnTo>
                    <a:pt x="961656" y="91859"/>
                  </a:lnTo>
                  <a:lnTo>
                    <a:pt x="962380" y="94043"/>
                  </a:lnTo>
                  <a:lnTo>
                    <a:pt x="966025" y="90881"/>
                  </a:lnTo>
                  <a:close/>
                </a:path>
                <a:path w="3413760" h="295909">
                  <a:moveTo>
                    <a:pt x="966025" y="10033"/>
                  </a:moveTo>
                  <a:lnTo>
                    <a:pt x="961656" y="10998"/>
                  </a:lnTo>
                  <a:lnTo>
                    <a:pt x="962380" y="13182"/>
                  </a:lnTo>
                  <a:lnTo>
                    <a:pt x="966025" y="10033"/>
                  </a:lnTo>
                  <a:close/>
                </a:path>
                <a:path w="3413760" h="295909">
                  <a:moveTo>
                    <a:pt x="974826" y="253555"/>
                  </a:moveTo>
                  <a:lnTo>
                    <a:pt x="970216" y="254927"/>
                  </a:lnTo>
                  <a:lnTo>
                    <a:pt x="974102" y="255739"/>
                  </a:lnTo>
                  <a:lnTo>
                    <a:pt x="974826" y="253555"/>
                  </a:lnTo>
                  <a:close/>
                </a:path>
                <a:path w="3413760" h="295909">
                  <a:moveTo>
                    <a:pt x="974826" y="172707"/>
                  </a:moveTo>
                  <a:lnTo>
                    <a:pt x="970216" y="174078"/>
                  </a:lnTo>
                  <a:lnTo>
                    <a:pt x="974102" y="174891"/>
                  </a:lnTo>
                  <a:lnTo>
                    <a:pt x="974826" y="172707"/>
                  </a:lnTo>
                  <a:close/>
                </a:path>
                <a:path w="3413760" h="295909">
                  <a:moveTo>
                    <a:pt x="974826" y="91859"/>
                  </a:moveTo>
                  <a:lnTo>
                    <a:pt x="970216" y="93230"/>
                  </a:lnTo>
                  <a:lnTo>
                    <a:pt x="974102" y="94043"/>
                  </a:lnTo>
                  <a:lnTo>
                    <a:pt x="974826" y="91859"/>
                  </a:lnTo>
                  <a:close/>
                </a:path>
                <a:path w="3413760" h="295909">
                  <a:moveTo>
                    <a:pt x="974826" y="10998"/>
                  </a:moveTo>
                  <a:lnTo>
                    <a:pt x="970216" y="12369"/>
                  </a:lnTo>
                  <a:lnTo>
                    <a:pt x="974102" y="13182"/>
                  </a:lnTo>
                  <a:lnTo>
                    <a:pt x="974826" y="10998"/>
                  </a:lnTo>
                  <a:close/>
                </a:path>
                <a:path w="3413760" h="295909">
                  <a:moveTo>
                    <a:pt x="977912" y="243928"/>
                  </a:moveTo>
                  <a:lnTo>
                    <a:pt x="974750" y="243039"/>
                  </a:lnTo>
                  <a:lnTo>
                    <a:pt x="971283" y="244906"/>
                  </a:lnTo>
                  <a:lnTo>
                    <a:pt x="977912" y="243928"/>
                  </a:lnTo>
                  <a:close/>
                </a:path>
                <a:path w="3413760" h="295909">
                  <a:moveTo>
                    <a:pt x="977912" y="163080"/>
                  </a:moveTo>
                  <a:lnTo>
                    <a:pt x="974750" y="162204"/>
                  </a:lnTo>
                  <a:lnTo>
                    <a:pt x="971283" y="164058"/>
                  </a:lnTo>
                  <a:lnTo>
                    <a:pt x="977912" y="163080"/>
                  </a:lnTo>
                  <a:close/>
                </a:path>
                <a:path w="3413760" h="295909">
                  <a:moveTo>
                    <a:pt x="977912" y="82232"/>
                  </a:moveTo>
                  <a:lnTo>
                    <a:pt x="974750" y="81343"/>
                  </a:lnTo>
                  <a:lnTo>
                    <a:pt x="971283" y="83210"/>
                  </a:lnTo>
                  <a:lnTo>
                    <a:pt x="977912" y="82232"/>
                  </a:lnTo>
                  <a:close/>
                </a:path>
                <a:path w="3413760" h="295909">
                  <a:moveTo>
                    <a:pt x="977912" y="1371"/>
                  </a:moveTo>
                  <a:lnTo>
                    <a:pt x="974750" y="482"/>
                  </a:lnTo>
                  <a:lnTo>
                    <a:pt x="971283" y="2349"/>
                  </a:lnTo>
                  <a:lnTo>
                    <a:pt x="977912" y="1371"/>
                  </a:lnTo>
                  <a:close/>
                </a:path>
                <a:path w="3413760" h="295909">
                  <a:moveTo>
                    <a:pt x="977976" y="233349"/>
                  </a:moveTo>
                  <a:lnTo>
                    <a:pt x="977912" y="226872"/>
                  </a:lnTo>
                  <a:lnTo>
                    <a:pt x="977417" y="230035"/>
                  </a:lnTo>
                  <a:lnTo>
                    <a:pt x="977976" y="233349"/>
                  </a:lnTo>
                  <a:close/>
                </a:path>
                <a:path w="3413760" h="295909">
                  <a:moveTo>
                    <a:pt x="977976" y="152501"/>
                  </a:moveTo>
                  <a:lnTo>
                    <a:pt x="977912" y="146024"/>
                  </a:lnTo>
                  <a:lnTo>
                    <a:pt x="977417" y="149186"/>
                  </a:lnTo>
                  <a:lnTo>
                    <a:pt x="977976" y="152501"/>
                  </a:lnTo>
                  <a:close/>
                </a:path>
                <a:path w="3413760" h="295909">
                  <a:moveTo>
                    <a:pt x="977976" y="71640"/>
                  </a:moveTo>
                  <a:lnTo>
                    <a:pt x="977912" y="65163"/>
                  </a:lnTo>
                  <a:lnTo>
                    <a:pt x="977417" y="68313"/>
                  </a:lnTo>
                  <a:lnTo>
                    <a:pt x="977976" y="71640"/>
                  </a:lnTo>
                  <a:close/>
                </a:path>
                <a:path w="3413760" h="295909">
                  <a:moveTo>
                    <a:pt x="987691" y="265201"/>
                  </a:moveTo>
                  <a:lnTo>
                    <a:pt x="985507" y="261315"/>
                  </a:lnTo>
                  <a:lnTo>
                    <a:pt x="983564" y="262610"/>
                  </a:lnTo>
                  <a:lnTo>
                    <a:pt x="987691" y="265201"/>
                  </a:lnTo>
                  <a:close/>
                </a:path>
                <a:path w="3413760" h="295909">
                  <a:moveTo>
                    <a:pt x="987691" y="184353"/>
                  </a:moveTo>
                  <a:lnTo>
                    <a:pt x="985507" y="180467"/>
                  </a:lnTo>
                  <a:lnTo>
                    <a:pt x="983564" y="181762"/>
                  </a:lnTo>
                  <a:lnTo>
                    <a:pt x="987691" y="184353"/>
                  </a:lnTo>
                  <a:close/>
                </a:path>
                <a:path w="3413760" h="295909">
                  <a:moveTo>
                    <a:pt x="987691" y="103505"/>
                  </a:moveTo>
                  <a:lnTo>
                    <a:pt x="985507" y="99618"/>
                  </a:lnTo>
                  <a:lnTo>
                    <a:pt x="983564" y="100914"/>
                  </a:lnTo>
                  <a:lnTo>
                    <a:pt x="987691" y="103505"/>
                  </a:lnTo>
                  <a:close/>
                </a:path>
                <a:path w="3413760" h="295909">
                  <a:moveTo>
                    <a:pt x="987691" y="22644"/>
                  </a:moveTo>
                  <a:lnTo>
                    <a:pt x="985507" y="18757"/>
                  </a:lnTo>
                  <a:lnTo>
                    <a:pt x="983564" y="20053"/>
                  </a:lnTo>
                  <a:lnTo>
                    <a:pt x="987691" y="22644"/>
                  </a:lnTo>
                  <a:close/>
                </a:path>
                <a:path w="3413760" h="295909">
                  <a:moveTo>
                    <a:pt x="1005636" y="285330"/>
                  </a:moveTo>
                  <a:lnTo>
                    <a:pt x="1005395" y="282981"/>
                  </a:lnTo>
                  <a:lnTo>
                    <a:pt x="999744" y="286537"/>
                  </a:lnTo>
                  <a:lnTo>
                    <a:pt x="1005636" y="285330"/>
                  </a:lnTo>
                  <a:close/>
                </a:path>
                <a:path w="3413760" h="295909">
                  <a:moveTo>
                    <a:pt x="1005636" y="204482"/>
                  </a:moveTo>
                  <a:lnTo>
                    <a:pt x="1005395" y="202133"/>
                  </a:lnTo>
                  <a:lnTo>
                    <a:pt x="999744" y="205689"/>
                  </a:lnTo>
                  <a:lnTo>
                    <a:pt x="1005636" y="204482"/>
                  </a:lnTo>
                  <a:close/>
                </a:path>
                <a:path w="3413760" h="295909">
                  <a:moveTo>
                    <a:pt x="1005636" y="123634"/>
                  </a:moveTo>
                  <a:lnTo>
                    <a:pt x="1005395" y="121285"/>
                  </a:lnTo>
                  <a:lnTo>
                    <a:pt x="999744" y="124841"/>
                  </a:lnTo>
                  <a:lnTo>
                    <a:pt x="1005636" y="123634"/>
                  </a:lnTo>
                  <a:close/>
                </a:path>
                <a:path w="3413760" h="295909">
                  <a:moveTo>
                    <a:pt x="1005636" y="42773"/>
                  </a:moveTo>
                  <a:lnTo>
                    <a:pt x="1005395" y="40424"/>
                  </a:lnTo>
                  <a:lnTo>
                    <a:pt x="999744" y="43980"/>
                  </a:lnTo>
                  <a:lnTo>
                    <a:pt x="1005636" y="42773"/>
                  </a:lnTo>
                  <a:close/>
                </a:path>
                <a:path w="3413760" h="295909">
                  <a:moveTo>
                    <a:pt x="1009840" y="273761"/>
                  </a:moveTo>
                  <a:lnTo>
                    <a:pt x="1008748" y="265595"/>
                  </a:lnTo>
                  <a:lnTo>
                    <a:pt x="1006690" y="265595"/>
                  </a:lnTo>
                  <a:lnTo>
                    <a:pt x="1009840" y="273761"/>
                  </a:lnTo>
                  <a:close/>
                </a:path>
                <a:path w="3413760" h="295909">
                  <a:moveTo>
                    <a:pt x="1009840" y="192925"/>
                  </a:moveTo>
                  <a:lnTo>
                    <a:pt x="1008748" y="184746"/>
                  </a:lnTo>
                  <a:lnTo>
                    <a:pt x="1006690" y="184746"/>
                  </a:lnTo>
                  <a:lnTo>
                    <a:pt x="1009840" y="192925"/>
                  </a:lnTo>
                  <a:close/>
                </a:path>
                <a:path w="3413760" h="295909">
                  <a:moveTo>
                    <a:pt x="1009840" y="112064"/>
                  </a:moveTo>
                  <a:lnTo>
                    <a:pt x="1008748" y="103898"/>
                  </a:lnTo>
                  <a:lnTo>
                    <a:pt x="1006690" y="103898"/>
                  </a:lnTo>
                  <a:lnTo>
                    <a:pt x="1009840" y="112064"/>
                  </a:lnTo>
                  <a:close/>
                </a:path>
                <a:path w="3413760" h="295909">
                  <a:moveTo>
                    <a:pt x="1009840" y="31216"/>
                  </a:moveTo>
                  <a:lnTo>
                    <a:pt x="1008748" y="23037"/>
                  </a:lnTo>
                  <a:lnTo>
                    <a:pt x="1006690" y="23037"/>
                  </a:lnTo>
                  <a:lnTo>
                    <a:pt x="1009840" y="31216"/>
                  </a:lnTo>
                  <a:close/>
                </a:path>
                <a:path w="3413760" h="295909">
                  <a:moveTo>
                    <a:pt x="1015263" y="293979"/>
                  </a:moveTo>
                  <a:lnTo>
                    <a:pt x="1010894" y="293014"/>
                  </a:lnTo>
                  <a:lnTo>
                    <a:pt x="1010640" y="295351"/>
                  </a:lnTo>
                  <a:lnTo>
                    <a:pt x="1015263" y="293979"/>
                  </a:lnTo>
                  <a:close/>
                </a:path>
                <a:path w="3413760" h="295909">
                  <a:moveTo>
                    <a:pt x="1015263" y="213131"/>
                  </a:moveTo>
                  <a:lnTo>
                    <a:pt x="1010894" y="212166"/>
                  </a:lnTo>
                  <a:lnTo>
                    <a:pt x="1010640" y="214503"/>
                  </a:lnTo>
                  <a:lnTo>
                    <a:pt x="1015263" y="213131"/>
                  </a:lnTo>
                  <a:close/>
                </a:path>
                <a:path w="3413760" h="295909">
                  <a:moveTo>
                    <a:pt x="1015263" y="132283"/>
                  </a:moveTo>
                  <a:lnTo>
                    <a:pt x="1010894" y="131318"/>
                  </a:lnTo>
                  <a:lnTo>
                    <a:pt x="1010640" y="133654"/>
                  </a:lnTo>
                  <a:lnTo>
                    <a:pt x="1015263" y="132283"/>
                  </a:lnTo>
                  <a:close/>
                </a:path>
                <a:path w="3413760" h="295909">
                  <a:moveTo>
                    <a:pt x="1015263" y="51422"/>
                  </a:moveTo>
                  <a:lnTo>
                    <a:pt x="1010894" y="50457"/>
                  </a:lnTo>
                  <a:lnTo>
                    <a:pt x="1010640" y="52806"/>
                  </a:lnTo>
                  <a:lnTo>
                    <a:pt x="1015263" y="51422"/>
                  </a:lnTo>
                  <a:close/>
                </a:path>
                <a:path w="3413760" h="295909">
                  <a:moveTo>
                    <a:pt x="1018336" y="284353"/>
                  </a:moveTo>
                  <a:lnTo>
                    <a:pt x="1015187" y="283464"/>
                  </a:lnTo>
                  <a:lnTo>
                    <a:pt x="1011707" y="285330"/>
                  </a:lnTo>
                  <a:lnTo>
                    <a:pt x="1018336" y="284353"/>
                  </a:lnTo>
                  <a:close/>
                </a:path>
                <a:path w="3413760" h="295909">
                  <a:moveTo>
                    <a:pt x="1018336" y="203504"/>
                  </a:moveTo>
                  <a:lnTo>
                    <a:pt x="1015187" y="202615"/>
                  </a:lnTo>
                  <a:lnTo>
                    <a:pt x="1011707" y="204482"/>
                  </a:lnTo>
                  <a:lnTo>
                    <a:pt x="1018336" y="203504"/>
                  </a:lnTo>
                  <a:close/>
                </a:path>
                <a:path w="3413760" h="295909">
                  <a:moveTo>
                    <a:pt x="1018336" y="122656"/>
                  </a:moveTo>
                  <a:lnTo>
                    <a:pt x="1015187" y="121767"/>
                  </a:lnTo>
                  <a:lnTo>
                    <a:pt x="1011707" y="123634"/>
                  </a:lnTo>
                  <a:lnTo>
                    <a:pt x="1018336" y="122656"/>
                  </a:lnTo>
                  <a:close/>
                </a:path>
                <a:path w="3413760" h="295909">
                  <a:moveTo>
                    <a:pt x="1018336" y="41795"/>
                  </a:moveTo>
                  <a:lnTo>
                    <a:pt x="1015187" y="40906"/>
                  </a:lnTo>
                  <a:lnTo>
                    <a:pt x="1011707" y="42773"/>
                  </a:lnTo>
                  <a:lnTo>
                    <a:pt x="1018336" y="41795"/>
                  </a:lnTo>
                  <a:close/>
                </a:path>
                <a:path w="3413760" h="295909">
                  <a:moveTo>
                    <a:pt x="1029970" y="233349"/>
                  </a:moveTo>
                  <a:lnTo>
                    <a:pt x="1029550" y="229463"/>
                  </a:lnTo>
                  <a:lnTo>
                    <a:pt x="1027226" y="229463"/>
                  </a:lnTo>
                  <a:lnTo>
                    <a:pt x="1029970" y="233349"/>
                  </a:lnTo>
                  <a:close/>
                </a:path>
                <a:path w="3413760" h="295909">
                  <a:moveTo>
                    <a:pt x="1029970" y="152501"/>
                  </a:moveTo>
                  <a:lnTo>
                    <a:pt x="1029550" y="148615"/>
                  </a:lnTo>
                  <a:lnTo>
                    <a:pt x="1027226" y="148615"/>
                  </a:lnTo>
                  <a:lnTo>
                    <a:pt x="1029970" y="152501"/>
                  </a:lnTo>
                  <a:close/>
                </a:path>
                <a:path w="3413760" h="295909">
                  <a:moveTo>
                    <a:pt x="1029970" y="71640"/>
                  </a:moveTo>
                  <a:lnTo>
                    <a:pt x="1029550" y="67754"/>
                  </a:lnTo>
                  <a:lnTo>
                    <a:pt x="1027226" y="67754"/>
                  </a:lnTo>
                  <a:lnTo>
                    <a:pt x="1029970" y="71640"/>
                  </a:lnTo>
                  <a:close/>
                </a:path>
                <a:path w="3413760" h="295909">
                  <a:moveTo>
                    <a:pt x="1046073" y="244906"/>
                  </a:moveTo>
                  <a:lnTo>
                    <a:pt x="1045819" y="242557"/>
                  </a:lnTo>
                  <a:lnTo>
                    <a:pt x="1040155" y="246113"/>
                  </a:lnTo>
                  <a:lnTo>
                    <a:pt x="1046073" y="244906"/>
                  </a:lnTo>
                  <a:close/>
                </a:path>
                <a:path w="3413760" h="295909">
                  <a:moveTo>
                    <a:pt x="1046073" y="164058"/>
                  </a:moveTo>
                  <a:lnTo>
                    <a:pt x="1045819" y="161709"/>
                  </a:lnTo>
                  <a:lnTo>
                    <a:pt x="1040155" y="165265"/>
                  </a:lnTo>
                  <a:lnTo>
                    <a:pt x="1046073" y="164058"/>
                  </a:lnTo>
                  <a:close/>
                </a:path>
                <a:path w="3413760" h="295909">
                  <a:moveTo>
                    <a:pt x="1046073" y="83210"/>
                  </a:moveTo>
                  <a:lnTo>
                    <a:pt x="1045819" y="80873"/>
                  </a:lnTo>
                  <a:lnTo>
                    <a:pt x="1040155" y="84416"/>
                  </a:lnTo>
                  <a:lnTo>
                    <a:pt x="1046073" y="83210"/>
                  </a:lnTo>
                  <a:close/>
                </a:path>
                <a:path w="3413760" h="295909">
                  <a:moveTo>
                    <a:pt x="1046073" y="2349"/>
                  </a:moveTo>
                  <a:lnTo>
                    <a:pt x="1045819" y="0"/>
                  </a:lnTo>
                  <a:lnTo>
                    <a:pt x="1040155" y="3556"/>
                  </a:lnTo>
                  <a:lnTo>
                    <a:pt x="1046073" y="2349"/>
                  </a:lnTo>
                  <a:close/>
                </a:path>
                <a:path w="3413760" h="295909">
                  <a:moveTo>
                    <a:pt x="1046873" y="252577"/>
                  </a:moveTo>
                  <a:lnTo>
                    <a:pt x="1042504" y="253555"/>
                  </a:lnTo>
                  <a:lnTo>
                    <a:pt x="1043228" y="255739"/>
                  </a:lnTo>
                  <a:lnTo>
                    <a:pt x="1046873" y="252577"/>
                  </a:lnTo>
                  <a:close/>
                </a:path>
                <a:path w="3413760" h="295909">
                  <a:moveTo>
                    <a:pt x="1046873" y="171742"/>
                  </a:moveTo>
                  <a:lnTo>
                    <a:pt x="1042504" y="172707"/>
                  </a:lnTo>
                  <a:lnTo>
                    <a:pt x="1043228" y="174891"/>
                  </a:lnTo>
                  <a:lnTo>
                    <a:pt x="1046873" y="171742"/>
                  </a:lnTo>
                  <a:close/>
                </a:path>
                <a:path w="3413760" h="295909">
                  <a:moveTo>
                    <a:pt x="1046873" y="90881"/>
                  </a:moveTo>
                  <a:lnTo>
                    <a:pt x="1042504" y="91859"/>
                  </a:lnTo>
                  <a:lnTo>
                    <a:pt x="1043228" y="94043"/>
                  </a:lnTo>
                  <a:lnTo>
                    <a:pt x="1046873" y="90881"/>
                  </a:lnTo>
                  <a:close/>
                </a:path>
                <a:path w="3413760" h="295909">
                  <a:moveTo>
                    <a:pt x="1046873" y="10033"/>
                  </a:moveTo>
                  <a:lnTo>
                    <a:pt x="1042504" y="10998"/>
                  </a:lnTo>
                  <a:lnTo>
                    <a:pt x="1043228" y="13182"/>
                  </a:lnTo>
                  <a:lnTo>
                    <a:pt x="1046873" y="10033"/>
                  </a:lnTo>
                  <a:close/>
                </a:path>
                <a:path w="3413760" h="295909">
                  <a:moveTo>
                    <a:pt x="1055687" y="253555"/>
                  </a:moveTo>
                  <a:lnTo>
                    <a:pt x="1051077" y="254927"/>
                  </a:lnTo>
                  <a:lnTo>
                    <a:pt x="1054950" y="255739"/>
                  </a:lnTo>
                  <a:lnTo>
                    <a:pt x="1055687" y="253555"/>
                  </a:lnTo>
                  <a:close/>
                </a:path>
                <a:path w="3413760" h="295909">
                  <a:moveTo>
                    <a:pt x="1055687" y="172707"/>
                  </a:moveTo>
                  <a:lnTo>
                    <a:pt x="1051077" y="174078"/>
                  </a:lnTo>
                  <a:lnTo>
                    <a:pt x="1054950" y="174891"/>
                  </a:lnTo>
                  <a:lnTo>
                    <a:pt x="1055687" y="172707"/>
                  </a:lnTo>
                  <a:close/>
                </a:path>
                <a:path w="3413760" h="295909">
                  <a:moveTo>
                    <a:pt x="1055687" y="91859"/>
                  </a:moveTo>
                  <a:lnTo>
                    <a:pt x="1051077" y="93230"/>
                  </a:lnTo>
                  <a:lnTo>
                    <a:pt x="1054950" y="94043"/>
                  </a:lnTo>
                  <a:lnTo>
                    <a:pt x="1055687" y="91859"/>
                  </a:lnTo>
                  <a:close/>
                </a:path>
                <a:path w="3413760" h="295909">
                  <a:moveTo>
                    <a:pt x="1055687" y="10998"/>
                  </a:moveTo>
                  <a:lnTo>
                    <a:pt x="1051077" y="12369"/>
                  </a:lnTo>
                  <a:lnTo>
                    <a:pt x="1054950" y="13182"/>
                  </a:lnTo>
                  <a:lnTo>
                    <a:pt x="1055687" y="10998"/>
                  </a:lnTo>
                  <a:close/>
                </a:path>
                <a:path w="3413760" h="295909">
                  <a:moveTo>
                    <a:pt x="1058760" y="243928"/>
                  </a:moveTo>
                  <a:lnTo>
                    <a:pt x="1055611" y="243039"/>
                  </a:lnTo>
                  <a:lnTo>
                    <a:pt x="1052118" y="244906"/>
                  </a:lnTo>
                  <a:lnTo>
                    <a:pt x="1058760" y="243928"/>
                  </a:lnTo>
                  <a:close/>
                </a:path>
                <a:path w="3413760" h="295909">
                  <a:moveTo>
                    <a:pt x="1058760" y="163080"/>
                  </a:moveTo>
                  <a:lnTo>
                    <a:pt x="1055611" y="162204"/>
                  </a:lnTo>
                  <a:lnTo>
                    <a:pt x="1052118" y="164058"/>
                  </a:lnTo>
                  <a:lnTo>
                    <a:pt x="1058760" y="163080"/>
                  </a:lnTo>
                  <a:close/>
                </a:path>
                <a:path w="3413760" h="295909">
                  <a:moveTo>
                    <a:pt x="1058760" y="82232"/>
                  </a:moveTo>
                  <a:lnTo>
                    <a:pt x="1055611" y="81343"/>
                  </a:lnTo>
                  <a:lnTo>
                    <a:pt x="1052118" y="83210"/>
                  </a:lnTo>
                  <a:lnTo>
                    <a:pt x="1058760" y="82232"/>
                  </a:lnTo>
                  <a:close/>
                </a:path>
                <a:path w="3413760" h="295909">
                  <a:moveTo>
                    <a:pt x="1058760" y="1371"/>
                  </a:moveTo>
                  <a:lnTo>
                    <a:pt x="1055611" y="482"/>
                  </a:lnTo>
                  <a:lnTo>
                    <a:pt x="1052118" y="2349"/>
                  </a:lnTo>
                  <a:lnTo>
                    <a:pt x="1058760" y="1371"/>
                  </a:lnTo>
                  <a:close/>
                </a:path>
                <a:path w="3413760" h="295909">
                  <a:moveTo>
                    <a:pt x="1058837" y="233349"/>
                  </a:moveTo>
                  <a:lnTo>
                    <a:pt x="1058760" y="226872"/>
                  </a:lnTo>
                  <a:lnTo>
                    <a:pt x="1058265" y="230035"/>
                  </a:lnTo>
                  <a:lnTo>
                    <a:pt x="1058837" y="233349"/>
                  </a:lnTo>
                  <a:close/>
                </a:path>
                <a:path w="3413760" h="295909">
                  <a:moveTo>
                    <a:pt x="1058837" y="152501"/>
                  </a:moveTo>
                  <a:lnTo>
                    <a:pt x="1058760" y="146024"/>
                  </a:lnTo>
                  <a:lnTo>
                    <a:pt x="1058265" y="149186"/>
                  </a:lnTo>
                  <a:lnTo>
                    <a:pt x="1058837" y="152501"/>
                  </a:lnTo>
                  <a:close/>
                </a:path>
                <a:path w="3413760" h="295909">
                  <a:moveTo>
                    <a:pt x="1058837" y="71640"/>
                  </a:moveTo>
                  <a:lnTo>
                    <a:pt x="1058760" y="65163"/>
                  </a:lnTo>
                  <a:lnTo>
                    <a:pt x="1058265" y="68313"/>
                  </a:lnTo>
                  <a:lnTo>
                    <a:pt x="1058837" y="71640"/>
                  </a:lnTo>
                  <a:close/>
                </a:path>
                <a:path w="3413760" h="295909">
                  <a:moveTo>
                    <a:pt x="1068527" y="265201"/>
                  </a:moveTo>
                  <a:lnTo>
                    <a:pt x="1066355" y="261315"/>
                  </a:lnTo>
                  <a:lnTo>
                    <a:pt x="1064425" y="262610"/>
                  </a:lnTo>
                  <a:lnTo>
                    <a:pt x="1068527" y="265201"/>
                  </a:lnTo>
                  <a:close/>
                </a:path>
                <a:path w="3413760" h="295909">
                  <a:moveTo>
                    <a:pt x="1068527" y="184353"/>
                  </a:moveTo>
                  <a:lnTo>
                    <a:pt x="1066355" y="180467"/>
                  </a:lnTo>
                  <a:lnTo>
                    <a:pt x="1064425" y="181762"/>
                  </a:lnTo>
                  <a:lnTo>
                    <a:pt x="1068527" y="184353"/>
                  </a:lnTo>
                  <a:close/>
                </a:path>
                <a:path w="3413760" h="295909">
                  <a:moveTo>
                    <a:pt x="1068527" y="103505"/>
                  </a:moveTo>
                  <a:lnTo>
                    <a:pt x="1066355" y="99618"/>
                  </a:lnTo>
                  <a:lnTo>
                    <a:pt x="1064425" y="100914"/>
                  </a:lnTo>
                  <a:lnTo>
                    <a:pt x="1068527" y="103505"/>
                  </a:lnTo>
                  <a:close/>
                </a:path>
                <a:path w="3413760" h="295909">
                  <a:moveTo>
                    <a:pt x="1068527" y="22644"/>
                  </a:moveTo>
                  <a:lnTo>
                    <a:pt x="1066355" y="18757"/>
                  </a:lnTo>
                  <a:lnTo>
                    <a:pt x="1064425" y="20053"/>
                  </a:lnTo>
                  <a:lnTo>
                    <a:pt x="1068527" y="22644"/>
                  </a:lnTo>
                  <a:close/>
                </a:path>
                <a:path w="3413760" h="295909">
                  <a:moveTo>
                    <a:pt x="1086497" y="285330"/>
                  </a:moveTo>
                  <a:lnTo>
                    <a:pt x="1086243" y="282981"/>
                  </a:lnTo>
                  <a:lnTo>
                    <a:pt x="1080579" y="286537"/>
                  </a:lnTo>
                  <a:lnTo>
                    <a:pt x="1086497" y="285330"/>
                  </a:lnTo>
                  <a:close/>
                </a:path>
                <a:path w="3413760" h="295909">
                  <a:moveTo>
                    <a:pt x="1086497" y="204482"/>
                  </a:moveTo>
                  <a:lnTo>
                    <a:pt x="1086243" y="202133"/>
                  </a:lnTo>
                  <a:lnTo>
                    <a:pt x="1080579" y="205689"/>
                  </a:lnTo>
                  <a:lnTo>
                    <a:pt x="1086497" y="204482"/>
                  </a:lnTo>
                  <a:close/>
                </a:path>
                <a:path w="3413760" h="295909">
                  <a:moveTo>
                    <a:pt x="1086497" y="123634"/>
                  </a:moveTo>
                  <a:lnTo>
                    <a:pt x="1086243" y="121285"/>
                  </a:lnTo>
                  <a:lnTo>
                    <a:pt x="1080579" y="124841"/>
                  </a:lnTo>
                  <a:lnTo>
                    <a:pt x="1086497" y="123634"/>
                  </a:lnTo>
                  <a:close/>
                </a:path>
                <a:path w="3413760" h="295909">
                  <a:moveTo>
                    <a:pt x="1086497" y="42773"/>
                  </a:moveTo>
                  <a:lnTo>
                    <a:pt x="1086243" y="40424"/>
                  </a:lnTo>
                  <a:lnTo>
                    <a:pt x="1080579" y="43980"/>
                  </a:lnTo>
                  <a:lnTo>
                    <a:pt x="1086497" y="42773"/>
                  </a:lnTo>
                  <a:close/>
                </a:path>
                <a:path w="3413760" h="295909">
                  <a:moveTo>
                    <a:pt x="1090701" y="273761"/>
                  </a:moveTo>
                  <a:lnTo>
                    <a:pt x="1089596" y="265595"/>
                  </a:lnTo>
                  <a:lnTo>
                    <a:pt x="1087551" y="265595"/>
                  </a:lnTo>
                  <a:lnTo>
                    <a:pt x="1090701" y="273761"/>
                  </a:lnTo>
                  <a:close/>
                </a:path>
                <a:path w="3413760" h="295909">
                  <a:moveTo>
                    <a:pt x="1090701" y="192925"/>
                  </a:moveTo>
                  <a:lnTo>
                    <a:pt x="1089596" y="184746"/>
                  </a:lnTo>
                  <a:lnTo>
                    <a:pt x="1087551" y="184746"/>
                  </a:lnTo>
                  <a:lnTo>
                    <a:pt x="1090701" y="192925"/>
                  </a:lnTo>
                  <a:close/>
                </a:path>
                <a:path w="3413760" h="295909">
                  <a:moveTo>
                    <a:pt x="1090701" y="112064"/>
                  </a:moveTo>
                  <a:lnTo>
                    <a:pt x="1089596" y="103898"/>
                  </a:lnTo>
                  <a:lnTo>
                    <a:pt x="1087551" y="103898"/>
                  </a:lnTo>
                  <a:lnTo>
                    <a:pt x="1090701" y="112064"/>
                  </a:lnTo>
                  <a:close/>
                </a:path>
                <a:path w="3413760" h="295909">
                  <a:moveTo>
                    <a:pt x="1090701" y="31216"/>
                  </a:moveTo>
                  <a:lnTo>
                    <a:pt x="1089596" y="23037"/>
                  </a:lnTo>
                  <a:lnTo>
                    <a:pt x="1087551" y="23037"/>
                  </a:lnTo>
                  <a:lnTo>
                    <a:pt x="1090701" y="31216"/>
                  </a:lnTo>
                  <a:close/>
                </a:path>
                <a:path w="3413760" h="295909">
                  <a:moveTo>
                    <a:pt x="1096111" y="293979"/>
                  </a:moveTo>
                  <a:lnTo>
                    <a:pt x="1091742" y="293014"/>
                  </a:lnTo>
                  <a:lnTo>
                    <a:pt x="1091514" y="295351"/>
                  </a:lnTo>
                  <a:lnTo>
                    <a:pt x="1096111" y="293979"/>
                  </a:lnTo>
                  <a:close/>
                </a:path>
                <a:path w="3413760" h="295909">
                  <a:moveTo>
                    <a:pt x="1096111" y="213131"/>
                  </a:moveTo>
                  <a:lnTo>
                    <a:pt x="1091742" y="212166"/>
                  </a:lnTo>
                  <a:lnTo>
                    <a:pt x="1091514" y="214503"/>
                  </a:lnTo>
                  <a:lnTo>
                    <a:pt x="1096111" y="213131"/>
                  </a:lnTo>
                  <a:close/>
                </a:path>
                <a:path w="3413760" h="295909">
                  <a:moveTo>
                    <a:pt x="1096111" y="132283"/>
                  </a:moveTo>
                  <a:lnTo>
                    <a:pt x="1091742" y="131318"/>
                  </a:lnTo>
                  <a:lnTo>
                    <a:pt x="1091514" y="133654"/>
                  </a:lnTo>
                  <a:lnTo>
                    <a:pt x="1096111" y="132283"/>
                  </a:lnTo>
                  <a:close/>
                </a:path>
                <a:path w="3413760" h="295909">
                  <a:moveTo>
                    <a:pt x="1096111" y="51422"/>
                  </a:moveTo>
                  <a:lnTo>
                    <a:pt x="1091742" y="50457"/>
                  </a:lnTo>
                  <a:lnTo>
                    <a:pt x="1091514" y="52806"/>
                  </a:lnTo>
                  <a:lnTo>
                    <a:pt x="1096111" y="51422"/>
                  </a:lnTo>
                  <a:close/>
                </a:path>
                <a:path w="3413760" h="295909">
                  <a:moveTo>
                    <a:pt x="1099185" y="284353"/>
                  </a:moveTo>
                  <a:lnTo>
                    <a:pt x="1096035" y="283464"/>
                  </a:lnTo>
                  <a:lnTo>
                    <a:pt x="1092555" y="285330"/>
                  </a:lnTo>
                  <a:lnTo>
                    <a:pt x="1099185" y="284353"/>
                  </a:lnTo>
                  <a:close/>
                </a:path>
                <a:path w="3413760" h="295909">
                  <a:moveTo>
                    <a:pt x="1099185" y="203504"/>
                  </a:moveTo>
                  <a:lnTo>
                    <a:pt x="1096035" y="202615"/>
                  </a:lnTo>
                  <a:lnTo>
                    <a:pt x="1092555" y="204482"/>
                  </a:lnTo>
                  <a:lnTo>
                    <a:pt x="1099185" y="203504"/>
                  </a:lnTo>
                  <a:close/>
                </a:path>
                <a:path w="3413760" h="295909">
                  <a:moveTo>
                    <a:pt x="1099185" y="122656"/>
                  </a:moveTo>
                  <a:lnTo>
                    <a:pt x="1096035" y="121767"/>
                  </a:lnTo>
                  <a:lnTo>
                    <a:pt x="1092555" y="123634"/>
                  </a:lnTo>
                  <a:lnTo>
                    <a:pt x="1099185" y="122656"/>
                  </a:lnTo>
                  <a:close/>
                </a:path>
                <a:path w="3413760" h="295909">
                  <a:moveTo>
                    <a:pt x="1099185" y="41795"/>
                  </a:moveTo>
                  <a:lnTo>
                    <a:pt x="1096035" y="40906"/>
                  </a:lnTo>
                  <a:lnTo>
                    <a:pt x="1092555" y="42773"/>
                  </a:lnTo>
                  <a:lnTo>
                    <a:pt x="1099185" y="41795"/>
                  </a:lnTo>
                  <a:close/>
                </a:path>
                <a:path w="3413760" h="295909">
                  <a:moveTo>
                    <a:pt x="1110830" y="233349"/>
                  </a:moveTo>
                  <a:lnTo>
                    <a:pt x="1110386" y="229463"/>
                  </a:lnTo>
                  <a:lnTo>
                    <a:pt x="1108087" y="229463"/>
                  </a:lnTo>
                  <a:lnTo>
                    <a:pt x="1110830" y="233349"/>
                  </a:lnTo>
                  <a:close/>
                </a:path>
                <a:path w="3413760" h="295909">
                  <a:moveTo>
                    <a:pt x="1110830" y="152501"/>
                  </a:moveTo>
                  <a:lnTo>
                    <a:pt x="1110386" y="148615"/>
                  </a:lnTo>
                  <a:lnTo>
                    <a:pt x="1108087" y="148615"/>
                  </a:lnTo>
                  <a:lnTo>
                    <a:pt x="1110830" y="152501"/>
                  </a:lnTo>
                  <a:close/>
                </a:path>
                <a:path w="3413760" h="295909">
                  <a:moveTo>
                    <a:pt x="1110830" y="71640"/>
                  </a:moveTo>
                  <a:lnTo>
                    <a:pt x="1110386" y="67754"/>
                  </a:lnTo>
                  <a:lnTo>
                    <a:pt x="1108087" y="67754"/>
                  </a:lnTo>
                  <a:lnTo>
                    <a:pt x="1110830" y="71640"/>
                  </a:lnTo>
                  <a:close/>
                </a:path>
                <a:path w="3413760" h="295909">
                  <a:moveTo>
                    <a:pt x="1126921" y="244906"/>
                  </a:moveTo>
                  <a:lnTo>
                    <a:pt x="1126667" y="242557"/>
                  </a:lnTo>
                  <a:lnTo>
                    <a:pt x="1121003" y="246113"/>
                  </a:lnTo>
                  <a:lnTo>
                    <a:pt x="1126921" y="244906"/>
                  </a:lnTo>
                  <a:close/>
                </a:path>
                <a:path w="3413760" h="295909">
                  <a:moveTo>
                    <a:pt x="1126921" y="164058"/>
                  </a:moveTo>
                  <a:lnTo>
                    <a:pt x="1126667" y="161709"/>
                  </a:lnTo>
                  <a:lnTo>
                    <a:pt x="1121003" y="165265"/>
                  </a:lnTo>
                  <a:lnTo>
                    <a:pt x="1126921" y="164058"/>
                  </a:lnTo>
                  <a:close/>
                </a:path>
                <a:path w="3413760" h="295909">
                  <a:moveTo>
                    <a:pt x="1126921" y="83210"/>
                  </a:moveTo>
                  <a:lnTo>
                    <a:pt x="1126667" y="80873"/>
                  </a:lnTo>
                  <a:lnTo>
                    <a:pt x="1121003" y="84416"/>
                  </a:lnTo>
                  <a:lnTo>
                    <a:pt x="1126921" y="83210"/>
                  </a:lnTo>
                  <a:close/>
                </a:path>
                <a:path w="3413760" h="295909">
                  <a:moveTo>
                    <a:pt x="1126921" y="2349"/>
                  </a:moveTo>
                  <a:lnTo>
                    <a:pt x="1126667" y="0"/>
                  </a:lnTo>
                  <a:lnTo>
                    <a:pt x="1121003" y="3556"/>
                  </a:lnTo>
                  <a:lnTo>
                    <a:pt x="1126921" y="2349"/>
                  </a:lnTo>
                  <a:close/>
                </a:path>
                <a:path w="3413760" h="295909">
                  <a:moveTo>
                    <a:pt x="1127721" y="252577"/>
                  </a:moveTo>
                  <a:lnTo>
                    <a:pt x="1123365" y="253555"/>
                  </a:lnTo>
                  <a:lnTo>
                    <a:pt x="1124089" y="255739"/>
                  </a:lnTo>
                  <a:lnTo>
                    <a:pt x="1127721" y="252577"/>
                  </a:lnTo>
                  <a:close/>
                </a:path>
                <a:path w="3413760" h="295909">
                  <a:moveTo>
                    <a:pt x="1127721" y="171742"/>
                  </a:moveTo>
                  <a:lnTo>
                    <a:pt x="1123365" y="172707"/>
                  </a:lnTo>
                  <a:lnTo>
                    <a:pt x="1124089" y="174891"/>
                  </a:lnTo>
                  <a:lnTo>
                    <a:pt x="1127721" y="171742"/>
                  </a:lnTo>
                  <a:close/>
                </a:path>
                <a:path w="3413760" h="295909">
                  <a:moveTo>
                    <a:pt x="1127721" y="90881"/>
                  </a:moveTo>
                  <a:lnTo>
                    <a:pt x="1123365" y="91859"/>
                  </a:lnTo>
                  <a:lnTo>
                    <a:pt x="1124089" y="94043"/>
                  </a:lnTo>
                  <a:lnTo>
                    <a:pt x="1127721" y="90881"/>
                  </a:lnTo>
                  <a:close/>
                </a:path>
                <a:path w="3413760" h="295909">
                  <a:moveTo>
                    <a:pt x="1127721" y="10033"/>
                  </a:moveTo>
                  <a:lnTo>
                    <a:pt x="1123365" y="10998"/>
                  </a:lnTo>
                  <a:lnTo>
                    <a:pt x="1124089" y="13182"/>
                  </a:lnTo>
                  <a:lnTo>
                    <a:pt x="1127721" y="10033"/>
                  </a:lnTo>
                  <a:close/>
                </a:path>
                <a:path w="3413760" h="295909">
                  <a:moveTo>
                    <a:pt x="1136535" y="253555"/>
                  </a:moveTo>
                  <a:lnTo>
                    <a:pt x="1131938" y="254927"/>
                  </a:lnTo>
                  <a:lnTo>
                    <a:pt x="1135811" y="255739"/>
                  </a:lnTo>
                  <a:lnTo>
                    <a:pt x="1136535" y="253555"/>
                  </a:lnTo>
                  <a:close/>
                </a:path>
                <a:path w="3413760" h="295909">
                  <a:moveTo>
                    <a:pt x="1136535" y="172707"/>
                  </a:moveTo>
                  <a:lnTo>
                    <a:pt x="1131938" y="174078"/>
                  </a:lnTo>
                  <a:lnTo>
                    <a:pt x="1135811" y="174891"/>
                  </a:lnTo>
                  <a:lnTo>
                    <a:pt x="1136535" y="172707"/>
                  </a:lnTo>
                  <a:close/>
                </a:path>
                <a:path w="3413760" h="295909">
                  <a:moveTo>
                    <a:pt x="1136535" y="91859"/>
                  </a:moveTo>
                  <a:lnTo>
                    <a:pt x="1131938" y="93230"/>
                  </a:lnTo>
                  <a:lnTo>
                    <a:pt x="1135811" y="94043"/>
                  </a:lnTo>
                  <a:lnTo>
                    <a:pt x="1136535" y="91859"/>
                  </a:lnTo>
                  <a:close/>
                </a:path>
                <a:path w="3413760" h="295909">
                  <a:moveTo>
                    <a:pt x="1136535" y="10998"/>
                  </a:moveTo>
                  <a:lnTo>
                    <a:pt x="1131938" y="12369"/>
                  </a:lnTo>
                  <a:lnTo>
                    <a:pt x="1135811" y="13182"/>
                  </a:lnTo>
                  <a:lnTo>
                    <a:pt x="1136535" y="10998"/>
                  </a:lnTo>
                  <a:close/>
                </a:path>
                <a:path w="3413760" h="295909">
                  <a:moveTo>
                    <a:pt x="1139609" y="243928"/>
                  </a:moveTo>
                  <a:lnTo>
                    <a:pt x="1136459" y="243039"/>
                  </a:lnTo>
                  <a:lnTo>
                    <a:pt x="1132979" y="244906"/>
                  </a:lnTo>
                  <a:lnTo>
                    <a:pt x="1139609" y="243928"/>
                  </a:lnTo>
                  <a:close/>
                </a:path>
                <a:path w="3413760" h="295909">
                  <a:moveTo>
                    <a:pt x="1139609" y="163080"/>
                  </a:moveTo>
                  <a:lnTo>
                    <a:pt x="1136459" y="162204"/>
                  </a:lnTo>
                  <a:lnTo>
                    <a:pt x="1132979" y="164058"/>
                  </a:lnTo>
                  <a:lnTo>
                    <a:pt x="1139609" y="163080"/>
                  </a:lnTo>
                  <a:close/>
                </a:path>
                <a:path w="3413760" h="295909">
                  <a:moveTo>
                    <a:pt x="1139609" y="82232"/>
                  </a:moveTo>
                  <a:lnTo>
                    <a:pt x="1136459" y="81343"/>
                  </a:lnTo>
                  <a:lnTo>
                    <a:pt x="1132979" y="83210"/>
                  </a:lnTo>
                  <a:lnTo>
                    <a:pt x="1139609" y="82232"/>
                  </a:lnTo>
                  <a:close/>
                </a:path>
                <a:path w="3413760" h="295909">
                  <a:moveTo>
                    <a:pt x="1139609" y="1371"/>
                  </a:moveTo>
                  <a:lnTo>
                    <a:pt x="1136459" y="482"/>
                  </a:lnTo>
                  <a:lnTo>
                    <a:pt x="1132979" y="2349"/>
                  </a:lnTo>
                  <a:lnTo>
                    <a:pt x="1139609" y="1371"/>
                  </a:lnTo>
                  <a:close/>
                </a:path>
                <a:path w="3413760" h="295909">
                  <a:moveTo>
                    <a:pt x="1139698" y="233349"/>
                  </a:moveTo>
                  <a:lnTo>
                    <a:pt x="1139609" y="226872"/>
                  </a:lnTo>
                  <a:lnTo>
                    <a:pt x="1139126" y="230035"/>
                  </a:lnTo>
                  <a:lnTo>
                    <a:pt x="1139698" y="233349"/>
                  </a:lnTo>
                  <a:close/>
                </a:path>
                <a:path w="3413760" h="295909">
                  <a:moveTo>
                    <a:pt x="1139698" y="152501"/>
                  </a:moveTo>
                  <a:lnTo>
                    <a:pt x="1139609" y="146024"/>
                  </a:lnTo>
                  <a:lnTo>
                    <a:pt x="1139126" y="149186"/>
                  </a:lnTo>
                  <a:lnTo>
                    <a:pt x="1139698" y="152501"/>
                  </a:lnTo>
                  <a:close/>
                </a:path>
                <a:path w="3413760" h="295909">
                  <a:moveTo>
                    <a:pt x="1139698" y="71640"/>
                  </a:moveTo>
                  <a:lnTo>
                    <a:pt x="1139609" y="65163"/>
                  </a:lnTo>
                  <a:lnTo>
                    <a:pt x="1139126" y="68313"/>
                  </a:lnTo>
                  <a:lnTo>
                    <a:pt x="1139698" y="71640"/>
                  </a:lnTo>
                  <a:close/>
                </a:path>
                <a:path w="3413760" h="295909">
                  <a:moveTo>
                    <a:pt x="1149400" y="265201"/>
                  </a:moveTo>
                  <a:lnTo>
                    <a:pt x="1147216" y="261315"/>
                  </a:lnTo>
                  <a:lnTo>
                    <a:pt x="1145273" y="262610"/>
                  </a:lnTo>
                  <a:lnTo>
                    <a:pt x="1149400" y="265201"/>
                  </a:lnTo>
                  <a:close/>
                </a:path>
                <a:path w="3413760" h="295909">
                  <a:moveTo>
                    <a:pt x="1149400" y="184353"/>
                  </a:moveTo>
                  <a:lnTo>
                    <a:pt x="1147216" y="180467"/>
                  </a:lnTo>
                  <a:lnTo>
                    <a:pt x="1145273" y="181762"/>
                  </a:lnTo>
                  <a:lnTo>
                    <a:pt x="1149400" y="184353"/>
                  </a:lnTo>
                  <a:close/>
                </a:path>
                <a:path w="3413760" h="295909">
                  <a:moveTo>
                    <a:pt x="1149400" y="103505"/>
                  </a:moveTo>
                  <a:lnTo>
                    <a:pt x="1147216" y="99618"/>
                  </a:lnTo>
                  <a:lnTo>
                    <a:pt x="1145273" y="100914"/>
                  </a:lnTo>
                  <a:lnTo>
                    <a:pt x="1149400" y="103505"/>
                  </a:lnTo>
                  <a:close/>
                </a:path>
                <a:path w="3413760" h="295909">
                  <a:moveTo>
                    <a:pt x="1149400" y="22644"/>
                  </a:moveTo>
                  <a:lnTo>
                    <a:pt x="1147216" y="18757"/>
                  </a:lnTo>
                  <a:lnTo>
                    <a:pt x="1145273" y="20053"/>
                  </a:lnTo>
                  <a:lnTo>
                    <a:pt x="1149400" y="22644"/>
                  </a:lnTo>
                  <a:close/>
                </a:path>
                <a:path w="3413760" h="295909">
                  <a:moveTo>
                    <a:pt x="1167333" y="285330"/>
                  </a:moveTo>
                  <a:lnTo>
                    <a:pt x="1167091" y="282981"/>
                  </a:lnTo>
                  <a:lnTo>
                    <a:pt x="1161453" y="286537"/>
                  </a:lnTo>
                  <a:lnTo>
                    <a:pt x="1167333" y="285330"/>
                  </a:lnTo>
                  <a:close/>
                </a:path>
                <a:path w="3413760" h="295909">
                  <a:moveTo>
                    <a:pt x="1167333" y="204482"/>
                  </a:moveTo>
                  <a:lnTo>
                    <a:pt x="1167091" y="202133"/>
                  </a:lnTo>
                  <a:lnTo>
                    <a:pt x="1161453" y="205689"/>
                  </a:lnTo>
                  <a:lnTo>
                    <a:pt x="1167333" y="204482"/>
                  </a:lnTo>
                  <a:close/>
                </a:path>
                <a:path w="3413760" h="295909">
                  <a:moveTo>
                    <a:pt x="1167333" y="123634"/>
                  </a:moveTo>
                  <a:lnTo>
                    <a:pt x="1167091" y="121285"/>
                  </a:lnTo>
                  <a:lnTo>
                    <a:pt x="1161453" y="124841"/>
                  </a:lnTo>
                  <a:lnTo>
                    <a:pt x="1167333" y="123634"/>
                  </a:lnTo>
                  <a:close/>
                </a:path>
                <a:path w="3413760" h="295909">
                  <a:moveTo>
                    <a:pt x="1167333" y="42773"/>
                  </a:moveTo>
                  <a:lnTo>
                    <a:pt x="1167091" y="40424"/>
                  </a:lnTo>
                  <a:lnTo>
                    <a:pt x="1161453" y="43980"/>
                  </a:lnTo>
                  <a:lnTo>
                    <a:pt x="1167333" y="42773"/>
                  </a:lnTo>
                  <a:close/>
                </a:path>
                <a:path w="3413760" h="295909">
                  <a:moveTo>
                    <a:pt x="1171549" y="273761"/>
                  </a:moveTo>
                  <a:lnTo>
                    <a:pt x="1170444" y="265595"/>
                  </a:lnTo>
                  <a:lnTo>
                    <a:pt x="1168400" y="265595"/>
                  </a:lnTo>
                  <a:lnTo>
                    <a:pt x="1171549" y="273761"/>
                  </a:lnTo>
                  <a:close/>
                </a:path>
                <a:path w="3413760" h="295909">
                  <a:moveTo>
                    <a:pt x="1171549" y="192925"/>
                  </a:moveTo>
                  <a:lnTo>
                    <a:pt x="1170444" y="184746"/>
                  </a:lnTo>
                  <a:lnTo>
                    <a:pt x="1168400" y="184746"/>
                  </a:lnTo>
                  <a:lnTo>
                    <a:pt x="1171549" y="192925"/>
                  </a:lnTo>
                  <a:close/>
                </a:path>
                <a:path w="3413760" h="295909">
                  <a:moveTo>
                    <a:pt x="1171549" y="112064"/>
                  </a:moveTo>
                  <a:lnTo>
                    <a:pt x="1170444" y="103898"/>
                  </a:lnTo>
                  <a:lnTo>
                    <a:pt x="1168400" y="103898"/>
                  </a:lnTo>
                  <a:lnTo>
                    <a:pt x="1171549" y="112064"/>
                  </a:lnTo>
                  <a:close/>
                </a:path>
                <a:path w="3413760" h="295909">
                  <a:moveTo>
                    <a:pt x="1171549" y="31216"/>
                  </a:moveTo>
                  <a:lnTo>
                    <a:pt x="1170444" y="23037"/>
                  </a:lnTo>
                  <a:lnTo>
                    <a:pt x="1168400" y="23037"/>
                  </a:lnTo>
                  <a:lnTo>
                    <a:pt x="1171549" y="31216"/>
                  </a:lnTo>
                  <a:close/>
                </a:path>
                <a:path w="3413760" h="295909">
                  <a:moveTo>
                    <a:pt x="1176972" y="293979"/>
                  </a:moveTo>
                  <a:lnTo>
                    <a:pt x="1172603" y="293014"/>
                  </a:lnTo>
                  <a:lnTo>
                    <a:pt x="1172362" y="295351"/>
                  </a:lnTo>
                  <a:lnTo>
                    <a:pt x="1176972" y="293979"/>
                  </a:lnTo>
                  <a:close/>
                </a:path>
                <a:path w="3413760" h="295909">
                  <a:moveTo>
                    <a:pt x="1176972" y="213131"/>
                  </a:moveTo>
                  <a:lnTo>
                    <a:pt x="1172603" y="212166"/>
                  </a:lnTo>
                  <a:lnTo>
                    <a:pt x="1172362" y="214503"/>
                  </a:lnTo>
                  <a:lnTo>
                    <a:pt x="1176972" y="213131"/>
                  </a:lnTo>
                  <a:close/>
                </a:path>
                <a:path w="3413760" h="295909">
                  <a:moveTo>
                    <a:pt x="1176972" y="132283"/>
                  </a:moveTo>
                  <a:lnTo>
                    <a:pt x="1172603" y="131318"/>
                  </a:lnTo>
                  <a:lnTo>
                    <a:pt x="1172362" y="133654"/>
                  </a:lnTo>
                  <a:lnTo>
                    <a:pt x="1176972" y="132283"/>
                  </a:lnTo>
                  <a:close/>
                </a:path>
                <a:path w="3413760" h="295909">
                  <a:moveTo>
                    <a:pt x="1176972" y="51422"/>
                  </a:moveTo>
                  <a:lnTo>
                    <a:pt x="1172603" y="50457"/>
                  </a:lnTo>
                  <a:lnTo>
                    <a:pt x="1172362" y="52806"/>
                  </a:lnTo>
                  <a:lnTo>
                    <a:pt x="1176972" y="51422"/>
                  </a:lnTo>
                  <a:close/>
                </a:path>
                <a:path w="3413760" h="295909">
                  <a:moveTo>
                    <a:pt x="1180033" y="284353"/>
                  </a:moveTo>
                  <a:lnTo>
                    <a:pt x="1176883" y="283464"/>
                  </a:lnTo>
                  <a:lnTo>
                    <a:pt x="1173403" y="285330"/>
                  </a:lnTo>
                  <a:lnTo>
                    <a:pt x="1180033" y="284353"/>
                  </a:lnTo>
                  <a:close/>
                </a:path>
                <a:path w="3413760" h="295909">
                  <a:moveTo>
                    <a:pt x="1180033" y="203504"/>
                  </a:moveTo>
                  <a:lnTo>
                    <a:pt x="1176883" y="202615"/>
                  </a:lnTo>
                  <a:lnTo>
                    <a:pt x="1173403" y="204482"/>
                  </a:lnTo>
                  <a:lnTo>
                    <a:pt x="1180033" y="203504"/>
                  </a:lnTo>
                  <a:close/>
                </a:path>
                <a:path w="3413760" h="295909">
                  <a:moveTo>
                    <a:pt x="1180033" y="122656"/>
                  </a:moveTo>
                  <a:lnTo>
                    <a:pt x="1176883" y="121767"/>
                  </a:lnTo>
                  <a:lnTo>
                    <a:pt x="1173403" y="123634"/>
                  </a:lnTo>
                  <a:lnTo>
                    <a:pt x="1180033" y="122656"/>
                  </a:lnTo>
                  <a:close/>
                </a:path>
                <a:path w="3413760" h="295909">
                  <a:moveTo>
                    <a:pt x="1180033" y="41795"/>
                  </a:moveTo>
                  <a:lnTo>
                    <a:pt x="1176883" y="40906"/>
                  </a:lnTo>
                  <a:lnTo>
                    <a:pt x="1173403" y="42773"/>
                  </a:lnTo>
                  <a:lnTo>
                    <a:pt x="1180033" y="41795"/>
                  </a:lnTo>
                  <a:close/>
                </a:path>
                <a:path w="3413760" h="295909">
                  <a:moveTo>
                    <a:pt x="1191666" y="233349"/>
                  </a:moveTo>
                  <a:lnTo>
                    <a:pt x="1191247" y="229463"/>
                  </a:lnTo>
                  <a:lnTo>
                    <a:pt x="1188935" y="229463"/>
                  </a:lnTo>
                  <a:lnTo>
                    <a:pt x="1191666" y="233349"/>
                  </a:lnTo>
                  <a:close/>
                </a:path>
                <a:path w="3413760" h="295909">
                  <a:moveTo>
                    <a:pt x="1191666" y="152501"/>
                  </a:moveTo>
                  <a:lnTo>
                    <a:pt x="1191247" y="148615"/>
                  </a:lnTo>
                  <a:lnTo>
                    <a:pt x="1188935" y="148615"/>
                  </a:lnTo>
                  <a:lnTo>
                    <a:pt x="1191666" y="152501"/>
                  </a:lnTo>
                  <a:close/>
                </a:path>
                <a:path w="3413760" h="295909">
                  <a:moveTo>
                    <a:pt x="1191666" y="71640"/>
                  </a:moveTo>
                  <a:lnTo>
                    <a:pt x="1191247" y="67754"/>
                  </a:lnTo>
                  <a:lnTo>
                    <a:pt x="1188935" y="67754"/>
                  </a:lnTo>
                  <a:lnTo>
                    <a:pt x="1191666" y="71640"/>
                  </a:lnTo>
                  <a:close/>
                </a:path>
                <a:path w="3413760" h="295909">
                  <a:moveTo>
                    <a:pt x="1207770" y="244906"/>
                  </a:moveTo>
                  <a:lnTo>
                    <a:pt x="1207516" y="242557"/>
                  </a:lnTo>
                  <a:lnTo>
                    <a:pt x="1201864" y="246113"/>
                  </a:lnTo>
                  <a:lnTo>
                    <a:pt x="1207770" y="244906"/>
                  </a:lnTo>
                  <a:close/>
                </a:path>
                <a:path w="3413760" h="295909">
                  <a:moveTo>
                    <a:pt x="1207770" y="164058"/>
                  </a:moveTo>
                  <a:lnTo>
                    <a:pt x="1207516" y="161709"/>
                  </a:lnTo>
                  <a:lnTo>
                    <a:pt x="1201864" y="165265"/>
                  </a:lnTo>
                  <a:lnTo>
                    <a:pt x="1207770" y="164058"/>
                  </a:lnTo>
                  <a:close/>
                </a:path>
                <a:path w="3413760" h="295909">
                  <a:moveTo>
                    <a:pt x="1207770" y="83210"/>
                  </a:moveTo>
                  <a:lnTo>
                    <a:pt x="1207516" y="80873"/>
                  </a:lnTo>
                  <a:lnTo>
                    <a:pt x="1201864" y="84416"/>
                  </a:lnTo>
                  <a:lnTo>
                    <a:pt x="1207770" y="83210"/>
                  </a:lnTo>
                  <a:close/>
                </a:path>
                <a:path w="3413760" h="295909">
                  <a:moveTo>
                    <a:pt x="1207770" y="2349"/>
                  </a:moveTo>
                  <a:lnTo>
                    <a:pt x="1207516" y="0"/>
                  </a:lnTo>
                  <a:lnTo>
                    <a:pt x="1201864" y="3556"/>
                  </a:lnTo>
                  <a:lnTo>
                    <a:pt x="1207770" y="2349"/>
                  </a:lnTo>
                  <a:close/>
                </a:path>
                <a:path w="3413760" h="295909">
                  <a:moveTo>
                    <a:pt x="1208570" y="252577"/>
                  </a:moveTo>
                  <a:lnTo>
                    <a:pt x="1204214" y="253555"/>
                  </a:lnTo>
                  <a:lnTo>
                    <a:pt x="1204937" y="255739"/>
                  </a:lnTo>
                  <a:lnTo>
                    <a:pt x="1208570" y="252577"/>
                  </a:lnTo>
                  <a:close/>
                </a:path>
                <a:path w="3413760" h="295909">
                  <a:moveTo>
                    <a:pt x="1208570" y="171742"/>
                  </a:moveTo>
                  <a:lnTo>
                    <a:pt x="1204214" y="172707"/>
                  </a:lnTo>
                  <a:lnTo>
                    <a:pt x="1204937" y="174891"/>
                  </a:lnTo>
                  <a:lnTo>
                    <a:pt x="1208570" y="171742"/>
                  </a:lnTo>
                  <a:close/>
                </a:path>
                <a:path w="3413760" h="295909">
                  <a:moveTo>
                    <a:pt x="1208570" y="90881"/>
                  </a:moveTo>
                  <a:lnTo>
                    <a:pt x="1204214" y="91859"/>
                  </a:lnTo>
                  <a:lnTo>
                    <a:pt x="1204937" y="94043"/>
                  </a:lnTo>
                  <a:lnTo>
                    <a:pt x="1208570" y="90881"/>
                  </a:lnTo>
                  <a:close/>
                </a:path>
                <a:path w="3413760" h="295909">
                  <a:moveTo>
                    <a:pt x="1208570" y="10033"/>
                  </a:moveTo>
                  <a:lnTo>
                    <a:pt x="1204214" y="10998"/>
                  </a:lnTo>
                  <a:lnTo>
                    <a:pt x="1204937" y="13182"/>
                  </a:lnTo>
                  <a:lnTo>
                    <a:pt x="1208570" y="10033"/>
                  </a:lnTo>
                  <a:close/>
                </a:path>
                <a:path w="3413760" h="295909">
                  <a:moveTo>
                    <a:pt x="1217383" y="253555"/>
                  </a:moveTo>
                  <a:lnTo>
                    <a:pt x="1212786" y="254927"/>
                  </a:lnTo>
                  <a:lnTo>
                    <a:pt x="1216660" y="255739"/>
                  </a:lnTo>
                  <a:lnTo>
                    <a:pt x="1217383" y="253555"/>
                  </a:lnTo>
                  <a:close/>
                </a:path>
                <a:path w="3413760" h="295909">
                  <a:moveTo>
                    <a:pt x="1217383" y="172707"/>
                  </a:moveTo>
                  <a:lnTo>
                    <a:pt x="1212786" y="174078"/>
                  </a:lnTo>
                  <a:lnTo>
                    <a:pt x="1216660" y="174891"/>
                  </a:lnTo>
                  <a:lnTo>
                    <a:pt x="1217383" y="172707"/>
                  </a:lnTo>
                  <a:close/>
                </a:path>
                <a:path w="3413760" h="295909">
                  <a:moveTo>
                    <a:pt x="1217383" y="91859"/>
                  </a:moveTo>
                  <a:lnTo>
                    <a:pt x="1212786" y="93230"/>
                  </a:lnTo>
                  <a:lnTo>
                    <a:pt x="1216660" y="94043"/>
                  </a:lnTo>
                  <a:lnTo>
                    <a:pt x="1217383" y="91859"/>
                  </a:lnTo>
                  <a:close/>
                </a:path>
                <a:path w="3413760" h="295909">
                  <a:moveTo>
                    <a:pt x="1217383" y="10998"/>
                  </a:moveTo>
                  <a:lnTo>
                    <a:pt x="1212786" y="12369"/>
                  </a:lnTo>
                  <a:lnTo>
                    <a:pt x="1216660" y="13182"/>
                  </a:lnTo>
                  <a:lnTo>
                    <a:pt x="1217383" y="10998"/>
                  </a:lnTo>
                  <a:close/>
                </a:path>
                <a:path w="3413760" h="295909">
                  <a:moveTo>
                    <a:pt x="1220457" y="243928"/>
                  </a:moveTo>
                  <a:lnTo>
                    <a:pt x="1217307" y="243039"/>
                  </a:lnTo>
                  <a:lnTo>
                    <a:pt x="1213840" y="244906"/>
                  </a:lnTo>
                  <a:lnTo>
                    <a:pt x="1220457" y="243928"/>
                  </a:lnTo>
                  <a:close/>
                </a:path>
                <a:path w="3413760" h="295909">
                  <a:moveTo>
                    <a:pt x="1220457" y="163080"/>
                  </a:moveTo>
                  <a:lnTo>
                    <a:pt x="1217307" y="162204"/>
                  </a:lnTo>
                  <a:lnTo>
                    <a:pt x="1213840" y="164058"/>
                  </a:lnTo>
                  <a:lnTo>
                    <a:pt x="1220457" y="163080"/>
                  </a:lnTo>
                  <a:close/>
                </a:path>
                <a:path w="3413760" h="295909">
                  <a:moveTo>
                    <a:pt x="1220457" y="82232"/>
                  </a:moveTo>
                  <a:lnTo>
                    <a:pt x="1217307" y="81343"/>
                  </a:lnTo>
                  <a:lnTo>
                    <a:pt x="1213840" y="83210"/>
                  </a:lnTo>
                  <a:lnTo>
                    <a:pt x="1220457" y="82232"/>
                  </a:lnTo>
                  <a:close/>
                </a:path>
                <a:path w="3413760" h="295909">
                  <a:moveTo>
                    <a:pt x="1220457" y="1371"/>
                  </a:moveTo>
                  <a:lnTo>
                    <a:pt x="1217307" y="482"/>
                  </a:lnTo>
                  <a:lnTo>
                    <a:pt x="1213840" y="2349"/>
                  </a:lnTo>
                  <a:lnTo>
                    <a:pt x="1220457" y="1371"/>
                  </a:lnTo>
                  <a:close/>
                </a:path>
                <a:path w="3413760" h="295909">
                  <a:moveTo>
                    <a:pt x="1220546" y="233349"/>
                  </a:moveTo>
                  <a:lnTo>
                    <a:pt x="1220457" y="226872"/>
                  </a:lnTo>
                  <a:lnTo>
                    <a:pt x="1219974" y="230035"/>
                  </a:lnTo>
                  <a:lnTo>
                    <a:pt x="1220546" y="233349"/>
                  </a:lnTo>
                  <a:close/>
                </a:path>
                <a:path w="3413760" h="295909">
                  <a:moveTo>
                    <a:pt x="1220546" y="152501"/>
                  </a:moveTo>
                  <a:lnTo>
                    <a:pt x="1220457" y="146024"/>
                  </a:lnTo>
                  <a:lnTo>
                    <a:pt x="1219974" y="149186"/>
                  </a:lnTo>
                  <a:lnTo>
                    <a:pt x="1220546" y="152501"/>
                  </a:lnTo>
                  <a:close/>
                </a:path>
                <a:path w="3413760" h="295909">
                  <a:moveTo>
                    <a:pt x="1220546" y="71640"/>
                  </a:moveTo>
                  <a:lnTo>
                    <a:pt x="1220457" y="65163"/>
                  </a:lnTo>
                  <a:lnTo>
                    <a:pt x="1219974" y="68313"/>
                  </a:lnTo>
                  <a:lnTo>
                    <a:pt x="1220546" y="71640"/>
                  </a:lnTo>
                  <a:close/>
                </a:path>
                <a:path w="3413760" h="295909">
                  <a:moveTo>
                    <a:pt x="1230249" y="265201"/>
                  </a:moveTo>
                  <a:lnTo>
                    <a:pt x="1228064" y="261315"/>
                  </a:lnTo>
                  <a:lnTo>
                    <a:pt x="1226121" y="262610"/>
                  </a:lnTo>
                  <a:lnTo>
                    <a:pt x="1230249" y="265201"/>
                  </a:lnTo>
                  <a:close/>
                </a:path>
                <a:path w="3413760" h="295909">
                  <a:moveTo>
                    <a:pt x="1230249" y="184353"/>
                  </a:moveTo>
                  <a:lnTo>
                    <a:pt x="1228064" y="180467"/>
                  </a:lnTo>
                  <a:lnTo>
                    <a:pt x="1226121" y="181762"/>
                  </a:lnTo>
                  <a:lnTo>
                    <a:pt x="1230249" y="184353"/>
                  </a:lnTo>
                  <a:close/>
                </a:path>
                <a:path w="3413760" h="295909">
                  <a:moveTo>
                    <a:pt x="1230249" y="103505"/>
                  </a:moveTo>
                  <a:lnTo>
                    <a:pt x="1228064" y="99618"/>
                  </a:lnTo>
                  <a:lnTo>
                    <a:pt x="1226121" y="100914"/>
                  </a:lnTo>
                  <a:lnTo>
                    <a:pt x="1230249" y="103505"/>
                  </a:lnTo>
                  <a:close/>
                </a:path>
                <a:path w="3413760" h="295909">
                  <a:moveTo>
                    <a:pt x="1230249" y="22644"/>
                  </a:moveTo>
                  <a:lnTo>
                    <a:pt x="1228064" y="18757"/>
                  </a:lnTo>
                  <a:lnTo>
                    <a:pt x="1226121" y="20053"/>
                  </a:lnTo>
                  <a:lnTo>
                    <a:pt x="1230249" y="22644"/>
                  </a:lnTo>
                  <a:close/>
                </a:path>
                <a:path w="3413760" h="295909">
                  <a:moveTo>
                    <a:pt x="1248194" y="285330"/>
                  </a:moveTo>
                  <a:lnTo>
                    <a:pt x="1247952" y="282981"/>
                  </a:lnTo>
                  <a:lnTo>
                    <a:pt x="1242288" y="286537"/>
                  </a:lnTo>
                  <a:lnTo>
                    <a:pt x="1248194" y="285330"/>
                  </a:lnTo>
                  <a:close/>
                </a:path>
                <a:path w="3413760" h="295909">
                  <a:moveTo>
                    <a:pt x="1248194" y="204482"/>
                  </a:moveTo>
                  <a:lnTo>
                    <a:pt x="1247952" y="202133"/>
                  </a:lnTo>
                  <a:lnTo>
                    <a:pt x="1242288" y="205689"/>
                  </a:lnTo>
                  <a:lnTo>
                    <a:pt x="1248194" y="204482"/>
                  </a:lnTo>
                  <a:close/>
                </a:path>
                <a:path w="3413760" h="295909">
                  <a:moveTo>
                    <a:pt x="1248194" y="123634"/>
                  </a:moveTo>
                  <a:lnTo>
                    <a:pt x="1247952" y="121285"/>
                  </a:lnTo>
                  <a:lnTo>
                    <a:pt x="1242288" y="124841"/>
                  </a:lnTo>
                  <a:lnTo>
                    <a:pt x="1248194" y="123634"/>
                  </a:lnTo>
                  <a:close/>
                </a:path>
                <a:path w="3413760" h="295909">
                  <a:moveTo>
                    <a:pt x="1248194" y="42773"/>
                  </a:moveTo>
                  <a:lnTo>
                    <a:pt x="1247952" y="40424"/>
                  </a:lnTo>
                  <a:lnTo>
                    <a:pt x="1242288" y="43980"/>
                  </a:lnTo>
                  <a:lnTo>
                    <a:pt x="1248194" y="42773"/>
                  </a:lnTo>
                  <a:close/>
                </a:path>
                <a:path w="3413760" h="295909">
                  <a:moveTo>
                    <a:pt x="1252397" y="273761"/>
                  </a:moveTo>
                  <a:lnTo>
                    <a:pt x="1251292" y="265595"/>
                  </a:lnTo>
                  <a:lnTo>
                    <a:pt x="1249248" y="265595"/>
                  </a:lnTo>
                  <a:lnTo>
                    <a:pt x="1252397" y="273761"/>
                  </a:lnTo>
                  <a:close/>
                </a:path>
                <a:path w="3413760" h="295909">
                  <a:moveTo>
                    <a:pt x="1252397" y="192925"/>
                  </a:moveTo>
                  <a:lnTo>
                    <a:pt x="1251292" y="184746"/>
                  </a:lnTo>
                  <a:lnTo>
                    <a:pt x="1249248" y="184746"/>
                  </a:lnTo>
                  <a:lnTo>
                    <a:pt x="1252397" y="192925"/>
                  </a:lnTo>
                  <a:close/>
                </a:path>
                <a:path w="3413760" h="295909">
                  <a:moveTo>
                    <a:pt x="1252397" y="112064"/>
                  </a:moveTo>
                  <a:lnTo>
                    <a:pt x="1251292" y="103898"/>
                  </a:lnTo>
                  <a:lnTo>
                    <a:pt x="1249248" y="103898"/>
                  </a:lnTo>
                  <a:lnTo>
                    <a:pt x="1252397" y="112064"/>
                  </a:lnTo>
                  <a:close/>
                </a:path>
                <a:path w="3413760" h="295909">
                  <a:moveTo>
                    <a:pt x="1252397" y="31216"/>
                  </a:moveTo>
                  <a:lnTo>
                    <a:pt x="1251292" y="23037"/>
                  </a:lnTo>
                  <a:lnTo>
                    <a:pt x="1249248" y="23037"/>
                  </a:lnTo>
                  <a:lnTo>
                    <a:pt x="1252397" y="31216"/>
                  </a:lnTo>
                  <a:close/>
                </a:path>
                <a:path w="3413760" h="295909">
                  <a:moveTo>
                    <a:pt x="1257808" y="293979"/>
                  </a:moveTo>
                  <a:lnTo>
                    <a:pt x="1253451" y="293014"/>
                  </a:lnTo>
                  <a:lnTo>
                    <a:pt x="1253210" y="295351"/>
                  </a:lnTo>
                  <a:lnTo>
                    <a:pt x="1257808" y="293979"/>
                  </a:lnTo>
                  <a:close/>
                </a:path>
                <a:path w="3413760" h="295909">
                  <a:moveTo>
                    <a:pt x="1257808" y="213131"/>
                  </a:moveTo>
                  <a:lnTo>
                    <a:pt x="1253451" y="212166"/>
                  </a:lnTo>
                  <a:lnTo>
                    <a:pt x="1253210" y="214503"/>
                  </a:lnTo>
                  <a:lnTo>
                    <a:pt x="1257808" y="213131"/>
                  </a:lnTo>
                  <a:close/>
                </a:path>
                <a:path w="3413760" h="295909">
                  <a:moveTo>
                    <a:pt x="1257808" y="132283"/>
                  </a:moveTo>
                  <a:lnTo>
                    <a:pt x="1253451" y="131318"/>
                  </a:lnTo>
                  <a:lnTo>
                    <a:pt x="1253210" y="133654"/>
                  </a:lnTo>
                  <a:lnTo>
                    <a:pt x="1257808" y="132283"/>
                  </a:lnTo>
                  <a:close/>
                </a:path>
                <a:path w="3413760" h="295909">
                  <a:moveTo>
                    <a:pt x="1257808" y="51422"/>
                  </a:moveTo>
                  <a:lnTo>
                    <a:pt x="1253451" y="50457"/>
                  </a:lnTo>
                  <a:lnTo>
                    <a:pt x="1253210" y="52806"/>
                  </a:lnTo>
                  <a:lnTo>
                    <a:pt x="1257808" y="51422"/>
                  </a:lnTo>
                  <a:close/>
                </a:path>
                <a:path w="3413760" h="295909">
                  <a:moveTo>
                    <a:pt x="1260881" y="284353"/>
                  </a:moveTo>
                  <a:lnTo>
                    <a:pt x="1257731" y="283464"/>
                  </a:lnTo>
                  <a:lnTo>
                    <a:pt x="1254264" y="285330"/>
                  </a:lnTo>
                  <a:lnTo>
                    <a:pt x="1260881" y="284353"/>
                  </a:lnTo>
                  <a:close/>
                </a:path>
                <a:path w="3413760" h="295909">
                  <a:moveTo>
                    <a:pt x="1260881" y="203504"/>
                  </a:moveTo>
                  <a:lnTo>
                    <a:pt x="1257731" y="202615"/>
                  </a:lnTo>
                  <a:lnTo>
                    <a:pt x="1254264" y="204482"/>
                  </a:lnTo>
                  <a:lnTo>
                    <a:pt x="1260881" y="203504"/>
                  </a:lnTo>
                  <a:close/>
                </a:path>
                <a:path w="3413760" h="295909">
                  <a:moveTo>
                    <a:pt x="1260881" y="122656"/>
                  </a:moveTo>
                  <a:lnTo>
                    <a:pt x="1257731" y="121767"/>
                  </a:lnTo>
                  <a:lnTo>
                    <a:pt x="1254264" y="123634"/>
                  </a:lnTo>
                  <a:lnTo>
                    <a:pt x="1260881" y="122656"/>
                  </a:lnTo>
                  <a:close/>
                </a:path>
                <a:path w="3413760" h="295909">
                  <a:moveTo>
                    <a:pt x="1260881" y="41795"/>
                  </a:moveTo>
                  <a:lnTo>
                    <a:pt x="1257731" y="40906"/>
                  </a:lnTo>
                  <a:lnTo>
                    <a:pt x="1254264" y="42773"/>
                  </a:lnTo>
                  <a:lnTo>
                    <a:pt x="1260881" y="41795"/>
                  </a:lnTo>
                  <a:close/>
                </a:path>
                <a:path w="3413760" h="295909">
                  <a:moveTo>
                    <a:pt x="1272540" y="233349"/>
                  </a:moveTo>
                  <a:lnTo>
                    <a:pt x="1272095" y="229463"/>
                  </a:lnTo>
                  <a:lnTo>
                    <a:pt x="1269784" y="229463"/>
                  </a:lnTo>
                  <a:lnTo>
                    <a:pt x="1272540" y="233349"/>
                  </a:lnTo>
                  <a:close/>
                </a:path>
                <a:path w="3413760" h="295909">
                  <a:moveTo>
                    <a:pt x="1272540" y="152501"/>
                  </a:moveTo>
                  <a:lnTo>
                    <a:pt x="1272095" y="148615"/>
                  </a:lnTo>
                  <a:lnTo>
                    <a:pt x="1269784" y="148615"/>
                  </a:lnTo>
                  <a:lnTo>
                    <a:pt x="1272540" y="152501"/>
                  </a:lnTo>
                  <a:close/>
                </a:path>
                <a:path w="3413760" h="295909">
                  <a:moveTo>
                    <a:pt x="1272540" y="71640"/>
                  </a:moveTo>
                  <a:lnTo>
                    <a:pt x="1272095" y="67754"/>
                  </a:lnTo>
                  <a:lnTo>
                    <a:pt x="1269784" y="67754"/>
                  </a:lnTo>
                  <a:lnTo>
                    <a:pt x="1272540" y="71640"/>
                  </a:lnTo>
                  <a:close/>
                </a:path>
                <a:path w="3413760" h="295909">
                  <a:moveTo>
                    <a:pt x="1288618" y="244906"/>
                  </a:moveTo>
                  <a:lnTo>
                    <a:pt x="1288389" y="242557"/>
                  </a:lnTo>
                  <a:lnTo>
                    <a:pt x="1282725" y="246113"/>
                  </a:lnTo>
                  <a:lnTo>
                    <a:pt x="1288618" y="244906"/>
                  </a:lnTo>
                  <a:close/>
                </a:path>
                <a:path w="3413760" h="295909">
                  <a:moveTo>
                    <a:pt x="1288618" y="164058"/>
                  </a:moveTo>
                  <a:lnTo>
                    <a:pt x="1288389" y="161709"/>
                  </a:lnTo>
                  <a:lnTo>
                    <a:pt x="1282725" y="165265"/>
                  </a:lnTo>
                  <a:lnTo>
                    <a:pt x="1288618" y="164058"/>
                  </a:lnTo>
                  <a:close/>
                </a:path>
                <a:path w="3413760" h="295909">
                  <a:moveTo>
                    <a:pt x="1288618" y="83210"/>
                  </a:moveTo>
                  <a:lnTo>
                    <a:pt x="1288389" y="80873"/>
                  </a:lnTo>
                  <a:lnTo>
                    <a:pt x="1282725" y="84416"/>
                  </a:lnTo>
                  <a:lnTo>
                    <a:pt x="1288618" y="83210"/>
                  </a:lnTo>
                  <a:close/>
                </a:path>
                <a:path w="3413760" h="295909">
                  <a:moveTo>
                    <a:pt x="1288618" y="2349"/>
                  </a:moveTo>
                  <a:lnTo>
                    <a:pt x="1288389" y="0"/>
                  </a:lnTo>
                  <a:lnTo>
                    <a:pt x="1282725" y="3556"/>
                  </a:lnTo>
                  <a:lnTo>
                    <a:pt x="1288618" y="2349"/>
                  </a:lnTo>
                  <a:close/>
                </a:path>
                <a:path w="3413760" h="295909">
                  <a:moveTo>
                    <a:pt x="1289418" y="252577"/>
                  </a:moveTo>
                  <a:lnTo>
                    <a:pt x="1285062" y="253555"/>
                  </a:lnTo>
                  <a:lnTo>
                    <a:pt x="1285786" y="255739"/>
                  </a:lnTo>
                  <a:lnTo>
                    <a:pt x="1289418" y="252577"/>
                  </a:lnTo>
                  <a:close/>
                </a:path>
                <a:path w="3413760" h="295909">
                  <a:moveTo>
                    <a:pt x="1289418" y="171742"/>
                  </a:moveTo>
                  <a:lnTo>
                    <a:pt x="1285062" y="172707"/>
                  </a:lnTo>
                  <a:lnTo>
                    <a:pt x="1285786" y="174891"/>
                  </a:lnTo>
                  <a:lnTo>
                    <a:pt x="1289418" y="171742"/>
                  </a:lnTo>
                  <a:close/>
                </a:path>
                <a:path w="3413760" h="295909">
                  <a:moveTo>
                    <a:pt x="1289418" y="90881"/>
                  </a:moveTo>
                  <a:lnTo>
                    <a:pt x="1285062" y="91859"/>
                  </a:lnTo>
                  <a:lnTo>
                    <a:pt x="1285786" y="94043"/>
                  </a:lnTo>
                  <a:lnTo>
                    <a:pt x="1289418" y="90881"/>
                  </a:lnTo>
                  <a:close/>
                </a:path>
                <a:path w="3413760" h="295909">
                  <a:moveTo>
                    <a:pt x="1289418" y="10033"/>
                  </a:moveTo>
                  <a:lnTo>
                    <a:pt x="1285062" y="10998"/>
                  </a:lnTo>
                  <a:lnTo>
                    <a:pt x="1285786" y="13182"/>
                  </a:lnTo>
                  <a:lnTo>
                    <a:pt x="1289418" y="10033"/>
                  </a:lnTo>
                  <a:close/>
                </a:path>
                <a:path w="3413760" h="295909">
                  <a:moveTo>
                    <a:pt x="1298232" y="253555"/>
                  </a:moveTo>
                  <a:lnTo>
                    <a:pt x="1293634" y="254927"/>
                  </a:lnTo>
                  <a:lnTo>
                    <a:pt x="1297508" y="255739"/>
                  </a:lnTo>
                  <a:lnTo>
                    <a:pt x="1298232" y="253555"/>
                  </a:lnTo>
                  <a:close/>
                </a:path>
                <a:path w="3413760" h="295909">
                  <a:moveTo>
                    <a:pt x="1298232" y="172707"/>
                  </a:moveTo>
                  <a:lnTo>
                    <a:pt x="1293634" y="174078"/>
                  </a:lnTo>
                  <a:lnTo>
                    <a:pt x="1297508" y="174891"/>
                  </a:lnTo>
                  <a:lnTo>
                    <a:pt x="1298232" y="172707"/>
                  </a:lnTo>
                  <a:close/>
                </a:path>
                <a:path w="3413760" h="295909">
                  <a:moveTo>
                    <a:pt x="1298232" y="91859"/>
                  </a:moveTo>
                  <a:lnTo>
                    <a:pt x="1293634" y="93230"/>
                  </a:lnTo>
                  <a:lnTo>
                    <a:pt x="1297508" y="94043"/>
                  </a:lnTo>
                  <a:lnTo>
                    <a:pt x="1298232" y="91859"/>
                  </a:lnTo>
                  <a:close/>
                </a:path>
                <a:path w="3413760" h="295909">
                  <a:moveTo>
                    <a:pt x="1298232" y="10998"/>
                  </a:moveTo>
                  <a:lnTo>
                    <a:pt x="1293634" y="12369"/>
                  </a:lnTo>
                  <a:lnTo>
                    <a:pt x="1297508" y="13182"/>
                  </a:lnTo>
                  <a:lnTo>
                    <a:pt x="1298232" y="10998"/>
                  </a:lnTo>
                  <a:close/>
                </a:path>
                <a:path w="3413760" h="295909">
                  <a:moveTo>
                    <a:pt x="1301318" y="243928"/>
                  </a:moveTo>
                  <a:lnTo>
                    <a:pt x="1298155" y="243039"/>
                  </a:lnTo>
                  <a:lnTo>
                    <a:pt x="1294688" y="244906"/>
                  </a:lnTo>
                  <a:lnTo>
                    <a:pt x="1301318" y="243928"/>
                  </a:lnTo>
                  <a:close/>
                </a:path>
                <a:path w="3413760" h="295909">
                  <a:moveTo>
                    <a:pt x="1301318" y="163080"/>
                  </a:moveTo>
                  <a:lnTo>
                    <a:pt x="1298155" y="162204"/>
                  </a:lnTo>
                  <a:lnTo>
                    <a:pt x="1294688" y="164058"/>
                  </a:lnTo>
                  <a:lnTo>
                    <a:pt x="1301318" y="163080"/>
                  </a:lnTo>
                  <a:close/>
                </a:path>
                <a:path w="3413760" h="295909">
                  <a:moveTo>
                    <a:pt x="1301318" y="82232"/>
                  </a:moveTo>
                  <a:lnTo>
                    <a:pt x="1298155" y="81343"/>
                  </a:lnTo>
                  <a:lnTo>
                    <a:pt x="1294688" y="83210"/>
                  </a:lnTo>
                  <a:lnTo>
                    <a:pt x="1301318" y="82232"/>
                  </a:lnTo>
                  <a:close/>
                </a:path>
                <a:path w="3413760" h="295909">
                  <a:moveTo>
                    <a:pt x="1301318" y="1371"/>
                  </a:moveTo>
                  <a:lnTo>
                    <a:pt x="1298155" y="482"/>
                  </a:lnTo>
                  <a:lnTo>
                    <a:pt x="1294688" y="2349"/>
                  </a:lnTo>
                  <a:lnTo>
                    <a:pt x="1301318" y="1371"/>
                  </a:lnTo>
                  <a:close/>
                </a:path>
                <a:path w="3413760" h="295909">
                  <a:moveTo>
                    <a:pt x="1301394" y="233349"/>
                  </a:moveTo>
                  <a:lnTo>
                    <a:pt x="1301318" y="226872"/>
                  </a:lnTo>
                  <a:lnTo>
                    <a:pt x="1300822" y="230035"/>
                  </a:lnTo>
                  <a:lnTo>
                    <a:pt x="1301394" y="233349"/>
                  </a:lnTo>
                  <a:close/>
                </a:path>
                <a:path w="3413760" h="295909">
                  <a:moveTo>
                    <a:pt x="1301394" y="152501"/>
                  </a:moveTo>
                  <a:lnTo>
                    <a:pt x="1301318" y="146024"/>
                  </a:lnTo>
                  <a:lnTo>
                    <a:pt x="1300822" y="149186"/>
                  </a:lnTo>
                  <a:lnTo>
                    <a:pt x="1301394" y="152501"/>
                  </a:lnTo>
                  <a:close/>
                </a:path>
                <a:path w="3413760" h="295909">
                  <a:moveTo>
                    <a:pt x="1301394" y="71640"/>
                  </a:moveTo>
                  <a:lnTo>
                    <a:pt x="1301318" y="65163"/>
                  </a:lnTo>
                  <a:lnTo>
                    <a:pt x="1300822" y="68313"/>
                  </a:lnTo>
                  <a:lnTo>
                    <a:pt x="1301394" y="71640"/>
                  </a:lnTo>
                  <a:close/>
                </a:path>
                <a:path w="3413760" h="295909">
                  <a:moveTo>
                    <a:pt x="1311097" y="265201"/>
                  </a:moveTo>
                  <a:lnTo>
                    <a:pt x="1308912" y="261315"/>
                  </a:lnTo>
                  <a:lnTo>
                    <a:pt x="1306969" y="262610"/>
                  </a:lnTo>
                  <a:lnTo>
                    <a:pt x="1311097" y="265201"/>
                  </a:lnTo>
                  <a:close/>
                </a:path>
                <a:path w="3413760" h="295909">
                  <a:moveTo>
                    <a:pt x="1311097" y="184353"/>
                  </a:moveTo>
                  <a:lnTo>
                    <a:pt x="1308912" y="180467"/>
                  </a:lnTo>
                  <a:lnTo>
                    <a:pt x="1306969" y="181762"/>
                  </a:lnTo>
                  <a:lnTo>
                    <a:pt x="1311097" y="184353"/>
                  </a:lnTo>
                  <a:close/>
                </a:path>
                <a:path w="3413760" h="295909">
                  <a:moveTo>
                    <a:pt x="1311097" y="103505"/>
                  </a:moveTo>
                  <a:lnTo>
                    <a:pt x="1308912" y="99618"/>
                  </a:lnTo>
                  <a:lnTo>
                    <a:pt x="1306969" y="100914"/>
                  </a:lnTo>
                  <a:lnTo>
                    <a:pt x="1311097" y="103505"/>
                  </a:lnTo>
                  <a:close/>
                </a:path>
                <a:path w="3413760" h="295909">
                  <a:moveTo>
                    <a:pt x="1311097" y="22644"/>
                  </a:moveTo>
                  <a:lnTo>
                    <a:pt x="1308912" y="18757"/>
                  </a:lnTo>
                  <a:lnTo>
                    <a:pt x="1306969" y="20053"/>
                  </a:lnTo>
                  <a:lnTo>
                    <a:pt x="1311097" y="22644"/>
                  </a:lnTo>
                  <a:close/>
                </a:path>
                <a:path w="3413760" h="295909">
                  <a:moveTo>
                    <a:pt x="1329055" y="285330"/>
                  </a:moveTo>
                  <a:lnTo>
                    <a:pt x="1328801" y="282981"/>
                  </a:lnTo>
                  <a:lnTo>
                    <a:pt x="1323149" y="286537"/>
                  </a:lnTo>
                  <a:lnTo>
                    <a:pt x="1329055" y="285330"/>
                  </a:lnTo>
                  <a:close/>
                </a:path>
                <a:path w="3413760" h="295909">
                  <a:moveTo>
                    <a:pt x="1329055" y="204482"/>
                  </a:moveTo>
                  <a:lnTo>
                    <a:pt x="1328801" y="202133"/>
                  </a:lnTo>
                  <a:lnTo>
                    <a:pt x="1323149" y="205689"/>
                  </a:lnTo>
                  <a:lnTo>
                    <a:pt x="1329055" y="204482"/>
                  </a:lnTo>
                  <a:close/>
                </a:path>
                <a:path w="3413760" h="295909">
                  <a:moveTo>
                    <a:pt x="1329055" y="123634"/>
                  </a:moveTo>
                  <a:lnTo>
                    <a:pt x="1328801" y="121285"/>
                  </a:lnTo>
                  <a:lnTo>
                    <a:pt x="1323149" y="124841"/>
                  </a:lnTo>
                  <a:lnTo>
                    <a:pt x="1329055" y="123634"/>
                  </a:lnTo>
                  <a:close/>
                </a:path>
                <a:path w="3413760" h="295909">
                  <a:moveTo>
                    <a:pt x="1329055" y="42773"/>
                  </a:moveTo>
                  <a:lnTo>
                    <a:pt x="1328801" y="40424"/>
                  </a:lnTo>
                  <a:lnTo>
                    <a:pt x="1323149" y="43980"/>
                  </a:lnTo>
                  <a:lnTo>
                    <a:pt x="1329055" y="42773"/>
                  </a:lnTo>
                  <a:close/>
                </a:path>
                <a:path w="3413760" h="295909">
                  <a:moveTo>
                    <a:pt x="1333246" y="273761"/>
                  </a:moveTo>
                  <a:lnTo>
                    <a:pt x="1332166" y="265595"/>
                  </a:lnTo>
                  <a:lnTo>
                    <a:pt x="1330096" y="265595"/>
                  </a:lnTo>
                  <a:lnTo>
                    <a:pt x="1333246" y="273761"/>
                  </a:lnTo>
                  <a:close/>
                </a:path>
                <a:path w="3413760" h="295909">
                  <a:moveTo>
                    <a:pt x="1333246" y="192925"/>
                  </a:moveTo>
                  <a:lnTo>
                    <a:pt x="1332166" y="184746"/>
                  </a:lnTo>
                  <a:lnTo>
                    <a:pt x="1330096" y="184746"/>
                  </a:lnTo>
                  <a:lnTo>
                    <a:pt x="1333246" y="192925"/>
                  </a:lnTo>
                  <a:close/>
                </a:path>
                <a:path w="3413760" h="295909">
                  <a:moveTo>
                    <a:pt x="1333246" y="112064"/>
                  </a:moveTo>
                  <a:lnTo>
                    <a:pt x="1332166" y="103898"/>
                  </a:lnTo>
                  <a:lnTo>
                    <a:pt x="1330096" y="103898"/>
                  </a:lnTo>
                  <a:lnTo>
                    <a:pt x="1333246" y="112064"/>
                  </a:lnTo>
                  <a:close/>
                </a:path>
                <a:path w="3413760" h="295909">
                  <a:moveTo>
                    <a:pt x="1333246" y="31216"/>
                  </a:moveTo>
                  <a:lnTo>
                    <a:pt x="1332166" y="23037"/>
                  </a:lnTo>
                  <a:lnTo>
                    <a:pt x="1330096" y="23037"/>
                  </a:lnTo>
                  <a:lnTo>
                    <a:pt x="1333246" y="31216"/>
                  </a:lnTo>
                  <a:close/>
                </a:path>
                <a:path w="3413760" h="295909">
                  <a:moveTo>
                    <a:pt x="1338681" y="293979"/>
                  </a:moveTo>
                  <a:lnTo>
                    <a:pt x="1334300" y="293014"/>
                  </a:lnTo>
                  <a:lnTo>
                    <a:pt x="1334058" y="295351"/>
                  </a:lnTo>
                  <a:lnTo>
                    <a:pt x="1338681" y="293979"/>
                  </a:lnTo>
                  <a:close/>
                </a:path>
                <a:path w="3413760" h="295909">
                  <a:moveTo>
                    <a:pt x="1338681" y="213131"/>
                  </a:moveTo>
                  <a:lnTo>
                    <a:pt x="1334300" y="212166"/>
                  </a:lnTo>
                  <a:lnTo>
                    <a:pt x="1334058" y="214503"/>
                  </a:lnTo>
                  <a:lnTo>
                    <a:pt x="1338681" y="213131"/>
                  </a:lnTo>
                  <a:close/>
                </a:path>
                <a:path w="3413760" h="295909">
                  <a:moveTo>
                    <a:pt x="1338681" y="132283"/>
                  </a:moveTo>
                  <a:lnTo>
                    <a:pt x="1334300" y="131318"/>
                  </a:lnTo>
                  <a:lnTo>
                    <a:pt x="1334058" y="133654"/>
                  </a:lnTo>
                  <a:lnTo>
                    <a:pt x="1338681" y="132283"/>
                  </a:lnTo>
                  <a:close/>
                </a:path>
                <a:path w="3413760" h="295909">
                  <a:moveTo>
                    <a:pt x="1338681" y="51422"/>
                  </a:moveTo>
                  <a:lnTo>
                    <a:pt x="1334300" y="50457"/>
                  </a:lnTo>
                  <a:lnTo>
                    <a:pt x="1334058" y="52806"/>
                  </a:lnTo>
                  <a:lnTo>
                    <a:pt x="1338681" y="51422"/>
                  </a:lnTo>
                  <a:close/>
                </a:path>
                <a:path w="3413760" h="295909">
                  <a:moveTo>
                    <a:pt x="1341742" y="284353"/>
                  </a:moveTo>
                  <a:lnTo>
                    <a:pt x="1338592" y="283464"/>
                  </a:lnTo>
                  <a:lnTo>
                    <a:pt x="1335112" y="285330"/>
                  </a:lnTo>
                  <a:lnTo>
                    <a:pt x="1341742" y="284353"/>
                  </a:lnTo>
                  <a:close/>
                </a:path>
                <a:path w="3413760" h="295909">
                  <a:moveTo>
                    <a:pt x="1341742" y="203504"/>
                  </a:moveTo>
                  <a:lnTo>
                    <a:pt x="1338592" y="202615"/>
                  </a:lnTo>
                  <a:lnTo>
                    <a:pt x="1335112" y="204482"/>
                  </a:lnTo>
                  <a:lnTo>
                    <a:pt x="1341742" y="203504"/>
                  </a:lnTo>
                  <a:close/>
                </a:path>
                <a:path w="3413760" h="295909">
                  <a:moveTo>
                    <a:pt x="1341742" y="122656"/>
                  </a:moveTo>
                  <a:lnTo>
                    <a:pt x="1338592" y="121767"/>
                  </a:lnTo>
                  <a:lnTo>
                    <a:pt x="1335112" y="123634"/>
                  </a:lnTo>
                  <a:lnTo>
                    <a:pt x="1341742" y="122656"/>
                  </a:lnTo>
                  <a:close/>
                </a:path>
                <a:path w="3413760" h="295909">
                  <a:moveTo>
                    <a:pt x="1341742" y="41795"/>
                  </a:moveTo>
                  <a:lnTo>
                    <a:pt x="1338592" y="40906"/>
                  </a:lnTo>
                  <a:lnTo>
                    <a:pt x="1335112" y="42773"/>
                  </a:lnTo>
                  <a:lnTo>
                    <a:pt x="1341742" y="41795"/>
                  </a:lnTo>
                  <a:close/>
                </a:path>
                <a:path w="3413760" h="295909">
                  <a:moveTo>
                    <a:pt x="1353375" y="233349"/>
                  </a:moveTo>
                  <a:lnTo>
                    <a:pt x="1352956" y="229463"/>
                  </a:lnTo>
                  <a:lnTo>
                    <a:pt x="1350632" y="229463"/>
                  </a:lnTo>
                  <a:lnTo>
                    <a:pt x="1353375" y="233349"/>
                  </a:lnTo>
                  <a:close/>
                </a:path>
                <a:path w="3413760" h="295909">
                  <a:moveTo>
                    <a:pt x="1353375" y="152501"/>
                  </a:moveTo>
                  <a:lnTo>
                    <a:pt x="1352956" y="148615"/>
                  </a:lnTo>
                  <a:lnTo>
                    <a:pt x="1350632" y="148615"/>
                  </a:lnTo>
                  <a:lnTo>
                    <a:pt x="1353375" y="152501"/>
                  </a:lnTo>
                  <a:close/>
                </a:path>
                <a:path w="3413760" h="295909">
                  <a:moveTo>
                    <a:pt x="1353375" y="71640"/>
                  </a:moveTo>
                  <a:lnTo>
                    <a:pt x="1352956" y="67754"/>
                  </a:lnTo>
                  <a:lnTo>
                    <a:pt x="1350632" y="67754"/>
                  </a:lnTo>
                  <a:lnTo>
                    <a:pt x="1353375" y="71640"/>
                  </a:lnTo>
                  <a:close/>
                </a:path>
                <a:path w="3413760" h="295909">
                  <a:moveTo>
                    <a:pt x="1369479" y="244906"/>
                  </a:moveTo>
                  <a:lnTo>
                    <a:pt x="1369225" y="242557"/>
                  </a:lnTo>
                  <a:lnTo>
                    <a:pt x="1363560" y="246113"/>
                  </a:lnTo>
                  <a:lnTo>
                    <a:pt x="1369479" y="244906"/>
                  </a:lnTo>
                  <a:close/>
                </a:path>
                <a:path w="3413760" h="295909">
                  <a:moveTo>
                    <a:pt x="1369479" y="164058"/>
                  </a:moveTo>
                  <a:lnTo>
                    <a:pt x="1369225" y="161709"/>
                  </a:lnTo>
                  <a:lnTo>
                    <a:pt x="1363560" y="165265"/>
                  </a:lnTo>
                  <a:lnTo>
                    <a:pt x="1369479" y="164058"/>
                  </a:lnTo>
                  <a:close/>
                </a:path>
                <a:path w="3413760" h="295909">
                  <a:moveTo>
                    <a:pt x="1369479" y="83210"/>
                  </a:moveTo>
                  <a:lnTo>
                    <a:pt x="1369225" y="80873"/>
                  </a:lnTo>
                  <a:lnTo>
                    <a:pt x="1363560" y="84416"/>
                  </a:lnTo>
                  <a:lnTo>
                    <a:pt x="1369479" y="83210"/>
                  </a:lnTo>
                  <a:close/>
                </a:path>
                <a:path w="3413760" h="295909">
                  <a:moveTo>
                    <a:pt x="1369479" y="2349"/>
                  </a:moveTo>
                  <a:lnTo>
                    <a:pt x="1369225" y="0"/>
                  </a:lnTo>
                  <a:lnTo>
                    <a:pt x="1363560" y="3556"/>
                  </a:lnTo>
                  <a:lnTo>
                    <a:pt x="1369479" y="2349"/>
                  </a:lnTo>
                  <a:close/>
                </a:path>
                <a:path w="3413760" h="295909">
                  <a:moveTo>
                    <a:pt x="1370279" y="252577"/>
                  </a:moveTo>
                  <a:lnTo>
                    <a:pt x="1365910" y="253555"/>
                  </a:lnTo>
                  <a:lnTo>
                    <a:pt x="1366634" y="255739"/>
                  </a:lnTo>
                  <a:lnTo>
                    <a:pt x="1370279" y="252577"/>
                  </a:lnTo>
                  <a:close/>
                </a:path>
                <a:path w="3413760" h="295909">
                  <a:moveTo>
                    <a:pt x="1370279" y="171742"/>
                  </a:moveTo>
                  <a:lnTo>
                    <a:pt x="1365910" y="172707"/>
                  </a:lnTo>
                  <a:lnTo>
                    <a:pt x="1366634" y="174891"/>
                  </a:lnTo>
                  <a:lnTo>
                    <a:pt x="1370279" y="171742"/>
                  </a:lnTo>
                  <a:close/>
                </a:path>
                <a:path w="3413760" h="295909">
                  <a:moveTo>
                    <a:pt x="1370279" y="90881"/>
                  </a:moveTo>
                  <a:lnTo>
                    <a:pt x="1365910" y="91859"/>
                  </a:lnTo>
                  <a:lnTo>
                    <a:pt x="1366634" y="94043"/>
                  </a:lnTo>
                  <a:lnTo>
                    <a:pt x="1370279" y="90881"/>
                  </a:lnTo>
                  <a:close/>
                </a:path>
                <a:path w="3413760" h="295909">
                  <a:moveTo>
                    <a:pt x="1370279" y="10033"/>
                  </a:moveTo>
                  <a:lnTo>
                    <a:pt x="1365910" y="10998"/>
                  </a:lnTo>
                  <a:lnTo>
                    <a:pt x="1366634" y="13182"/>
                  </a:lnTo>
                  <a:lnTo>
                    <a:pt x="1370279" y="10033"/>
                  </a:lnTo>
                  <a:close/>
                </a:path>
                <a:path w="3413760" h="295909">
                  <a:moveTo>
                    <a:pt x="1379093" y="253555"/>
                  </a:moveTo>
                  <a:lnTo>
                    <a:pt x="1374482" y="254927"/>
                  </a:lnTo>
                  <a:lnTo>
                    <a:pt x="1378356" y="255739"/>
                  </a:lnTo>
                  <a:lnTo>
                    <a:pt x="1379093" y="253555"/>
                  </a:lnTo>
                  <a:close/>
                </a:path>
                <a:path w="3413760" h="295909">
                  <a:moveTo>
                    <a:pt x="1379093" y="172707"/>
                  </a:moveTo>
                  <a:lnTo>
                    <a:pt x="1374482" y="174078"/>
                  </a:lnTo>
                  <a:lnTo>
                    <a:pt x="1378356" y="174891"/>
                  </a:lnTo>
                  <a:lnTo>
                    <a:pt x="1379093" y="172707"/>
                  </a:lnTo>
                  <a:close/>
                </a:path>
                <a:path w="3413760" h="295909">
                  <a:moveTo>
                    <a:pt x="1379093" y="91859"/>
                  </a:moveTo>
                  <a:lnTo>
                    <a:pt x="1374482" y="93230"/>
                  </a:lnTo>
                  <a:lnTo>
                    <a:pt x="1378356" y="94043"/>
                  </a:lnTo>
                  <a:lnTo>
                    <a:pt x="1379093" y="91859"/>
                  </a:lnTo>
                  <a:close/>
                </a:path>
                <a:path w="3413760" h="295909">
                  <a:moveTo>
                    <a:pt x="1379093" y="10998"/>
                  </a:moveTo>
                  <a:lnTo>
                    <a:pt x="1374482" y="12369"/>
                  </a:lnTo>
                  <a:lnTo>
                    <a:pt x="1378356" y="13182"/>
                  </a:lnTo>
                  <a:lnTo>
                    <a:pt x="1379093" y="10998"/>
                  </a:lnTo>
                  <a:close/>
                </a:path>
                <a:path w="3413760" h="295909">
                  <a:moveTo>
                    <a:pt x="1382166" y="243928"/>
                  </a:moveTo>
                  <a:lnTo>
                    <a:pt x="1379016" y="243039"/>
                  </a:lnTo>
                  <a:lnTo>
                    <a:pt x="1375537" y="244906"/>
                  </a:lnTo>
                  <a:lnTo>
                    <a:pt x="1382166" y="243928"/>
                  </a:lnTo>
                  <a:close/>
                </a:path>
                <a:path w="3413760" h="295909">
                  <a:moveTo>
                    <a:pt x="1382166" y="163080"/>
                  </a:moveTo>
                  <a:lnTo>
                    <a:pt x="1379016" y="162204"/>
                  </a:lnTo>
                  <a:lnTo>
                    <a:pt x="1375537" y="164058"/>
                  </a:lnTo>
                  <a:lnTo>
                    <a:pt x="1382166" y="163080"/>
                  </a:lnTo>
                  <a:close/>
                </a:path>
                <a:path w="3413760" h="295909">
                  <a:moveTo>
                    <a:pt x="1382166" y="82232"/>
                  </a:moveTo>
                  <a:lnTo>
                    <a:pt x="1379016" y="81343"/>
                  </a:lnTo>
                  <a:lnTo>
                    <a:pt x="1375537" y="83210"/>
                  </a:lnTo>
                  <a:lnTo>
                    <a:pt x="1382166" y="82232"/>
                  </a:lnTo>
                  <a:close/>
                </a:path>
                <a:path w="3413760" h="295909">
                  <a:moveTo>
                    <a:pt x="1382166" y="1371"/>
                  </a:moveTo>
                  <a:lnTo>
                    <a:pt x="1379016" y="482"/>
                  </a:lnTo>
                  <a:lnTo>
                    <a:pt x="1375537" y="2349"/>
                  </a:lnTo>
                  <a:lnTo>
                    <a:pt x="1382166" y="1371"/>
                  </a:lnTo>
                  <a:close/>
                </a:path>
                <a:path w="3413760" h="295909">
                  <a:moveTo>
                    <a:pt x="1382255" y="233349"/>
                  </a:moveTo>
                  <a:lnTo>
                    <a:pt x="1382166" y="226872"/>
                  </a:lnTo>
                  <a:lnTo>
                    <a:pt x="1381671" y="230035"/>
                  </a:lnTo>
                  <a:lnTo>
                    <a:pt x="1382255" y="233349"/>
                  </a:lnTo>
                  <a:close/>
                </a:path>
                <a:path w="3413760" h="295909">
                  <a:moveTo>
                    <a:pt x="1382255" y="152501"/>
                  </a:moveTo>
                  <a:lnTo>
                    <a:pt x="1382166" y="146024"/>
                  </a:lnTo>
                  <a:lnTo>
                    <a:pt x="1381671" y="149186"/>
                  </a:lnTo>
                  <a:lnTo>
                    <a:pt x="1382255" y="152501"/>
                  </a:lnTo>
                  <a:close/>
                </a:path>
                <a:path w="3413760" h="295909">
                  <a:moveTo>
                    <a:pt x="1382255" y="71640"/>
                  </a:moveTo>
                  <a:lnTo>
                    <a:pt x="1382166" y="65163"/>
                  </a:lnTo>
                  <a:lnTo>
                    <a:pt x="1381671" y="68313"/>
                  </a:lnTo>
                  <a:lnTo>
                    <a:pt x="1382255" y="71640"/>
                  </a:lnTo>
                  <a:close/>
                </a:path>
                <a:path w="3413760" h="295909">
                  <a:moveTo>
                    <a:pt x="1391945" y="265201"/>
                  </a:moveTo>
                  <a:lnTo>
                    <a:pt x="1389761" y="261315"/>
                  </a:lnTo>
                  <a:lnTo>
                    <a:pt x="1387830" y="262610"/>
                  </a:lnTo>
                  <a:lnTo>
                    <a:pt x="1391945" y="265201"/>
                  </a:lnTo>
                  <a:close/>
                </a:path>
                <a:path w="3413760" h="295909">
                  <a:moveTo>
                    <a:pt x="1391945" y="184353"/>
                  </a:moveTo>
                  <a:lnTo>
                    <a:pt x="1389761" y="180467"/>
                  </a:lnTo>
                  <a:lnTo>
                    <a:pt x="1387830" y="181762"/>
                  </a:lnTo>
                  <a:lnTo>
                    <a:pt x="1391945" y="184353"/>
                  </a:lnTo>
                  <a:close/>
                </a:path>
                <a:path w="3413760" h="295909">
                  <a:moveTo>
                    <a:pt x="1391945" y="103505"/>
                  </a:moveTo>
                  <a:lnTo>
                    <a:pt x="1389761" y="99618"/>
                  </a:lnTo>
                  <a:lnTo>
                    <a:pt x="1387830" y="100914"/>
                  </a:lnTo>
                  <a:lnTo>
                    <a:pt x="1391945" y="103505"/>
                  </a:lnTo>
                  <a:close/>
                </a:path>
                <a:path w="3413760" h="295909">
                  <a:moveTo>
                    <a:pt x="1391945" y="22644"/>
                  </a:moveTo>
                  <a:lnTo>
                    <a:pt x="1389761" y="18757"/>
                  </a:lnTo>
                  <a:lnTo>
                    <a:pt x="1387830" y="20053"/>
                  </a:lnTo>
                  <a:lnTo>
                    <a:pt x="1391945" y="22644"/>
                  </a:lnTo>
                  <a:close/>
                </a:path>
                <a:path w="3413760" h="295909">
                  <a:moveTo>
                    <a:pt x="1409903" y="285330"/>
                  </a:moveTo>
                  <a:lnTo>
                    <a:pt x="1409649" y="282981"/>
                  </a:lnTo>
                  <a:lnTo>
                    <a:pt x="1403997" y="286537"/>
                  </a:lnTo>
                  <a:lnTo>
                    <a:pt x="1409903" y="285330"/>
                  </a:lnTo>
                  <a:close/>
                </a:path>
                <a:path w="3413760" h="295909">
                  <a:moveTo>
                    <a:pt x="1409903" y="204482"/>
                  </a:moveTo>
                  <a:lnTo>
                    <a:pt x="1409649" y="202133"/>
                  </a:lnTo>
                  <a:lnTo>
                    <a:pt x="1403997" y="205689"/>
                  </a:lnTo>
                  <a:lnTo>
                    <a:pt x="1409903" y="204482"/>
                  </a:lnTo>
                  <a:close/>
                </a:path>
                <a:path w="3413760" h="295909">
                  <a:moveTo>
                    <a:pt x="1409903" y="123634"/>
                  </a:moveTo>
                  <a:lnTo>
                    <a:pt x="1409649" y="121285"/>
                  </a:lnTo>
                  <a:lnTo>
                    <a:pt x="1403997" y="124841"/>
                  </a:lnTo>
                  <a:lnTo>
                    <a:pt x="1409903" y="123634"/>
                  </a:lnTo>
                  <a:close/>
                </a:path>
                <a:path w="3413760" h="295909">
                  <a:moveTo>
                    <a:pt x="1409903" y="42773"/>
                  </a:moveTo>
                  <a:lnTo>
                    <a:pt x="1409649" y="40424"/>
                  </a:lnTo>
                  <a:lnTo>
                    <a:pt x="1403997" y="43980"/>
                  </a:lnTo>
                  <a:lnTo>
                    <a:pt x="1409903" y="42773"/>
                  </a:lnTo>
                  <a:close/>
                </a:path>
                <a:path w="3413760" h="295909">
                  <a:moveTo>
                    <a:pt x="1414106" y="273761"/>
                  </a:moveTo>
                  <a:lnTo>
                    <a:pt x="1413002" y="265595"/>
                  </a:lnTo>
                  <a:lnTo>
                    <a:pt x="1410957" y="265595"/>
                  </a:lnTo>
                  <a:lnTo>
                    <a:pt x="1414106" y="273761"/>
                  </a:lnTo>
                  <a:close/>
                </a:path>
                <a:path w="3413760" h="295909">
                  <a:moveTo>
                    <a:pt x="1414106" y="192925"/>
                  </a:moveTo>
                  <a:lnTo>
                    <a:pt x="1413002" y="184746"/>
                  </a:lnTo>
                  <a:lnTo>
                    <a:pt x="1410957" y="184746"/>
                  </a:lnTo>
                  <a:lnTo>
                    <a:pt x="1414106" y="192925"/>
                  </a:lnTo>
                  <a:close/>
                </a:path>
                <a:path w="3413760" h="295909">
                  <a:moveTo>
                    <a:pt x="1414106" y="112064"/>
                  </a:moveTo>
                  <a:lnTo>
                    <a:pt x="1413002" y="103898"/>
                  </a:lnTo>
                  <a:lnTo>
                    <a:pt x="1410957" y="103898"/>
                  </a:lnTo>
                  <a:lnTo>
                    <a:pt x="1414106" y="112064"/>
                  </a:lnTo>
                  <a:close/>
                </a:path>
                <a:path w="3413760" h="295909">
                  <a:moveTo>
                    <a:pt x="1414106" y="31216"/>
                  </a:moveTo>
                  <a:lnTo>
                    <a:pt x="1413002" y="23037"/>
                  </a:lnTo>
                  <a:lnTo>
                    <a:pt x="1410957" y="23037"/>
                  </a:lnTo>
                  <a:lnTo>
                    <a:pt x="1414106" y="31216"/>
                  </a:lnTo>
                  <a:close/>
                </a:path>
                <a:path w="3413760" h="295909">
                  <a:moveTo>
                    <a:pt x="1419517" y="293979"/>
                  </a:moveTo>
                  <a:lnTo>
                    <a:pt x="1415148" y="293014"/>
                  </a:lnTo>
                  <a:lnTo>
                    <a:pt x="1414919" y="295351"/>
                  </a:lnTo>
                  <a:lnTo>
                    <a:pt x="1419517" y="293979"/>
                  </a:lnTo>
                  <a:close/>
                </a:path>
                <a:path w="3413760" h="295909">
                  <a:moveTo>
                    <a:pt x="1419517" y="213131"/>
                  </a:moveTo>
                  <a:lnTo>
                    <a:pt x="1415148" y="212166"/>
                  </a:lnTo>
                  <a:lnTo>
                    <a:pt x="1414919" y="214503"/>
                  </a:lnTo>
                  <a:lnTo>
                    <a:pt x="1419517" y="213131"/>
                  </a:lnTo>
                  <a:close/>
                </a:path>
                <a:path w="3413760" h="295909">
                  <a:moveTo>
                    <a:pt x="1419517" y="132283"/>
                  </a:moveTo>
                  <a:lnTo>
                    <a:pt x="1415148" y="131318"/>
                  </a:lnTo>
                  <a:lnTo>
                    <a:pt x="1414919" y="133654"/>
                  </a:lnTo>
                  <a:lnTo>
                    <a:pt x="1419517" y="132283"/>
                  </a:lnTo>
                  <a:close/>
                </a:path>
                <a:path w="3413760" h="295909">
                  <a:moveTo>
                    <a:pt x="1419517" y="51422"/>
                  </a:moveTo>
                  <a:lnTo>
                    <a:pt x="1415148" y="50457"/>
                  </a:lnTo>
                  <a:lnTo>
                    <a:pt x="1414919" y="52806"/>
                  </a:lnTo>
                  <a:lnTo>
                    <a:pt x="1419517" y="51422"/>
                  </a:lnTo>
                  <a:close/>
                </a:path>
                <a:path w="3413760" h="295909">
                  <a:moveTo>
                    <a:pt x="1422603" y="284353"/>
                  </a:moveTo>
                  <a:lnTo>
                    <a:pt x="1419440" y="283464"/>
                  </a:lnTo>
                  <a:lnTo>
                    <a:pt x="1415961" y="285330"/>
                  </a:lnTo>
                  <a:lnTo>
                    <a:pt x="1422603" y="284353"/>
                  </a:lnTo>
                  <a:close/>
                </a:path>
                <a:path w="3413760" h="295909">
                  <a:moveTo>
                    <a:pt x="1422603" y="203504"/>
                  </a:moveTo>
                  <a:lnTo>
                    <a:pt x="1419440" y="202615"/>
                  </a:lnTo>
                  <a:lnTo>
                    <a:pt x="1415961" y="204482"/>
                  </a:lnTo>
                  <a:lnTo>
                    <a:pt x="1422603" y="203504"/>
                  </a:lnTo>
                  <a:close/>
                </a:path>
                <a:path w="3413760" h="295909">
                  <a:moveTo>
                    <a:pt x="1422603" y="122656"/>
                  </a:moveTo>
                  <a:lnTo>
                    <a:pt x="1419440" y="121767"/>
                  </a:lnTo>
                  <a:lnTo>
                    <a:pt x="1415961" y="123634"/>
                  </a:lnTo>
                  <a:lnTo>
                    <a:pt x="1422603" y="122656"/>
                  </a:lnTo>
                  <a:close/>
                </a:path>
                <a:path w="3413760" h="295909">
                  <a:moveTo>
                    <a:pt x="1422603" y="41795"/>
                  </a:moveTo>
                  <a:lnTo>
                    <a:pt x="1419440" y="40906"/>
                  </a:lnTo>
                  <a:lnTo>
                    <a:pt x="1415961" y="42773"/>
                  </a:lnTo>
                  <a:lnTo>
                    <a:pt x="1422603" y="41795"/>
                  </a:lnTo>
                  <a:close/>
                </a:path>
                <a:path w="3413760" h="295909">
                  <a:moveTo>
                    <a:pt x="1434236" y="233349"/>
                  </a:moveTo>
                  <a:lnTo>
                    <a:pt x="1433804" y="229463"/>
                  </a:lnTo>
                  <a:lnTo>
                    <a:pt x="1431493" y="229463"/>
                  </a:lnTo>
                  <a:lnTo>
                    <a:pt x="1434236" y="233349"/>
                  </a:lnTo>
                  <a:close/>
                </a:path>
                <a:path w="3413760" h="295909">
                  <a:moveTo>
                    <a:pt x="1434236" y="152501"/>
                  </a:moveTo>
                  <a:lnTo>
                    <a:pt x="1433804" y="148615"/>
                  </a:lnTo>
                  <a:lnTo>
                    <a:pt x="1431493" y="148615"/>
                  </a:lnTo>
                  <a:lnTo>
                    <a:pt x="1434236" y="152501"/>
                  </a:lnTo>
                  <a:close/>
                </a:path>
                <a:path w="3413760" h="295909">
                  <a:moveTo>
                    <a:pt x="1434236" y="71640"/>
                  </a:moveTo>
                  <a:lnTo>
                    <a:pt x="1433804" y="67754"/>
                  </a:lnTo>
                  <a:lnTo>
                    <a:pt x="1431493" y="67754"/>
                  </a:lnTo>
                  <a:lnTo>
                    <a:pt x="1434236" y="71640"/>
                  </a:lnTo>
                  <a:close/>
                </a:path>
                <a:path w="3413760" h="295909">
                  <a:moveTo>
                    <a:pt x="1450327" y="244906"/>
                  </a:moveTo>
                  <a:lnTo>
                    <a:pt x="1450086" y="242557"/>
                  </a:lnTo>
                  <a:lnTo>
                    <a:pt x="1444421" y="246113"/>
                  </a:lnTo>
                  <a:lnTo>
                    <a:pt x="1450327" y="244906"/>
                  </a:lnTo>
                  <a:close/>
                </a:path>
                <a:path w="3413760" h="295909">
                  <a:moveTo>
                    <a:pt x="1450327" y="164058"/>
                  </a:moveTo>
                  <a:lnTo>
                    <a:pt x="1450086" y="161709"/>
                  </a:lnTo>
                  <a:lnTo>
                    <a:pt x="1444421" y="165265"/>
                  </a:lnTo>
                  <a:lnTo>
                    <a:pt x="1450327" y="164058"/>
                  </a:lnTo>
                  <a:close/>
                </a:path>
                <a:path w="3413760" h="295909">
                  <a:moveTo>
                    <a:pt x="1450327" y="83210"/>
                  </a:moveTo>
                  <a:lnTo>
                    <a:pt x="1450086" y="80873"/>
                  </a:lnTo>
                  <a:lnTo>
                    <a:pt x="1444421" y="84416"/>
                  </a:lnTo>
                  <a:lnTo>
                    <a:pt x="1450327" y="83210"/>
                  </a:lnTo>
                  <a:close/>
                </a:path>
                <a:path w="3413760" h="295909">
                  <a:moveTo>
                    <a:pt x="1450327" y="2349"/>
                  </a:moveTo>
                  <a:lnTo>
                    <a:pt x="1450086" y="0"/>
                  </a:lnTo>
                  <a:lnTo>
                    <a:pt x="1444421" y="3556"/>
                  </a:lnTo>
                  <a:lnTo>
                    <a:pt x="1450327" y="2349"/>
                  </a:lnTo>
                  <a:close/>
                </a:path>
                <a:path w="3413760" h="295909">
                  <a:moveTo>
                    <a:pt x="1451140" y="252577"/>
                  </a:moveTo>
                  <a:lnTo>
                    <a:pt x="1446758" y="253555"/>
                  </a:lnTo>
                  <a:lnTo>
                    <a:pt x="1447482" y="255739"/>
                  </a:lnTo>
                  <a:lnTo>
                    <a:pt x="1451140" y="252577"/>
                  </a:lnTo>
                  <a:close/>
                </a:path>
                <a:path w="3413760" h="295909">
                  <a:moveTo>
                    <a:pt x="1451140" y="171742"/>
                  </a:moveTo>
                  <a:lnTo>
                    <a:pt x="1446758" y="172707"/>
                  </a:lnTo>
                  <a:lnTo>
                    <a:pt x="1447482" y="174891"/>
                  </a:lnTo>
                  <a:lnTo>
                    <a:pt x="1451140" y="171742"/>
                  </a:lnTo>
                  <a:close/>
                </a:path>
                <a:path w="3413760" h="295909">
                  <a:moveTo>
                    <a:pt x="1451140" y="90881"/>
                  </a:moveTo>
                  <a:lnTo>
                    <a:pt x="1446758" y="91859"/>
                  </a:lnTo>
                  <a:lnTo>
                    <a:pt x="1447482" y="94043"/>
                  </a:lnTo>
                  <a:lnTo>
                    <a:pt x="1451140" y="90881"/>
                  </a:lnTo>
                  <a:close/>
                </a:path>
                <a:path w="3413760" h="295909">
                  <a:moveTo>
                    <a:pt x="1451140" y="10033"/>
                  </a:moveTo>
                  <a:lnTo>
                    <a:pt x="1446758" y="10998"/>
                  </a:lnTo>
                  <a:lnTo>
                    <a:pt x="1447482" y="13182"/>
                  </a:lnTo>
                  <a:lnTo>
                    <a:pt x="1451140" y="10033"/>
                  </a:lnTo>
                  <a:close/>
                </a:path>
                <a:path w="3413760" h="295909">
                  <a:moveTo>
                    <a:pt x="1459953" y="253555"/>
                  </a:moveTo>
                  <a:lnTo>
                    <a:pt x="1455343" y="254927"/>
                  </a:lnTo>
                  <a:lnTo>
                    <a:pt x="1459217" y="255739"/>
                  </a:lnTo>
                  <a:lnTo>
                    <a:pt x="1459953" y="253555"/>
                  </a:lnTo>
                  <a:close/>
                </a:path>
                <a:path w="3413760" h="295909">
                  <a:moveTo>
                    <a:pt x="1459953" y="172707"/>
                  </a:moveTo>
                  <a:lnTo>
                    <a:pt x="1455343" y="174078"/>
                  </a:lnTo>
                  <a:lnTo>
                    <a:pt x="1459217" y="174891"/>
                  </a:lnTo>
                  <a:lnTo>
                    <a:pt x="1459953" y="172707"/>
                  </a:lnTo>
                  <a:close/>
                </a:path>
                <a:path w="3413760" h="295909">
                  <a:moveTo>
                    <a:pt x="1459953" y="91859"/>
                  </a:moveTo>
                  <a:lnTo>
                    <a:pt x="1455343" y="93230"/>
                  </a:lnTo>
                  <a:lnTo>
                    <a:pt x="1459217" y="94043"/>
                  </a:lnTo>
                  <a:lnTo>
                    <a:pt x="1459953" y="91859"/>
                  </a:lnTo>
                  <a:close/>
                </a:path>
                <a:path w="3413760" h="295909">
                  <a:moveTo>
                    <a:pt x="1459953" y="10998"/>
                  </a:moveTo>
                  <a:lnTo>
                    <a:pt x="1455343" y="12369"/>
                  </a:lnTo>
                  <a:lnTo>
                    <a:pt x="1459217" y="13182"/>
                  </a:lnTo>
                  <a:lnTo>
                    <a:pt x="1459953" y="10998"/>
                  </a:lnTo>
                  <a:close/>
                </a:path>
                <a:path w="3413760" h="295909">
                  <a:moveTo>
                    <a:pt x="1463014" y="243928"/>
                  </a:moveTo>
                  <a:lnTo>
                    <a:pt x="1459865" y="243039"/>
                  </a:lnTo>
                  <a:lnTo>
                    <a:pt x="1456385" y="244906"/>
                  </a:lnTo>
                  <a:lnTo>
                    <a:pt x="1463014" y="243928"/>
                  </a:lnTo>
                  <a:close/>
                </a:path>
                <a:path w="3413760" h="295909">
                  <a:moveTo>
                    <a:pt x="1463014" y="163080"/>
                  </a:moveTo>
                  <a:lnTo>
                    <a:pt x="1459865" y="162204"/>
                  </a:lnTo>
                  <a:lnTo>
                    <a:pt x="1456385" y="164058"/>
                  </a:lnTo>
                  <a:lnTo>
                    <a:pt x="1463014" y="163080"/>
                  </a:lnTo>
                  <a:close/>
                </a:path>
                <a:path w="3413760" h="295909">
                  <a:moveTo>
                    <a:pt x="1463014" y="82232"/>
                  </a:moveTo>
                  <a:lnTo>
                    <a:pt x="1459865" y="81343"/>
                  </a:lnTo>
                  <a:lnTo>
                    <a:pt x="1456385" y="83210"/>
                  </a:lnTo>
                  <a:lnTo>
                    <a:pt x="1463014" y="82232"/>
                  </a:lnTo>
                  <a:close/>
                </a:path>
                <a:path w="3413760" h="295909">
                  <a:moveTo>
                    <a:pt x="1463014" y="1371"/>
                  </a:moveTo>
                  <a:lnTo>
                    <a:pt x="1459865" y="482"/>
                  </a:lnTo>
                  <a:lnTo>
                    <a:pt x="1456385" y="2349"/>
                  </a:lnTo>
                  <a:lnTo>
                    <a:pt x="1463014" y="1371"/>
                  </a:lnTo>
                  <a:close/>
                </a:path>
                <a:path w="3413760" h="295909">
                  <a:moveTo>
                    <a:pt x="1463103" y="233349"/>
                  </a:moveTo>
                  <a:lnTo>
                    <a:pt x="1463014" y="226872"/>
                  </a:lnTo>
                  <a:lnTo>
                    <a:pt x="1462544" y="230035"/>
                  </a:lnTo>
                  <a:lnTo>
                    <a:pt x="1463103" y="233349"/>
                  </a:lnTo>
                  <a:close/>
                </a:path>
                <a:path w="3413760" h="295909">
                  <a:moveTo>
                    <a:pt x="1463103" y="152501"/>
                  </a:moveTo>
                  <a:lnTo>
                    <a:pt x="1463014" y="146024"/>
                  </a:lnTo>
                  <a:lnTo>
                    <a:pt x="1462544" y="149186"/>
                  </a:lnTo>
                  <a:lnTo>
                    <a:pt x="1463103" y="152501"/>
                  </a:lnTo>
                  <a:close/>
                </a:path>
                <a:path w="3413760" h="295909">
                  <a:moveTo>
                    <a:pt x="1463103" y="71640"/>
                  </a:moveTo>
                  <a:lnTo>
                    <a:pt x="1463014" y="65163"/>
                  </a:lnTo>
                  <a:lnTo>
                    <a:pt x="1462544" y="68313"/>
                  </a:lnTo>
                  <a:lnTo>
                    <a:pt x="1463103" y="71640"/>
                  </a:lnTo>
                  <a:close/>
                </a:path>
                <a:path w="3413760" h="295909">
                  <a:moveTo>
                    <a:pt x="1472806" y="265201"/>
                  </a:moveTo>
                  <a:lnTo>
                    <a:pt x="1470609" y="261315"/>
                  </a:lnTo>
                  <a:lnTo>
                    <a:pt x="1468678" y="262610"/>
                  </a:lnTo>
                  <a:lnTo>
                    <a:pt x="1472806" y="265201"/>
                  </a:lnTo>
                  <a:close/>
                </a:path>
                <a:path w="3413760" h="295909">
                  <a:moveTo>
                    <a:pt x="1472806" y="184353"/>
                  </a:moveTo>
                  <a:lnTo>
                    <a:pt x="1470609" y="180467"/>
                  </a:lnTo>
                  <a:lnTo>
                    <a:pt x="1468678" y="181762"/>
                  </a:lnTo>
                  <a:lnTo>
                    <a:pt x="1472806" y="184353"/>
                  </a:lnTo>
                  <a:close/>
                </a:path>
                <a:path w="3413760" h="295909">
                  <a:moveTo>
                    <a:pt x="1472806" y="103505"/>
                  </a:moveTo>
                  <a:lnTo>
                    <a:pt x="1470609" y="99618"/>
                  </a:lnTo>
                  <a:lnTo>
                    <a:pt x="1468678" y="100914"/>
                  </a:lnTo>
                  <a:lnTo>
                    <a:pt x="1472806" y="103505"/>
                  </a:lnTo>
                  <a:close/>
                </a:path>
                <a:path w="3413760" h="295909">
                  <a:moveTo>
                    <a:pt x="1472806" y="22644"/>
                  </a:moveTo>
                  <a:lnTo>
                    <a:pt x="1470609" y="18757"/>
                  </a:lnTo>
                  <a:lnTo>
                    <a:pt x="1468678" y="20053"/>
                  </a:lnTo>
                  <a:lnTo>
                    <a:pt x="1472806" y="22644"/>
                  </a:lnTo>
                  <a:close/>
                </a:path>
                <a:path w="3413760" h="295909">
                  <a:moveTo>
                    <a:pt x="1490751" y="285330"/>
                  </a:moveTo>
                  <a:lnTo>
                    <a:pt x="1490497" y="282981"/>
                  </a:lnTo>
                  <a:lnTo>
                    <a:pt x="1484845" y="286537"/>
                  </a:lnTo>
                  <a:lnTo>
                    <a:pt x="1490751" y="285330"/>
                  </a:lnTo>
                  <a:close/>
                </a:path>
                <a:path w="3413760" h="295909">
                  <a:moveTo>
                    <a:pt x="1490751" y="204482"/>
                  </a:moveTo>
                  <a:lnTo>
                    <a:pt x="1490497" y="202133"/>
                  </a:lnTo>
                  <a:lnTo>
                    <a:pt x="1484845" y="205689"/>
                  </a:lnTo>
                  <a:lnTo>
                    <a:pt x="1490751" y="204482"/>
                  </a:lnTo>
                  <a:close/>
                </a:path>
                <a:path w="3413760" h="295909">
                  <a:moveTo>
                    <a:pt x="1490751" y="123634"/>
                  </a:moveTo>
                  <a:lnTo>
                    <a:pt x="1490497" y="121285"/>
                  </a:lnTo>
                  <a:lnTo>
                    <a:pt x="1484845" y="124841"/>
                  </a:lnTo>
                  <a:lnTo>
                    <a:pt x="1490751" y="123634"/>
                  </a:lnTo>
                  <a:close/>
                </a:path>
                <a:path w="3413760" h="295909">
                  <a:moveTo>
                    <a:pt x="1490751" y="42773"/>
                  </a:moveTo>
                  <a:lnTo>
                    <a:pt x="1490497" y="40424"/>
                  </a:lnTo>
                  <a:lnTo>
                    <a:pt x="1484845" y="43980"/>
                  </a:lnTo>
                  <a:lnTo>
                    <a:pt x="1490751" y="42773"/>
                  </a:lnTo>
                  <a:close/>
                </a:path>
                <a:path w="3413760" h="295909">
                  <a:moveTo>
                    <a:pt x="1494955" y="273761"/>
                  </a:moveTo>
                  <a:lnTo>
                    <a:pt x="1493862" y="265595"/>
                  </a:lnTo>
                  <a:lnTo>
                    <a:pt x="1491805" y="265595"/>
                  </a:lnTo>
                  <a:lnTo>
                    <a:pt x="1494955" y="273761"/>
                  </a:lnTo>
                  <a:close/>
                </a:path>
                <a:path w="3413760" h="295909">
                  <a:moveTo>
                    <a:pt x="1494955" y="192925"/>
                  </a:moveTo>
                  <a:lnTo>
                    <a:pt x="1493862" y="184746"/>
                  </a:lnTo>
                  <a:lnTo>
                    <a:pt x="1491805" y="184746"/>
                  </a:lnTo>
                  <a:lnTo>
                    <a:pt x="1494955" y="192925"/>
                  </a:lnTo>
                  <a:close/>
                </a:path>
                <a:path w="3413760" h="295909">
                  <a:moveTo>
                    <a:pt x="1494955" y="112064"/>
                  </a:moveTo>
                  <a:lnTo>
                    <a:pt x="1493862" y="103898"/>
                  </a:lnTo>
                  <a:lnTo>
                    <a:pt x="1491805" y="103898"/>
                  </a:lnTo>
                  <a:lnTo>
                    <a:pt x="1494955" y="112064"/>
                  </a:lnTo>
                  <a:close/>
                </a:path>
                <a:path w="3413760" h="295909">
                  <a:moveTo>
                    <a:pt x="1494955" y="31216"/>
                  </a:moveTo>
                  <a:lnTo>
                    <a:pt x="1493862" y="23037"/>
                  </a:lnTo>
                  <a:lnTo>
                    <a:pt x="1491805" y="23037"/>
                  </a:lnTo>
                  <a:lnTo>
                    <a:pt x="1494955" y="31216"/>
                  </a:lnTo>
                  <a:close/>
                </a:path>
                <a:path w="3413760" h="295909">
                  <a:moveTo>
                    <a:pt x="1500378" y="293979"/>
                  </a:moveTo>
                  <a:lnTo>
                    <a:pt x="1496021" y="293014"/>
                  </a:lnTo>
                  <a:lnTo>
                    <a:pt x="1495767" y="295351"/>
                  </a:lnTo>
                  <a:lnTo>
                    <a:pt x="1500378" y="293979"/>
                  </a:lnTo>
                  <a:close/>
                </a:path>
                <a:path w="3413760" h="295909">
                  <a:moveTo>
                    <a:pt x="1500378" y="213131"/>
                  </a:moveTo>
                  <a:lnTo>
                    <a:pt x="1496021" y="212166"/>
                  </a:lnTo>
                  <a:lnTo>
                    <a:pt x="1495767" y="214503"/>
                  </a:lnTo>
                  <a:lnTo>
                    <a:pt x="1500378" y="213131"/>
                  </a:lnTo>
                  <a:close/>
                </a:path>
                <a:path w="3413760" h="295909">
                  <a:moveTo>
                    <a:pt x="1500378" y="132283"/>
                  </a:moveTo>
                  <a:lnTo>
                    <a:pt x="1496021" y="131318"/>
                  </a:lnTo>
                  <a:lnTo>
                    <a:pt x="1495767" y="133654"/>
                  </a:lnTo>
                  <a:lnTo>
                    <a:pt x="1500378" y="132283"/>
                  </a:lnTo>
                  <a:close/>
                </a:path>
                <a:path w="3413760" h="295909">
                  <a:moveTo>
                    <a:pt x="1500378" y="51422"/>
                  </a:moveTo>
                  <a:lnTo>
                    <a:pt x="1496021" y="50457"/>
                  </a:lnTo>
                  <a:lnTo>
                    <a:pt x="1495767" y="52806"/>
                  </a:lnTo>
                  <a:lnTo>
                    <a:pt x="1500378" y="51422"/>
                  </a:lnTo>
                  <a:close/>
                </a:path>
                <a:path w="3413760" h="295909">
                  <a:moveTo>
                    <a:pt x="1503438" y="284353"/>
                  </a:moveTo>
                  <a:lnTo>
                    <a:pt x="1500289" y="283464"/>
                  </a:lnTo>
                  <a:lnTo>
                    <a:pt x="1496809" y="285330"/>
                  </a:lnTo>
                  <a:lnTo>
                    <a:pt x="1503438" y="284353"/>
                  </a:lnTo>
                  <a:close/>
                </a:path>
                <a:path w="3413760" h="295909">
                  <a:moveTo>
                    <a:pt x="1503438" y="203504"/>
                  </a:moveTo>
                  <a:lnTo>
                    <a:pt x="1500289" y="202615"/>
                  </a:lnTo>
                  <a:lnTo>
                    <a:pt x="1496809" y="204482"/>
                  </a:lnTo>
                  <a:lnTo>
                    <a:pt x="1503438" y="203504"/>
                  </a:lnTo>
                  <a:close/>
                </a:path>
                <a:path w="3413760" h="295909">
                  <a:moveTo>
                    <a:pt x="1503438" y="122656"/>
                  </a:moveTo>
                  <a:lnTo>
                    <a:pt x="1500289" y="121767"/>
                  </a:lnTo>
                  <a:lnTo>
                    <a:pt x="1496809" y="123634"/>
                  </a:lnTo>
                  <a:lnTo>
                    <a:pt x="1503438" y="122656"/>
                  </a:lnTo>
                  <a:close/>
                </a:path>
                <a:path w="3413760" h="295909">
                  <a:moveTo>
                    <a:pt x="1503438" y="41795"/>
                  </a:moveTo>
                  <a:lnTo>
                    <a:pt x="1500289" y="40906"/>
                  </a:lnTo>
                  <a:lnTo>
                    <a:pt x="1496809" y="42773"/>
                  </a:lnTo>
                  <a:lnTo>
                    <a:pt x="1503438" y="41795"/>
                  </a:lnTo>
                  <a:close/>
                </a:path>
                <a:path w="3413760" h="295909">
                  <a:moveTo>
                    <a:pt x="1515084" y="233349"/>
                  </a:moveTo>
                  <a:lnTo>
                    <a:pt x="1514652" y="229463"/>
                  </a:lnTo>
                  <a:lnTo>
                    <a:pt x="1512341" y="229463"/>
                  </a:lnTo>
                  <a:lnTo>
                    <a:pt x="1515084" y="233349"/>
                  </a:lnTo>
                  <a:close/>
                </a:path>
                <a:path w="3413760" h="295909">
                  <a:moveTo>
                    <a:pt x="1515084" y="152501"/>
                  </a:moveTo>
                  <a:lnTo>
                    <a:pt x="1514652" y="148615"/>
                  </a:lnTo>
                  <a:lnTo>
                    <a:pt x="1512341" y="148615"/>
                  </a:lnTo>
                  <a:lnTo>
                    <a:pt x="1515084" y="152501"/>
                  </a:lnTo>
                  <a:close/>
                </a:path>
                <a:path w="3413760" h="295909">
                  <a:moveTo>
                    <a:pt x="1515084" y="71640"/>
                  </a:moveTo>
                  <a:lnTo>
                    <a:pt x="1514652" y="67754"/>
                  </a:lnTo>
                  <a:lnTo>
                    <a:pt x="1512341" y="67754"/>
                  </a:lnTo>
                  <a:lnTo>
                    <a:pt x="1515084" y="71640"/>
                  </a:lnTo>
                  <a:close/>
                </a:path>
                <a:path w="3413760" h="295909">
                  <a:moveTo>
                    <a:pt x="1531175" y="244906"/>
                  </a:moveTo>
                  <a:lnTo>
                    <a:pt x="1530921" y="242557"/>
                  </a:lnTo>
                  <a:lnTo>
                    <a:pt x="1525270" y="246113"/>
                  </a:lnTo>
                  <a:lnTo>
                    <a:pt x="1531175" y="244906"/>
                  </a:lnTo>
                  <a:close/>
                </a:path>
                <a:path w="3413760" h="295909">
                  <a:moveTo>
                    <a:pt x="1531175" y="164058"/>
                  </a:moveTo>
                  <a:lnTo>
                    <a:pt x="1530921" y="161709"/>
                  </a:lnTo>
                  <a:lnTo>
                    <a:pt x="1525270" y="165265"/>
                  </a:lnTo>
                  <a:lnTo>
                    <a:pt x="1531175" y="164058"/>
                  </a:lnTo>
                  <a:close/>
                </a:path>
                <a:path w="3413760" h="295909">
                  <a:moveTo>
                    <a:pt x="1531175" y="83210"/>
                  </a:moveTo>
                  <a:lnTo>
                    <a:pt x="1530921" y="80873"/>
                  </a:lnTo>
                  <a:lnTo>
                    <a:pt x="1525270" y="84416"/>
                  </a:lnTo>
                  <a:lnTo>
                    <a:pt x="1531175" y="83210"/>
                  </a:lnTo>
                  <a:close/>
                </a:path>
                <a:path w="3413760" h="295909">
                  <a:moveTo>
                    <a:pt x="1531175" y="2349"/>
                  </a:moveTo>
                  <a:lnTo>
                    <a:pt x="1530921" y="0"/>
                  </a:lnTo>
                  <a:lnTo>
                    <a:pt x="1525270" y="3556"/>
                  </a:lnTo>
                  <a:lnTo>
                    <a:pt x="1531175" y="2349"/>
                  </a:lnTo>
                  <a:close/>
                </a:path>
                <a:path w="3413760" h="295909">
                  <a:moveTo>
                    <a:pt x="1531988" y="252577"/>
                  </a:moveTo>
                  <a:lnTo>
                    <a:pt x="1527619" y="253555"/>
                  </a:lnTo>
                  <a:lnTo>
                    <a:pt x="1528356" y="255739"/>
                  </a:lnTo>
                  <a:lnTo>
                    <a:pt x="1531988" y="252577"/>
                  </a:lnTo>
                  <a:close/>
                </a:path>
                <a:path w="3413760" h="295909">
                  <a:moveTo>
                    <a:pt x="1531988" y="171742"/>
                  </a:moveTo>
                  <a:lnTo>
                    <a:pt x="1527619" y="172707"/>
                  </a:lnTo>
                  <a:lnTo>
                    <a:pt x="1528356" y="174891"/>
                  </a:lnTo>
                  <a:lnTo>
                    <a:pt x="1531988" y="171742"/>
                  </a:lnTo>
                  <a:close/>
                </a:path>
                <a:path w="3413760" h="295909">
                  <a:moveTo>
                    <a:pt x="1531988" y="90881"/>
                  </a:moveTo>
                  <a:lnTo>
                    <a:pt x="1527619" y="91859"/>
                  </a:lnTo>
                  <a:lnTo>
                    <a:pt x="1528356" y="94043"/>
                  </a:lnTo>
                  <a:lnTo>
                    <a:pt x="1531988" y="90881"/>
                  </a:lnTo>
                  <a:close/>
                </a:path>
                <a:path w="3413760" h="295909">
                  <a:moveTo>
                    <a:pt x="1531988" y="10033"/>
                  </a:moveTo>
                  <a:lnTo>
                    <a:pt x="1527619" y="10998"/>
                  </a:lnTo>
                  <a:lnTo>
                    <a:pt x="1528356" y="13182"/>
                  </a:lnTo>
                  <a:lnTo>
                    <a:pt x="1531988" y="10033"/>
                  </a:lnTo>
                  <a:close/>
                </a:path>
                <a:path w="3413760" h="295909">
                  <a:moveTo>
                    <a:pt x="1540789" y="253555"/>
                  </a:moveTo>
                  <a:lnTo>
                    <a:pt x="1536192" y="254927"/>
                  </a:lnTo>
                  <a:lnTo>
                    <a:pt x="1540065" y="255739"/>
                  </a:lnTo>
                  <a:lnTo>
                    <a:pt x="1540789" y="253555"/>
                  </a:lnTo>
                  <a:close/>
                </a:path>
                <a:path w="3413760" h="295909">
                  <a:moveTo>
                    <a:pt x="1540789" y="172707"/>
                  </a:moveTo>
                  <a:lnTo>
                    <a:pt x="1536192" y="174078"/>
                  </a:lnTo>
                  <a:lnTo>
                    <a:pt x="1540065" y="174891"/>
                  </a:lnTo>
                  <a:lnTo>
                    <a:pt x="1540789" y="172707"/>
                  </a:lnTo>
                  <a:close/>
                </a:path>
                <a:path w="3413760" h="295909">
                  <a:moveTo>
                    <a:pt x="1540789" y="91859"/>
                  </a:moveTo>
                  <a:lnTo>
                    <a:pt x="1536192" y="93230"/>
                  </a:lnTo>
                  <a:lnTo>
                    <a:pt x="1540065" y="94043"/>
                  </a:lnTo>
                  <a:lnTo>
                    <a:pt x="1540789" y="91859"/>
                  </a:lnTo>
                  <a:close/>
                </a:path>
                <a:path w="3413760" h="295909">
                  <a:moveTo>
                    <a:pt x="1540789" y="10998"/>
                  </a:moveTo>
                  <a:lnTo>
                    <a:pt x="1536192" y="12369"/>
                  </a:lnTo>
                  <a:lnTo>
                    <a:pt x="1540065" y="13182"/>
                  </a:lnTo>
                  <a:lnTo>
                    <a:pt x="1540789" y="10998"/>
                  </a:lnTo>
                  <a:close/>
                </a:path>
                <a:path w="3413760" h="295909">
                  <a:moveTo>
                    <a:pt x="1543862" y="243928"/>
                  </a:moveTo>
                  <a:lnTo>
                    <a:pt x="1540713" y="243039"/>
                  </a:lnTo>
                  <a:lnTo>
                    <a:pt x="1537233" y="244906"/>
                  </a:lnTo>
                  <a:lnTo>
                    <a:pt x="1543862" y="243928"/>
                  </a:lnTo>
                  <a:close/>
                </a:path>
                <a:path w="3413760" h="295909">
                  <a:moveTo>
                    <a:pt x="1543862" y="163080"/>
                  </a:moveTo>
                  <a:lnTo>
                    <a:pt x="1540713" y="162204"/>
                  </a:lnTo>
                  <a:lnTo>
                    <a:pt x="1537233" y="164058"/>
                  </a:lnTo>
                  <a:lnTo>
                    <a:pt x="1543862" y="163080"/>
                  </a:lnTo>
                  <a:close/>
                </a:path>
                <a:path w="3413760" h="295909">
                  <a:moveTo>
                    <a:pt x="1543862" y="82232"/>
                  </a:moveTo>
                  <a:lnTo>
                    <a:pt x="1540713" y="81343"/>
                  </a:lnTo>
                  <a:lnTo>
                    <a:pt x="1537233" y="83210"/>
                  </a:lnTo>
                  <a:lnTo>
                    <a:pt x="1543862" y="82232"/>
                  </a:lnTo>
                  <a:close/>
                </a:path>
                <a:path w="3413760" h="295909">
                  <a:moveTo>
                    <a:pt x="1543862" y="1371"/>
                  </a:moveTo>
                  <a:lnTo>
                    <a:pt x="1540713" y="482"/>
                  </a:lnTo>
                  <a:lnTo>
                    <a:pt x="1537233" y="2349"/>
                  </a:lnTo>
                  <a:lnTo>
                    <a:pt x="1543862" y="1371"/>
                  </a:lnTo>
                  <a:close/>
                </a:path>
                <a:path w="3413760" h="295909">
                  <a:moveTo>
                    <a:pt x="1543951" y="233349"/>
                  </a:moveTo>
                  <a:lnTo>
                    <a:pt x="1543862" y="226872"/>
                  </a:lnTo>
                  <a:lnTo>
                    <a:pt x="1543392" y="230035"/>
                  </a:lnTo>
                  <a:lnTo>
                    <a:pt x="1543951" y="233349"/>
                  </a:lnTo>
                  <a:close/>
                </a:path>
                <a:path w="3413760" h="295909">
                  <a:moveTo>
                    <a:pt x="1543951" y="152501"/>
                  </a:moveTo>
                  <a:lnTo>
                    <a:pt x="1543862" y="146024"/>
                  </a:lnTo>
                  <a:lnTo>
                    <a:pt x="1543392" y="149186"/>
                  </a:lnTo>
                  <a:lnTo>
                    <a:pt x="1543951" y="152501"/>
                  </a:lnTo>
                  <a:close/>
                </a:path>
                <a:path w="3413760" h="295909">
                  <a:moveTo>
                    <a:pt x="1543951" y="71640"/>
                  </a:moveTo>
                  <a:lnTo>
                    <a:pt x="1543862" y="65163"/>
                  </a:lnTo>
                  <a:lnTo>
                    <a:pt x="1543392" y="68313"/>
                  </a:lnTo>
                  <a:lnTo>
                    <a:pt x="1543951" y="71640"/>
                  </a:lnTo>
                  <a:close/>
                </a:path>
                <a:path w="3413760" h="295909">
                  <a:moveTo>
                    <a:pt x="1553654" y="265201"/>
                  </a:moveTo>
                  <a:lnTo>
                    <a:pt x="1551470" y="261315"/>
                  </a:lnTo>
                  <a:lnTo>
                    <a:pt x="1549527" y="262610"/>
                  </a:lnTo>
                  <a:lnTo>
                    <a:pt x="1553654" y="265201"/>
                  </a:lnTo>
                  <a:close/>
                </a:path>
                <a:path w="3413760" h="295909">
                  <a:moveTo>
                    <a:pt x="1553654" y="184353"/>
                  </a:moveTo>
                  <a:lnTo>
                    <a:pt x="1551470" y="180467"/>
                  </a:lnTo>
                  <a:lnTo>
                    <a:pt x="1549527" y="181762"/>
                  </a:lnTo>
                  <a:lnTo>
                    <a:pt x="1553654" y="184353"/>
                  </a:lnTo>
                  <a:close/>
                </a:path>
                <a:path w="3413760" h="295909">
                  <a:moveTo>
                    <a:pt x="1553654" y="103505"/>
                  </a:moveTo>
                  <a:lnTo>
                    <a:pt x="1551470" y="99618"/>
                  </a:lnTo>
                  <a:lnTo>
                    <a:pt x="1549527" y="100914"/>
                  </a:lnTo>
                  <a:lnTo>
                    <a:pt x="1553654" y="103505"/>
                  </a:lnTo>
                  <a:close/>
                </a:path>
                <a:path w="3413760" h="295909">
                  <a:moveTo>
                    <a:pt x="1553654" y="22644"/>
                  </a:moveTo>
                  <a:lnTo>
                    <a:pt x="1551470" y="18757"/>
                  </a:lnTo>
                  <a:lnTo>
                    <a:pt x="1549527" y="20053"/>
                  </a:lnTo>
                  <a:lnTo>
                    <a:pt x="1553654" y="22644"/>
                  </a:lnTo>
                  <a:close/>
                </a:path>
                <a:path w="3413760" h="295909">
                  <a:moveTo>
                    <a:pt x="1571599" y="285330"/>
                  </a:moveTo>
                  <a:lnTo>
                    <a:pt x="1571345" y="282981"/>
                  </a:lnTo>
                  <a:lnTo>
                    <a:pt x="1565706" y="286537"/>
                  </a:lnTo>
                  <a:lnTo>
                    <a:pt x="1571599" y="285330"/>
                  </a:lnTo>
                  <a:close/>
                </a:path>
                <a:path w="3413760" h="295909">
                  <a:moveTo>
                    <a:pt x="1571599" y="204482"/>
                  </a:moveTo>
                  <a:lnTo>
                    <a:pt x="1571345" y="202133"/>
                  </a:lnTo>
                  <a:lnTo>
                    <a:pt x="1565706" y="205689"/>
                  </a:lnTo>
                  <a:lnTo>
                    <a:pt x="1571599" y="204482"/>
                  </a:lnTo>
                  <a:close/>
                </a:path>
                <a:path w="3413760" h="295909">
                  <a:moveTo>
                    <a:pt x="1571599" y="123634"/>
                  </a:moveTo>
                  <a:lnTo>
                    <a:pt x="1571345" y="121285"/>
                  </a:lnTo>
                  <a:lnTo>
                    <a:pt x="1565706" y="124841"/>
                  </a:lnTo>
                  <a:lnTo>
                    <a:pt x="1571599" y="123634"/>
                  </a:lnTo>
                  <a:close/>
                </a:path>
                <a:path w="3413760" h="295909">
                  <a:moveTo>
                    <a:pt x="1571599" y="42773"/>
                  </a:moveTo>
                  <a:lnTo>
                    <a:pt x="1571345" y="40424"/>
                  </a:lnTo>
                  <a:lnTo>
                    <a:pt x="1565706" y="43980"/>
                  </a:lnTo>
                  <a:lnTo>
                    <a:pt x="1571599" y="42773"/>
                  </a:lnTo>
                  <a:close/>
                </a:path>
                <a:path w="3413760" h="295909">
                  <a:moveTo>
                    <a:pt x="1575803" y="273761"/>
                  </a:moveTo>
                  <a:lnTo>
                    <a:pt x="1574711" y="265595"/>
                  </a:lnTo>
                  <a:lnTo>
                    <a:pt x="1572653" y="265595"/>
                  </a:lnTo>
                  <a:lnTo>
                    <a:pt x="1575803" y="273761"/>
                  </a:lnTo>
                  <a:close/>
                </a:path>
                <a:path w="3413760" h="295909">
                  <a:moveTo>
                    <a:pt x="1575803" y="192925"/>
                  </a:moveTo>
                  <a:lnTo>
                    <a:pt x="1574711" y="184746"/>
                  </a:lnTo>
                  <a:lnTo>
                    <a:pt x="1572653" y="184746"/>
                  </a:lnTo>
                  <a:lnTo>
                    <a:pt x="1575803" y="192925"/>
                  </a:lnTo>
                  <a:close/>
                </a:path>
                <a:path w="3413760" h="295909">
                  <a:moveTo>
                    <a:pt x="1575803" y="112064"/>
                  </a:moveTo>
                  <a:lnTo>
                    <a:pt x="1574711" y="103898"/>
                  </a:lnTo>
                  <a:lnTo>
                    <a:pt x="1572653" y="103898"/>
                  </a:lnTo>
                  <a:lnTo>
                    <a:pt x="1575803" y="112064"/>
                  </a:lnTo>
                  <a:close/>
                </a:path>
                <a:path w="3413760" h="295909">
                  <a:moveTo>
                    <a:pt x="1575803" y="31216"/>
                  </a:moveTo>
                  <a:lnTo>
                    <a:pt x="1574711" y="23037"/>
                  </a:lnTo>
                  <a:lnTo>
                    <a:pt x="1572653" y="23037"/>
                  </a:lnTo>
                  <a:lnTo>
                    <a:pt x="1575803" y="31216"/>
                  </a:lnTo>
                  <a:close/>
                </a:path>
                <a:path w="3413760" h="295909">
                  <a:moveTo>
                    <a:pt x="1581213" y="293979"/>
                  </a:moveTo>
                  <a:lnTo>
                    <a:pt x="1576857" y="293014"/>
                  </a:lnTo>
                  <a:lnTo>
                    <a:pt x="1576616" y="295351"/>
                  </a:lnTo>
                  <a:lnTo>
                    <a:pt x="1581213" y="293979"/>
                  </a:lnTo>
                  <a:close/>
                </a:path>
                <a:path w="3413760" h="295909">
                  <a:moveTo>
                    <a:pt x="1581213" y="213131"/>
                  </a:moveTo>
                  <a:lnTo>
                    <a:pt x="1576857" y="212166"/>
                  </a:lnTo>
                  <a:lnTo>
                    <a:pt x="1576616" y="214503"/>
                  </a:lnTo>
                  <a:lnTo>
                    <a:pt x="1581213" y="213131"/>
                  </a:lnTo>
                  <a:close/>
                </a:path>
                <a:path w="3413760" h="295909">
                  <a:moveTo>
                    <a:pt x="1581213" y="132283"/>
                  </a:moveTo>
                  <a:lnTo>
                    <a:pt x="1576857" y="131318"/>
                  </a:lnTo>
                  <a:lnTo>
                    <a:pt x="1576616" y="133654"/>
                  </a:lnTo>
                  <a:lnTo>
                    <a:pt x="1581213" y="132283"/>
                  </a:lnTo>
                  <a:close/>
                </a:path>
                <a:path w="3413760" h="295909">
                  <a:moveTo>
                    <a:pt x="1581213" y="51422"/>
                  </a:moveTo>
                  <a:lnTo>
                    <a:pt x="1576857" y="50457"/>
                  </a:lnTo>
                  <a:lnTo>
                    <a:pt x="1576616" y="52806"/>
                  </a:lnTo>
                  <a:lnTo>
                    <a:pt x="1581213" y="51422"/>
                  </a:lnTo>
                  <a:close/>
                </a:path>
                <a:path w="3413760" h="295909">
                  <a:moveTo>
                    <a:pt x="1584299" y="284353"/>
                  </a:moveTo>
                  <a:lnTo>
                    <a:pt x="1581137" y="283464"/>
                  </a:lnTo>
                  <a:lnTo>
                    <a:pt x="1577670" y="285330"/>
                  </a:lnTo>
                  <a:lnTo>
                    <a:pt x="1584299" y="284353"/>
                  </a:lnTo>
                  <a:close/>
                </a:path>
                <a:path w="3413760" h="295909">
                  <a:moveTo>
                    <a:pt x="1584299" y="203504"/>
                  </a:moveTo>
                  <a:lnTo>
                    <a:pt x="1581137" y="202615"/>
                  </a:lnTo>
                  <a:lnTo>
                    <a:pt x="1577670" y="204482"/>
                  </a:lnTo>
                  <a:lnTo>
                    <a:pt x="1584299" y="203504"/>
                  </a:lnTo>
                  <a:close/>
                </a:path>
                <a:path w="3413760" h="295909">
                  <a:moveTo>
                    <a:pt x="1584299" y="122656"/>
                  </a:moveTo>
                  <a:lnTo>
                    <a:pt x="1581137" y="121767"/>
                  </a:lnTo>
                  <a:lnTo>
                    <a:pt x="1577670" y="123634"/>
                  </a:lnTo>
                  <a:lnTo>
                    <a:pt x="1584299" y="122656"/>
                  </a:lnTo>
                  <a:close/>
                </a:path>
                <a:path w="3413760" h="295909">
                  <a:moveTo>
                    <a:pt x="1584299" y="41795"/>
                  </a:moveTo>
                  <a:lnTo>
                    <a:pt x="1581137" y="40906"/>
                  </a:lnTo>
                  <a:lnTo>
                    <a:pt x="1577670" y="42773"/>
                  </a:lnTo>
                  <a:lnTo>
                    <a:pt x="1584299" y="41795"/>
                  </a:lnTo>
                  <a:close/>
                </a:path>
                <a:path w="3413760" h="295909">
                  <a:moveTo>
                    <a:pt x="1595945" y="233349"/>
                  </a:moveTo>
                  <a:lnTo>
                    <a:pt x="1595501" y="229463"/>
                  </a:lnTo>
                  <a:lnTo>
                    <a:pt x="1593189" y="229463"/>
                  </a:lnTo>
                  <a:lnTo>
                    <a:pt x="1595945" y="233349"/>
                  </a:lnTo>
                  <a:close/>
                </a:path>
                <a:path w="3413760" h="295909">
                  <a:moveTo>
                    <a:pt x="1595945" y="152501"/>
                  </a:moveTo>
                  <a:lnTo>
                    <a:pt x="1595501" y="148615"/>
                  </a:lnTo>
                  <a:lnTo>
                    <a:pt x="1593189" y="148615"/>
                  </a:lnTo>
                  <a:lnTo>
                    <a:pt x="1595945" y="152501"/>
                  </a:lnTo>
                  <a:close/>
                </a:path>
                <a:path w="3413760" h="295909">
                  <a:moveTo>
                    <a:pt x="1595945" y="71640"/>
                  </a:moveTo>
                  <a:lnTo>
                    <a:pt x="1595501" y="67754"/>
                  </a:lnTo>
                  <a:lnTo>
                    <a:pt x="1593189" y="67754"/>
                  </a:lnTo>
                  <a:lnTo>
                    <a:pt x="1595945" y="71640"/>
                  </a:lnTo>
                  <a:close/>
                </a:path>
                <a:path w="3413760" h="295909">
                  <a:moveTo>
                    <a:pt x="1612023" y="244906"/>
                  </a:moveTo>
                  <a:lnTo>
                    <a:pt x="1611795" y="242557"/>
                  </a:lnTo>
                  <a:lnTo>
                    <a:pt x="1606130" y="246113"/>
                  </a:lnTo>
                  <a:lnTo>
                    <a:pt x="1612023" y="244906"/>
                  </a:lnTo>
                  <a:close/>
                </a:path>
                <a:path w="3413760" h="295909">
                  <a:moveTo>
                    <a:pt x="1612023" y="164058"/>
                  </a:moveTo>
                  <a:lnTo>
                    <a:pt x="1611795" y="161709"/>
                  </a:lnTo>
                  <a:lnTo>
                    <a:pt x="1606130" y="165265"/>
                  </a:lnTo>
                  <a:lnTo>
                    <a:pt x="1612023" y="164058"/>
                  </a:lnTo>
                  <a:close/>
                </a:path>
                <a:path w="3413760" h="295909">
                  <a:moveTo>
                    <a:pt x="1612023" y="83210"/>
                  </a:moveTo>
                  <a:lnTo>
                    <a:pt x="1611795" y="80873"/>
                  </a:lnTo>
                  <a:lnTo>
                    <a:pt x="1606130" y="84416"/>
                  </a:lnTo>
                  <a:lnTo>
                    <a:pt x="1612023" y="83210"/>
                  </a:lnTo>
                  <a:close/>
                </a:path>
                <a:path w="3413760" h="295909">
                  <a:moveTo>
                    <a:pt x="1612023" y="2349"/>
                  </a:moveTo>
                  <a:lnTo>
                    <a:pt x="1611795" y="0"/>
                  </a:lnTo>
                  <a:lnTo>
                    <a:pt x="1606130" y="3556"/>
                  </a:lnTo>
                  <a:lnTo>
                    <a:pt x="1612023" y="2349"/>
                  </a:lnTo>
                  <a:close/>
                </a:path>
                <a:path w="3413760" h="295909">
                  <a:moveTo>
                    <a:pt x="1612836" y="252577"/>
                  </a:moveTo>
                  <a:lnTo>
                    <a:pt x="1608467" y="253555"/>
                  </a:lnTo>
                  <a:lnTo>
                    <a:pt x="1609191" y="255739"/>
                  </a:lnTo>
                  <a:lnTo>
                    <a:pt x="1612836" y="252577"/>
                  </a:lnTo>
                  <a:close/>
                </a:path>
                <a:path w="3413760" h="295909">
                  <a:moveTo>
                    <a:pt x="1612836" y="171742"/>
                  </a:moveTo>
                  <a:lnTo>
                    <a:pt x="1608467" y="172707"/>
                  </a:lnTo>
                  <a:lnTo>
                    <a:pt x="1609191" y="174891"/>
                  </a:lnTo>
                  <a:lnTo>
                    <a:pt x="1612836" y="171742"/>
                  </a:lnTo>
                  <a:close/>
                </a:path>
                <a:path w="3413760" h="295909">
                  <a:moveTo>
                    <a:pt x="1612836" y="90881"/>
                  </a:moveTo>
                  <a:lnTo>
                    <a:pt x="1608467" y="91859"/>
                  </a:lnTo>
                  <a:lnTo>
                    <a:pt x="1609191" y="94043"/>
                  </a:lnTo>
                  <a:lnTo>
                    <a:pt x="1612836" y="90881"/>
                  </a:lnTo>
                  <a:close/>
                </a:path>
                <a:path w="3413760" h="295909">
                  <a:moveTo>
                    <a:pt x="1612836" y="10033"/>
                  </a:moveTo>
                  <a:lnTo>
                    <a:pt x="1608467" y="10998"/>
                  </a:lnTo>
                  <a:lnTo>
                    <a:pt x="1609191" y="13182"/>
                  </a:lnTo>
                  <a:lnTo>
                    <a:pt x="1612836" y="10033"/>
                  </a:lnTo>
                  <a:close/>
                </a:path>
                <a:path w="3413760" h="295909">
                  <a:moveTo>
                    <a:pt x="1621650" y="253555"/>
                  </a:moveTo>
                  <a:lnTo>
                    <a:pt x="1617040" y="254927"/>
                  </a:lnTo>
                  <a:lnTo>
                    <a:pt x="1620913" y="255739"/>
                  </a:lnTo>
                  <a:lnTo>
                    <a:pt x="1621650" y="253555"/>
                  </a:lnTo>
                  <a:close/>
                </a:path>
                <a:path w="3413760" h="295909">
                  <a:moveTo>
                    <a:pt x="1621650" y="172707"/>
                  </a:moveTo>
                  <a:lnTo>
                    <a:pt x="1617040" y="174078"/>
                  </a:lnTo>
                  <a:lnTo>
                    <a:pt x="1620913" y="174891"/>
                  </a:lnTo>
                  <a:lnTo>
                    <a:pt x="1621650" y="172707"/>
                  </a:lnTo>
                  <a:close/>
                </a:path>
                <a:path w="3413760" h="295909">
                  <a:moveTo>
                    <a:pt x="1621650" y="91859"/>
                  </a:moveTo>
                  <a:lnTo>
                    <a:pt x="1617040" y="93230"/>
                  </a:lnTo>
                  <a:lnTo>
                    <a:pt x="1620913" y="94043"/>
                  </a:lnTo>
                  <a:lnTo>
                    <a:pt x="1621650" y="91859"/>
                  </a:lnTo>
                  <a:close/>
                </a:path>
                <a:path w="3413760" h="295909">
                  <a:moveTo>
                    <a:pt x="1621650" y="10998"/>
                  </a:moveTo>
                  <a:lnTo>
                    <a:pt x="1617040" y="12369"/>
                  </a:lnTo>
                  <a:lnTo>
                    <a:pt x="1620913" y="13182"/>
                  </a:lnTo>
                  <a:lnTo>
                    <a:pt x="1621650" y="10998"/>
                  </a:lnTo>
                  <a:close/>
                </a:path>
                <a:path w="3413760" h="295909">
                  <a:moveTo>
                    <a:pt x="1624723" y="243928"/>
                  </a:moveTo>
                  <a:lnTo>
                    <a:pt x="1621561" y="243039"/>
                  </a:lnTo>
                  <a:lnTo>
                    <a:pt x="1618094" y="244906"/>
                  </a:lnTo>
                  <a:lnTo>
                    <a:pt x="1624723" y="243928"/>
                  </a:lnTo>
                  <a:close/>
                </a:path>
                <a:path w="3413760" h="295909">
                  <a:moveTo>
                    <a:pt x="1624723" y="163080"/>
                  </a:moveTo>
                  <a:lnTo>
                    <a:pt x="1621561" y="162204"/>
                  </a:lnTo>
                  <a:lnTo>
                    <a:pt x="1618094" y="164058"/>
                  </a:lnTo>
                  <a:lnTo>
                    <a:pt x="1624723" y="163080"/>
                  </a:lnTo>
                  <a:close/>
                </a:path>
                <a:path w="3413760" h="295909">
                  <a:moveTo>
                    <a:pt x="1624723" y="82232"/>
                  </a:moveTo>
                  <a:lnTo>
                    <a:pt x="1621561" y="81343"/>
                  </a:lnTo>
                  <a:lnTo>
                    <a:pt x="1618094" y="83210"/>
                  </a:lnTo>
                  <a:lnTo>
                    <a:pt x="1624723" y="82232"/>
                  </a:lnTo>
                  <a:close/>
                </a:path>
                <a:path w="3413760" h="295909">
                  <a:moveTo>
                    <a:pt x="1624723" y="1371"/>
                  </a:moveTo>
                  <a:lnTo>
                    <a:pt x="1621561" y="482"/>
                  </a:lnTo>
                  <a:lnTo>
                    <a:pt x="1618094" y="2349"/>
                  </a:lnTo>
                  <a:lnTo>
                    <a:pt x="1624723" y="1371"/>
                  </a:lnTo>
                  <a:close/>
                </a:path>
                <a:path w="3413760" h="295909">
                  <a:moveTo>
                    <a:pt x="1624799" y="233349"/>
                  </a:moveTo>
                  <a:lnTo>
                    <a:pt x="1624723" y="226872"/>
                  </a:lnTo>
                  <a:lnTo>
                    <a:pt x="1624241" y="230035"/>
                  </a:lnTo>
                  <a:lnTo>
                    <a:pt x="1624799" y="233349"/>
                  </a:lnTo>
                  <a:close/>
                </a:path>
                <a:path w="3413760" h="295909">
                  <a:moveTo>
                    <a:pt x="1624799" y="152501"/>
                  </a:moveTo>
                  <a:lnTo>
                    <a:pt x="1624723" y="146024"/>
                  </a:lnTo>
                  <a:lnTo>
                    <a:pt x="1624241" y="149186"/>
                  </a:lnTo>
                  <a:lnTo>
                    <a:pt x="1624799" y="152501"/>
                  </a:lnTo>
                  <a:close/>
                </a:path>
                <a:path w="3413760" h="295909">
                  <a:moveTo>
                    <a:pt x="1624799" y="71640"/>
                  </a:moveTo>
                  <a:lnTo>
                    <a:pt x="1624723" y="65163"/>
                  </a:lnTo>
                  <a:lnTo>
                    <a:pt x="1624241" y="68313"/>
                  </a:lnTo>
                  <a:lnTo>
                    <a:pt x="1624799" y="71640"/>
                  </a:lnTo>
                  <a:close/>
                </a:path>
                <a:path w="3413760" h="295909">
                  <a:moveTo>
                    <a:pt x="1634502" y="265201"/>
                  </a:moveTo>
                  <a:lnTo>
                    <a:pt x="1632318" y="261315"/>
                  </a:lnTo>
                  <a:lnTo>
                    <a:pt x="1630375" y="262610"/>
                  </a:lnTo>
                  <a:lnTo>
                    <a:pt x="1634502" y="265201"/>
                  </a:lnTo>
                  <a:close/>
                </a:path>
                <a:path w="3413760" h="295909">
                  <a:moveTo>
                    <a:pt x="1634502" y="184353"/>
                  </a:moveTo>
                  <a:lnTo>
                    <a:pt x="1632318" y="180467"/>
                  </a:lnTo>
                  <a:lnTo>
                    <a:pt x="1630375" y="181762"/>
                  </a:lnTo>
                  <a:lnTo>
                    <a:pt x="1634502" y="184353"/>
                  </a:lnTo>
                  <a:close/>
                </a:path>
                <a:path w="3413760" h="295909">
                  <a:moveTo>
                    <a:pt x="1634502" y="103505"/>
                  </a:moveTo>
                  <a:lnTo>
                    <a:pt x="1632318" y="99618"/>
                  </a:lnTo>
                  <a:lnTo>
                    <a:pt x="1630375" y="100914"/>
                  </a:lnTo>
                  <a:lnTo>
                    <a:pt x="1634502" y="103505"/>
                  </a:lnTo>
                  <a:close/>
                </a:path>
                <a:path w="3413760" h="295909">
                  <a:moveTo>
                    <a:pt x="1634502" y="22644"/>
                  </a:moveTo>
                  <a:lnTo>
                    <a:pt x="1632318" y="18757"/>
                  </a:lnTo>
                  <a:lnTo>
                    <a:pt x="1630375" y="20053"/>
                  </a:lnTo>
                  <a:lnTo>
                    <a:pt x="1634502" y="22644"/>
                  </a:lnTo>
                  <a:close/>
                </a:path>
                <a:path w="3413760" h="295909">
                  <a:moveTo>
                    <a:pt x="1652447" y="285330"/>
                  </a:moveTo>
                  <a:lnTo>
                    <a:pt x="1652206" y="282981"/>
                  </a:lnTo>
                  <a:lnTo>
                    <a:pt x="1646555" y="286537"/>
                  </a:lnTo>
                  <a:lnTo>
                    <a:pt x="1652447" y="285330"/>
                  </a:lnTo>
                  <a:close/>
                </a:path>
                <a:path w="3413760" h="295909">
                  <a:moveTo>
                    <a:pt x="1652447" y="204482"/>
                  </a:moveTo>
                  <a:lnTo>
                    <a:pt x="1652206" y="202133"/>
                  </a:lnTo>
                  <a:lnTo>
                    <a:pt x="1646555" y="205689"/>
                  </a:lnTo>
                  <a:lnTo>
                    <a:pt x="1652447" y="204482"/>
                  </a:lnTo>
                  <a:close/>
                </a:path>
                <a:path w="3413760" h="295909">
                  <a:moveTo>
                    <a:pt x="1652447" y="123634"/>
                  </a:moveTo>
                  <a:lnTo>
                    <a:pt x="1652206" y="121285"/>
                  </a:lnTo>
                  <a:lnTo>
                    <a:pt x="1646555" y="124841"/>
                  </a:lnTo>
                  <a:lnTo>
                    <a:pt x="1652447" y="123634"/>
                  </a:lnTo>
                  <a:close/>
                </a:path>
                <a:path w="3413760" h="295909">
                  <a:moveTo>
                    <a:pt x="1652447" y="42773"/>
                  </a:moveTo>
                  <a:lnTo>
                    <a:pt x="1652206" y="40424"/>
                  </a:lnTo>
                  <a:lnTo>
                    <a:pt x="1646555" y="43980"/>
                  </a:lnTo>
                  <a:lnTo>
                    <a:pt x="1652447" y="42773"/>
                  </a:lnTo>
                  <a:close/>
                </a:path>
                <a:path w="3413760" h="295909">
                  <a:moveTo>
                    <a:pt x="1656651" y="273761"/>
                  </a:moveTo>
                  <a:lnTo>
                    <a:pt x="1655572" y="265595"/>
                  </a:lnTo>
                  <a:lnTo>
                    <a:pt x="1653501" y="265595"/>
                  </a:lnTo>
                  <a:lnTo>
                    <a:pt x="1656651" y="273761"/>
                  </a:lnTo>
                  <a:close/>
                </a:path>
                <a:path w="3413760" h="295909">
                  <a:moveTo>
                    <a:pt x="1656651" y="192925"/>
                  </a:moveTo>
                  <a:lnTo>
                    <a:pt x="1655572" y="184746"/>
                  </a:lnTo>
                  <a:lnTo>
                    <a:pt x="1653501" y="184746"/>
                  </a:lnTo>
                  <a:lnTo>
                    <a:pt x="1656651" y="192925"/>
                  </a:lnTo>
                  <a:close/>
                </a:path>
                <a:path w="3413760" h="295909">
                  <a:moveTo>
                    <a:pt x="1656651" y="112064"/>
                  </a:moveTo>
                  <a:lnTo>
                    <a:pt x="1655572" y="103898"/>
                  </a:lnTo>
                  <a:lnTo>
                    <a:pt x="1653501" y="103898"/>
                  </a:lnTo>
                  <a:lnTo>
                    <a:pt x="1656651" y="112064"/>
                  </a:lnTo>
                  <a:close/>
                </a:path>
                <a:path w="3413760" h="295909">
                  <a:moveTo>
                    <a:pt x="1656651" y="31216"/>
                  </a:moveTo>
                  <a:lnTo>
                    <a:pt x="1655572" y="23037"/>
                  </a:lnTo>
                  <a:lnTo>
                    <a:pt x="1653501" y="23037"/>
                  </a:lnTo>
                  <a:lnTo>
                    <a:pt x="1656651" y="31216"/>
                  </a:lnTo>
                  <a:close/>
                </a:path>
                <a:path w="3413760" h="295909">
                  <a:moveTo>
                    <a:pt x="1662074" y="293979"/>
                  </a:moveTo>
                  <a:lnTo>
                    <a:pt x="1657718" y="293014"/>
                  </a:lnTo>
                  <a:lnTo>
                    <a:pt x="1657464" y="295351"/>
                  </a:lnTo>
                  <a:lnTo>
                    <a:pt x="1662074" y="293979"/>
                  </a:lnTo>
                  <a:close/>
                </a:path>
                <a:path w="3413760" h="295909">
                  <a:moveTo>
                    <a:pt x="1662074" y="213131"/>
                  </a:moveTo>
                  <a:lnTo>
                    <a:pt x="1657718" y="212166"/>
                  </a:lnTo>
                  <a:lnTo>
                    <a:pt x="1657464" y="214503"/>
                  </a:lnTo>
                  <a:lnTo>
                    <a:pt x="1662074" y="213131"/>
                  </a:lnTo>
                  <a:close/>
                </a:path>
                <a:path w="3413760" h="295909">
                  <a:moveTo>
                    <a:pt x="1662074" y="132283"/>
                  </a:moveTo>
                  <a:lnTo>
                    <a:pt x="1657718" y="131318"/>
                  </a:lnTo>
                  <a:lnTo>
                    <a:pt x="1657464" y="133654"/>
                  </a:lnTo>
                  <a:lnTo>
                    <a:pt x="1662074" y="132283"/>
                  </a:lnTo>
                  <a:close/>
                </a:path>
                <a:path w="3413760" h="295909">
                  <a:moveTo>
                    <a:pt x="1662074" y="51422"/>
                  </a:moveTo>
                  <a:lnTo>
                    <a:pt x="1657718" y="50457"/>
                  </a:lnTo>
                  <a:lnTo>
                    <a:pt x="1657464" y="52806"/>
                  </a:lnTo>
                  <a:lnTo>
                    <a:pt x="1662074" y="51422"/>
                  </a:lnTo>
                  <a:close/>
                </a:path>
                <a:path w="3413760" h="295909">
                  <a:moveTo>
                    <a:pt x="1665147" y="284353"/>
                  </a:moveTo>
                  <a:lnTo>
                    <a:pt x="1661985" y="283464"/>
                  </a:lnTo>
                  <a:lnTo>
                    <a:pt x="1658518" y="285330"/>
                  </a:lnTo>
                  <a:lnTo>
                    <a:pt x="1665147" y="284353"/>
                  </a:lnTo>
                  <a:close/>
                </a:path>
                <a:path w="3413760" h="295909">
                  <a:moveTo>
                    <a:pt x="1665147" y="203504"/>
                  </a:moveTo>
                  <a:lnTo>
                    <a:pt x="1661985" y="202615"/>
                  </a:lnTo>
                  <a:lnTo>
                    <a:pt x="1658518" y="204482"/>
                  </a:lnTo>
                  <a:lnTo>
                    <a:pt x="1665147" y="203504"/>
                  </a:lnTo>
                  <a:close/>
                </a:path>
                <a:path w="3413760" h="295909">
                  <a:moveTo>
                    <a:pt x="1665147" y="122656"/>
                  </a:moveTo>
                  <a:lnTo>
                    <a:pt x="1661985" y="121767"/>
                  </a:lnTo>
                  <a:lnTo>
                    <a:pt x="1658518" y="123634"/>
                  </a:lnTo>
                  <a:lnTo>
                    <a:pt x="1665147" y="122656"/>
                  </a:lnTo>
                  <a:close/>
                </a:path>
                <a:path w="3413760" h="295909">
                  <a:moveTo>
                    <a:pt x="1665147" y="41795"/>
                  </a:moveTo>
                  <a:lnTo>
                    <a:pt x="1661985" y="40906"/>
                  </a:lnTo>
                  <a:lnTo>
                    <a:pt x="1658518" y="42773"/>
                  </a:lnTo>
                  <a:lnTo>
                    <a:pt x="1665147" y="41795"/>
                  </a:lnTo>
                  <a:close/>
                </a:path>
                <a:path w="3413760" h="295909">
                  <a:moveTo>
                    <a:pt x="1676781" y="233349"/>
                  </a:moveTo>
                  <a:lnTo>
                    <a:pt x="1676349" y="229463"/>
                  </a:lnTo>
                  <a:lnTo>
                    <a:pt x="1674050" y="229463"/>
                  </a:lnTo>
                  <a:lnTo>
                    <a:pt x="1676781" y="233349"/>
                  </a:lnTo>
                  <a:close/>
                </a:path>
                <a:path w="3413760" h="295909">
                  <a:moveTo>
                    <a:pt x="1676781" y="152501"/>
                  </a:moveTo>
                  <a:lnTo>
                    <a:pt x="1676349" y="148615"/>
                  </a:lnTo>
                  <a:lnTo>
                    <a:pt x="1674050" y="148615"/>
                  </a:lnTo>
                  <a:lnTo>
                    <a:pt x="1676781" y="152501"/>
                  </a:lnTo>
                  <a:close/>
                </a:path>
                <a:path w="3413760" h="295909">
                  <a:moveTo>
                    <a:pt x="1676781" y="71640"/>
                  </a:moveTo>
                  <a:lnTo>
                    <a:pt x="1676349" y="67754"/>
                  </a:lnTo>
                  <a:lnTo>
                    <a:pt x="1674050" y="67754"/>
                  </a:lnTo>
                  <a:lnTo>
                    <a:pt x="1676781" y="71640"/>
                  </a:lnTo>
                  <a:close/>
                </a:path>
                <a:path w="3413760" h="295909">
                  <a:moveTo>
                    <a:pt x="1692871" y="244906"/>
                  </a:moveTo>
                  <a:lnTo>
                    <a:pt x="1692630" y="242557"/>
                  </a:lnTo>
                  <a:lnTo>
                    <a:pt x="1686979" y="246113"/>
                  </a:lnTo>
                  <a:lnTo>
                    <a:pt x="1692871" y="244906"/>
                  </a:lnTo>
                  <a:close/>
                </a:path>
                <a:path w="3413760" h="295909">
                  <a:moveTo>
                    <a:pt x="1692871" y="164058"/>
                  </a:moveTo>
                  <a:lnTo>
                    <a:pt x="1692630" y="161709"/>
                  </a:lnTo>
                  <a:lnTo>
                    <a:pt x="1686979" y="165265"/>
                  </a:lnTo>
                  <a:lnTo>
                    <a:pt x="1692871" y="164058"/>
                  </a:lnTo>
                  <a:close/>
                </a:path>
                <a:path w="3413760" h="295909">
                  <a:moveTo>
                    <a:pt x="1692871" y="83210"/>
                  </a:moveTo>
                  <a:lnTo>
                    <a:pt x="1692630" y="80873"/>
                  </a:lnTo>
                  <a:lnTo>
                    <a:pt x="1686979" y="84416"/>
                  </a:lnTo>
                  <a:lnTo>
                    <a:pt x="1692871" y="83210"/>
                  </a:lnTo>
                  <a:close/>
                </a:path>
                <a:path w="3413760" h="295909">
                  <a:moveTo>
                    <a:pt x="1692871" y="2349"/>
                  </a:moveTo>
                  <a:lnTo>
                    <a:pt x="1692630" y="0"/>
                  </a:lnTo>
                  <a:lnTo>
                    <a:pt x="1686979" y="3556"/>
                  </a:lnTo>
                  <a:lnTo>
                    <a:pt x="1692871" y="2349"/>
                  </a:lnTo>
                  <a:close/>
                </a:path>
                <a:path w="3413760" h="295909">
                  <a:moveTo>
                    <a:pt x="1693684" y="252577"/>
                  </a:moveTo>
                  <a:lnTo>
                    <a:pt x="1689328" y="253555"/>
                  </a:lnTo>
                  <a:lnTo>
                    <a:pt x="1690052" y="255739"/>
                  </a:lnTo>
                  <a:lnTo>
                    <a:pt x="1693684" y="252577"/>
                  </a:lnTo>
                  <a:close/>
                </a:path>
                <a:path w="3413760" h="295909">
                  <a:moveTo>
                    <a:pt x="1693684" y="171742"/>
                  </a:moveTo>
                  <a:lnTo>
                    <a:pt x="1689328" y="172707"/>
                  </a:lnTo>
                  <a:lnTo>
                    <a:pt x="1690052" y="174891"/>
                  </a:lnTo>
                  <a:lnTo>
                    <a:pt x="1693684" y="171742"/>
                  </a:lnTo>
                  <a:close/>
                </a:path>
                <a:path w="3413760" h="295909">
                  <a:moveTo>
                    <a:pt x="1693684" y="90881"/>
                  </a:moveTo>
                  <a:lnTo>
                    <a:pt x="1689328" y="91859"/>
                  </a:lnTo>
                  <a:lnTo>
                    <a:pt x="1690052" y="94043"/>
                  </a:lnTo>
                  <a:lnTo>
                    <a:pt x="1693684" y="90881"/>
                  </a:lnTo>
                  <a:close/>
                </a:path>
                <a:path w="3413760" h="295909">
                  <a:moveTo>
                    <a:pt x="1693684" y="10033"/>
                  </a:moveTo>
                  <a:lnTo>
                    <a:pt x="1689328" y="10998"/>
                  </a:lnTo>
                  <a:lnTo>
                    <a:pt x="1690052" y="13182"/>
                  </a:lnTo>
                  <a:lnTo>
                    <a:pt x="1693684" y="10033"/>
                  </a:lnTo>
                  <a:close/>
                </a:path>
                <a:path w="3413760" h="295909">
                  <a:moveTo>
                    <a:pt x="1702498" y="253555"/>
                  </a:moveTo>
                  <a:lnTo>
                    <a:pt x="1697888" y="254927"/>
                  </a:lnTo>
                  <a:lnTo>
                    <a:pt x="1701774" y="255739"/>
                  </a:lnTo>
                  <a:lnTo>
                    <a:pt x="1702498" y="253555"/>
                  </a:lnTo>
                  <a:close/>
                </a:path>
                <a:path w="3413760" h="295909">
                  <a:moveTo>
                    <a:pt x="1702498" y="172707"/>
                  </a:moveTo>
                  <a:lnTo>
                    <a:pt x="1697888" y="174078"/>
                  </a:lnTo>
                  <a:lnTo>
                    <a:pt x="1701774" y="174891"/>
                  </a:lnTo>
                  <a:lnTo>
                    <a:pt x="1702498" y="172707"/>
                  </a:lnTo>
                  <a:close/>
                </a:path>
                <a:path w="3413760" h="295909">
                  <a:moveTo>
                    <a:pt x="1702498" y="91859"/>
                  </a:moveTo>
                  <a:lnTo>
                    <a:pt x="1697888" y="93230"/>
                  </a:lnTo>
                  <a:lnTo>
                    <a:pt x="1701774" y="94043"/>
                  </a:lnTo>
                  <a:lnTo>
                    <a:pt x="1702498" y="91859"/>
                  </a:lnTo>
                  <a:close/>
                </a:path>
                <a:path w="3413760" h="295909">
                  <a:moveTo>
                    <a:pt x="1702498" y="10998"/>
                  </a:moveTo>
                  <a:lnTo>
                    <a:pt x="1697888" y="12369"/>
                  </a:lnTo>
                  <a:lnTo>
                    <a:pt x="1701774" y="13182"/>
                  </a:lnTo>
                  <a:lnTo>
                    <a:pt x="1702498" y="10998"/>
                  </a:lnTo>
                  <a:close/>
                </a:path>
                <a:path w="3413760" h="295909">
                  <a:moveTo>
                    <a:pt x="1705571" y="243928"/>
                  </a:moveTo>
                  <a:lnTo>
                    <a:pt x="1702422" y="243039"/>
                  </a:lnTo>
                  <a:lnTo>
                    <a:pt x="1698942" y="244906"/>
                  </a:lnTo>
                  <a:lnTo>
                    <a:pt x="1705571" y="243928"/>
                  </a:lnTo>
                  <a:close/>
                </a:path>
                <a:path w="3413760" h="295909">
                  <a:moveTo>
                    <a:pt x="1705571" y="163080"/>
                  </a:moveTo>
                  <a:lnTo>
                    <a:pt x="1702422" y="162204"/>
                  </a:lnTo>
                  <a:lnTo>
                    <a:pt x="1698942" y="164058"/>
                  </a:lnTo>
                  <a:lnTo>
                    <a:pt x="1705571" y="163080"/>
                  </a:lnTo>
                  <a:close/>
                </a:path>
                <a:path w="3413760" h="295909">
                  <a:moveTo>
                    <a:pt x="1705571" y="82232"/>
                  </a:moveTo>
                  <a:lnTo>
                    <a:pt x="1702422" y="81343"/>
                  </a:lnTo>
                  <a:lnTo>
                    <a:pt x="1698942" y="83210"/>
                  </a:lnTo>
                  <a:lnTo>
                    <a:pt x="1705571" y="82232"/>
                  </a:lnTo>
                  <a:close/>
                </a:path>
                <a:path w="3413760" h="295909">
                  <a:moveTo>
                    <a:pt x="1705571" y="1371"/>
                  </a:moveTo>
                  <a:lnTo>
                    <a:pt x="1702422" y="482"/>
                  </a:lnTo>
                  <a:lnTo>
                    <a:pt x="1698942" y="2349"/>
                  </a:lnTo>
                  <a:lnTo>
                    <a:pt x="1705571" y="1371"/>
                  </a:lnTo>
                  <a:close/>
                </a:path>
                <a:path w="3413760" h="295909">
                  <a:moveTo>
                    <a:pt x="1705660" y="233349"/>
                  </a:moveTo>
                  <a:lnTo>
                    <a:pt x="1705571" y="226872"/>
                  </a:lnTo>
                  <a:lnTo>
                    <a:pt x="1705089" y="230035"/>
                  </a:lnTo>
                  <a:lnTo>
                    <a:pt x="1705660" y="233349"/>
                  </a:lnTo>
                  <a:close/>
                </a:path>
                <a:path w="3413760" h="295909">
                  <a:moveTo>
                    <a:pt x="1705660" y="152501"/>
                  </a:moveTo>
                  <a:lnTo>
                    <a:pt x="1705571" y="146024"/>
                  </a:lnTo>
                  <a:lnTo>
                    <a:pt x="1705089" y="149186"/>
                  </a:lnTo>
                  <a:lnTo>
                    <a:pt x="1705660" y="152501"/>
                  </a:lnTo>
                  <a:close/>
                </a:path>
                <a:path w="3413760" h="295909">
                  <a:moveTo>
                    <a:pt x="1705660" y="71640"/>
                  </a:moveTo>
                  <a:lnTo>
                    <a:pt x="1705571" y="65163"/>
                  </a:lnTo>
                  <a:lnTo>
                    <a:pt x="1705089" y="68313"/>
                  </a:lnTo>
                  <a:lnTo>
                    <a:pt x="1705660" y="71640"/>
                  </a:lnTo>
                  <a:close/>
                </a:path>
                <a:path w="3413760" h="295909">
                  <a:moveTo>
                    <a:pt x="1715350" y="265201"/>
                  </a:moveTo>
                  <a:lnTo>
                    <a:pt x="1713179" y="261315"/>
                  </a:lnTo>
                  <a:lnTo>
                    <a:pt x="1711236" y="262610"/>
                  </a:lnTo>
                  <a:lnTo>
                    <a:pt x="1715350" y="265201"/>
                  </a:lnTo>
                  <a:close/>
                </a:path>
                <a:path w="3413760" h="295909">
                  <a:moveTo>
                    <a:pt x="1715350" y="184353"/>
                  </a:moveTo>
                  <a:lnTo>
                    <a:pt x="1713179" y="180467"/>
                  </a:lnTo>
                  <a:lnTo>
                    <a:pt x="1711236" y="181762"/>
                  </a:lnTo>
                  <a:lnTo>
                    <a:pt x="1715350" y="184353"/>
                  </a:lnTo>
                  <a:close/>
                </a:path>
                <a:path w="3413760" h="295909">
                  <a:moveTo>
                    <a:pt x="1715350" y="103505"/>
                  </a:moveTo>
                  <a:lnTo>
                    <a:pt x="1713179" y="99618"/>
                  </a:lnTo>
                  <a:lnTo>
                    <a:pt x="1711236" y="100914"/>
                  </a:lnTo>
                  <a:lnTo>
                    <a:pt x="1715350" y="103505"/>
                  </a:lnTo>
                  <a:close/>
                </a:path>
                <a:path w="3413760" h="295909">
                  <a:moveTo>
                    <a:pt x="1715350" y="22644"/>
                  </a:moveTo>
                  <a:lnTo>
                    <a:pt x="1713179" y="18757"/>
                  </a:lnTo>
                  <a:lnTo>
                    <a:pt x="1711236" y="20053"/>
                  </a:lnTo>
                  <a:lnTo>
                    <a:pt x="1715350" y="22644"/>
                  </a:lnTo>
                  <a:close/>
                </a:path>
                <a:path w="3413760" h="295909">
                  <a:moveTo>
                    <a:pt x="1733296" y="285330"/>
                  </a:moveTo>
                  <a:lnTo>
                    <a:pt x="1733054" y="282981"/>
                  </a:lnTo>
                  <a:lnTo>
                    <a:pt x="1727403" y="286537"/>
                  </a:lnTo>
                  <a:lnTo>
                    <a:pt x="1733296" y="285330"/>
                  </a:lnTo>
                  <a:close/>
                </a:path>
                <a:path w="3413760" h="295909">
                  <a:moveTo>
                    <a:pt x="1733296" y="204482"/>
                  </a:moveTo>
                  <a:lnTo>
                    <a:pt x="1733054" y="202133"/>
                  </a:lnTo>
                  <a:lnTo>
                    <a:pt x="1727403" y="205689"/>
                  </a:lnTo>
                  <a:lnTo>
                    <a:pt x="1733296" y="204482"/>
                  </a:lnTo>
                  <a:close/>
                </a:path>
                <a:path w="3413760" h="295909">
                  <a:moveTo>
                    <a:pt x="1733296" y="123634"/>
                  </a:moveTo>
                  <a:lnTo>
                    <a:pt x="1733054" y="121285"/>
                  </a:lnTo>
                  <a:lnTo>
                    <a:pt x="1727403" y="124841"/>
                  </a:lnTo>
                  <a:lnTo>
                    <a:pt x="1733296" y="123634"/>
                  </a:lnTo>
                  <a:close/>
                </a:path>
                <a:path w="3413760" h="295909">
                  <a:moveTo>
                    <a:pt x="1733296" y="42773"/>
                  </a:moveTo>
                  <a:lnTo>
                    <a:pt x="1733054" y="40424"/>
                  </a:lnTo>
                  <a:lnTo>
                    <a:pt x="1727403" y="43980"/>
                  </a:lnTo>
                  <a:lnTo>
                    <a:pt x="1733296" y="42773"/>
                  </a:lnTo>
                  <a:close/>
                </a:path>
                <a:path w="3413760" h="295909">
                  <a:moveTo>
                    <a:pt x="1737512" y="273761"/>
                  </a:moveTo>
                  <a:lnTo>
                    <a:pt x="1736407" y="265595"/>
                  </a:lnTo>
                  <a:lnTo>
                    <a:pt x="1734350" y="265595"/>
                  </a:lnTo>
                  <a:lnTo>
                    <a:pt x="1737512" y="273761"/>
                  </a:lnTo>
                  <a:close/>
                </a:path>
                <a:path w="3413760" h="295909">
                  <a:moveTo>
                    <a:pt x="1737512" y="192925"/>
                  </a:moveTo>
                  <a:lnTo>
                    <a:pt x="1736407" y="184746"/>
                  </a:lnTo>
                  <a:lnTo>
                    <a:pt x="1734350" y="184746"/>
                  </a:lnTo>
                  <a:lnTo>
                    <a:pt x="1737512" y="192925"/>
                  </a:lnTo>
                  <a:close/>
                </a:path>
                <a:path w="3413760" h="295909">
                  <a:moveTo>
                    <a:pt x="1737512" y="112064"/>
                  </a:moveTo>
                  <a:lnTo>
                    <a:pt x="1736407" y="103898"/>
                  </a:lnTo>
                  <a:lnTo>
                    <a:pt x="1734350" y="103898"/>
                  </a:lnTo>
                  <a:lnTo>
                    <a:pt x="1737512" y="112064"/>
                  </a:lnTo>
                  <a:close/>
                </a:path>
                <a:path w="3413760" h="295909">
                  <a:moveTo>
                    <a:pt x="1737512" y="31216"/>
                  </a:moveTo>
                  <a:lnTo>
                    <a:pt x="1736407" y="23037"/>
                  </a:lnTo>
                  <a:lnTo>
                    <a:pt x="1734350" y="23037"/>
                  </a:lnTo>
                  <a:lnTo>
                    <a:pt x="1737512" y="31216"/>
                  </a:lnTo>
                  <a:close/>
                </a:path>
                <a:path w="3413760" h="295909">
                  <a:moveTo>
                    <a:pt x="1742922" y="293979"/>
                  </a:moveTo>
                  <a:lnTo>
                    <a:pt x="1738566" y="293014"/>
                  </a:lnTo>
                  <a:lnTo>
                    <a:pt x="1738325" y="295351"/>
                  </a:lnTo>
                  <a:lnTo>
                    <a:pt x="1742922" y="293979"/>
                  </a:lnTo>
                  <a:close/>
                </a:path>
                <a:path w="3413760" h="295909">
                  <a:moveTo>
                    <a:pt x="1742922" y="213131"/>
                  </a:moveTo>
                  <a:lnTo>
                    <a:pt x="1738566" y="212166"/>
                  </a:lnTo>
                  <a:lnTo>
                    <a:pt x="1738325" y="214503"/>
                  </a:lnTo>
                  <a:lnTo>
                    <a:pt x="1742922" y="213131"/>
                  </a:lnTo>
                  <a:close/>
                </a:path>
                <a:path w="3413760" h="295909">
                  <a:moveTo>
                    <a:pt x="1742922" y="132283"/>
                  </a:moveTo>
                  <a:lnTo>
                    <a:pt x="1738566" y="131318"/>
                  </a:lnTo>
                  <a:lnTo>
                    <a:pt x="1738325" y="133654"/>
                  </a:lnTo>
                  <a:lnTo>
                    <a:pt x="1742922" y="132283"/>
                  </a:lnTo>
                  <a:close/>
                </a:path>
                <a:path w="3413760" h="295909">
                  <a:moveTo>
                    <a:pt x="1742922" y="51422"/>
                  </a:moveTo>
                  <a:lnTo>
                    <a:pt x="1738566" y="50457"/>
                  </a:lnTo>
                  <a:lnTo>
                    <a:pt x="1738325" y="52806"/>
                  </a:lnTo>
                  <a:lnTo>
                    <a:pt x="1742922" y="51422"/>
                  </a:lnTo>
                  <a:close/>
                </a:path>
                <a:path w="3413760" h="295909">
                  <a:moveTo>
                    <a:pt x="1745996" y="284353"/>
                  </a:moveTo>
                  <a:lnTo>
                    <a:pt x="1742833" y="283464"/>
                  </a:lnTo>
                  <a:lnTo>
                    <a:pt x="1739353" y="285330"/>
                  </a:lnTo>
                  <a:lnTo>
                    <a:pt x="1745996" y="284353"/>
                  </a:lnTo>
                  <a:close/>
                </a:path>
                <a:path w="3413760" h="295909">
                  <a:moveTo>
                    <a:pt x="1745996" y="203504"/>
                  </a:moveTo>
                  <a:lnTo>
                    <a:pt x="1742833" y="202615"/>
                  </a:lnTo>
                  <a:lnTo>
                    <a:pt x="1739353" y="204482"/>
                  </a:lnTo>
                  <a:lnTo>
                    <a:pt x="1745996" y="203504"/>
                  </a:lnTo>
                  <a:close/>
                </a:path>
                <a:path w="3413760" h="295909">
                  <a:moveTo>
                    <a:pt x="1745996" y="122656"/>
                  </a:moveTo>
                  <a:lnTo>
                    <a:pt x="1742833" y="121767"/>
                  </a:lnTo>
                  <a:lnTo>
                    <a:pt x="1739353" y="123634"/>
                  </a:lnTo>
                  <a:lnTo>
                    <a:pt x="1745996" y="122656"/>
                  </a:lnTo>
                  <a:close/>
                </a:path>
                <a:path w="3413760" h="295909">
                  <a:moveTo>
                    <a:pt x="1745996" y="41795"/>
                  </a:moveTo>
                  <a:lnTo>
                    <a:pt x="1742833" y="40906"/>
                  </a:lnTo>
                  <a:lnTo>
                    <a:pt x="1739353" y="42773"/>
                  </a:lnTo>
                  <a:lnTo>
                    <a:pt x="1745996" y="41795"/>
                  </a:lnTo>
                  <a:close/>
                </a:path>
                <a:path w="3413760" h="295909">
                  <a:moveTo>
                    <a:pt x="1757629" y="233349"/>
                  </a:moveTo>
                  <a:lnTo>
                    <a:pt x="1757210" y="229463"/>
                  </a:lnTo>
                  <a:lnTo>
                    <a:pt x="1754886" y="229463"/>
                  </a:lnTo>
                  <a:lnTo>
                    <a:pt x="1757629" y="233349"/>
                  </a:lnTo>
                  <a:close/>
                </a:path>
                <a:path w="3413760" h="295909">
                  <a:moveTo>
                    <a:pt x="1757629" y="152501"/>
                  </a:moveTo>
                  <a:lnTo>
                    <a:pt x="1757210" y="148615"/>
                  </a:lnTo>
                  <a:lnTo>
                    <a:pt x="1754886" y="148615"/>
                  </a:lnTo>
                  <a:lnTo>
                    <a:pt x="1757629" y="152501"/>
                  </a:lnTo>
                  <a:close/>
                </a:path>
                <a:path w="3413760" h="295909">
                  <a:moveTo>
                    <a:pt x="1757629" y="71640"/>
                  </a:moveTo>
                  <a:lnTo>
                    <a:pt x="1757210" y="67754"/>
                  </a:lnTo>
                  <a:lnTo>
                    <a:pt x="1754886" y="67754"/>
                  </a:lnTo>
                  <a:lnTo>
                    <a:pt x="1757629" y="71640"/>
                  </a:lnTo>
                  <a:close/>
                </a:path>
                <a:path w="3413760" h="295909">
                  <a:moveTo>
                    <a:pt x="1773732" y="244906"/>
                  </a:moveTo>
                  <a:lnTo>
                    <a:pt x="1773478" y="242557"/>
                  </a:lnTo>
                  <a:lnTo>
                    <a:pt x="1767827" y="246113"/>
                  </a:lnTo>
                  <a:lnTo>
                    <a:pt x="1773732" y="244906"/>
                  </a:lnTo>
                  <a:close/>
                </a:path>
                <a:path w="3413760" h="295909">
                  <a:moveTo>
                    <a:pt x="1773732" y="164058"/>
                  </a:moveTo>
                  <a:lnTo>
                    <a:pt x="1773478" y="161709"/>
                  </a:lnTo>
                  <a:lnTo>
                    <a:pt x="1767827" y="165265"/>
                  </a:lnTo>
                  <a:lnTo>
                    <a:pt x="1773732" y="164058"/>
                  </a:lnTo>
                  <a:close/>
                </a:path>
                <a:path w="3413760" h="295909">
                  <a:moveTo>
                    <a:pt x="1773732" y="83210"/>
                  </a:moveTo>
                  <a:lnTo>
                    <a:pt x="1773478" y="80873"/>
                  </a:lnTo>
                  <a:lnTo>
                    <a:pt x="1767827" y="84416"/>
                  </a:lnTo>
                  <a:lnTo>
                    <a:pt x="1773732" y="83210"/>
                  </a:lnTo>
                  <a:close/>
                </a:path>
                <a:path w="3413760" h="295909">
                  <a:moveTo>
                    <a:pt x="1773732" y="2349"/>
                  </a:moveTo>
                  <a:lnTo>
                    <a:pt x="1773478" y="0"/>
                  </a:lnTo>
                  <a:lnTo>
                    <a:pt x="1767827" y="3556"/>
                  </a:lnTo>
                  <a:lnTo>
                    <a:pt x="1773732" y="2349"/>
                  </a:lnTo>
                  <a:close/>
                </a:path>
                <a:path w="3413760" h="295909">
                  <a:moveTo>
                    <a:pt x="1774532" y="252577"/>
                  </a:moveTo>
                  <a:lnTo>
                    <a:pt x="1770176" y="253555"/>
                  </a:lnTo>
                  <a:lnTo>
                    <a:pt x="1770900" y="255739"/>
                  </a:lnTo>
                  <a:lnTo>
                    <a:pt x="1774532" y="252577"/>
                  </a:lnTo>
                  <a:close/>
                </a:path>
                <a:path w="3413760" h="295909">
                  <a:moveTo>
                    <a:pt x="1774532" y="171742"/>
                  </a:moveTo>
                  <a:lnTo>
                    <a:pt x="1770176" y="172707"/>
                  </a:lnTo>
                  <a:lnTo>
                    <a:pt x="1770900" y="174891"/>
                  </a:lnTo>
                  <a:lnTo>
                    <a:pt x="1774532" y="171742"/>
                  </a:lnTo>
                  <a:close/>
                </a:path>
                <a:path w="3413760" h="295909">
                  <a:moveTo>
                    <a:pt x="1774532" y="90881"/>
                  </a:moveTo>
                  <a:lnTo>
                    <a:pt x="1770176" y="91859"/>
                  </a:lnTo>
                  <a:lnTo>
                    <a:pt x="1770900" y="94043"/>
                  </a:lnTo>
                  <a:lnTo>
                    <a:pt x="1774532" y="90881"/>
                  </a:lnTo>
                  <a:close/>
                </a:path>
                <a:path w="3413760" h="295909">
                  <a:moveTo>
                    <a:pt x="1774532" y="10033"/>
                  </a:moveTo>
                  <a:lnTo>
                    <a:pt x="1770176" y="10998"/>
                  </a:lnTo>
                  <a:lnTo>
                    <a:pt x="1770900" y="13182"/>
                  </a:lnTo>
                  <a:lnTo>
                    <a:pt x="1774532" y="10033"/>
                  </a:lnTo>
                  <a:close/>
                </a:path>
                <a:path w="3413760" h="295909">
                  <a:moveTo>
                    <a:pt x="1783346" y="253555"/>
                  </a:moveTo>
                  <a:lnTo>
                    <a:pt x="1778749" y="254927"/>
                  </a:lnTo>
                  <a:lnTo>
                    <a:pt x="1782622" y="255739"/>
                  </a:lnTo>
                  <a:lnTo>
                    <a:pt x="1783346" y="253555"/>
                  </a:lnTo>
                  <a:close/>
                </a:path>
                <a:path w="3413760" h="295909">
                  <a:moveTo>
                    <a:pt x="1783346" y="172707"/>
                  </a:moveTo>
                  <a:lnTo>
                    <a:pt x="1778749" y="174078"/>
                  </a:lnTo>
                  <a:lnTo>
                    <a:pt x="1782622" y="174891"/>
                  </a:lnTo>
                  <a:lnTo>
                    <a:pt x="1783346" y="172707"/>
                  </a:lnTo>
                  <a:close/>
                </a:path>
                <a:path w="3413760" h="295909">
                  <a:moveTo>
                    <a:pt x="1783346" y="91859"/>
                  </a:moveTo>
                  <a:lnTo>
                    <a:pt x="1778749" y="93230"/>
                  </a:lnTo>
                  <a:lnTo>
                    <a:pt x="1782622" y="94043"/>
                  </a:lnTo>
                  <a:lnTo>
                    <a:pt x="1783346" y="91859"/>
                  </a:lnTo>
                  <a:close/>
                </a:path>
                <a:path w="3413760" h="295909">
                  <a:moveTo>
                    <a:pt x="1783346" y="10998"/>
                  </a:moveTo>
                  <a:lnTo>
                    <a:pt x="1778749" y="12369"/>
                  </a:lnTo>
                  <a:lnTo>
                    <a:pt x="1782622" y="13182"/>
                  </a:lnTo>
                  <a:lnTo>
                    <a:pt x="1783346" y="10998"/>
                  </a:lnTo>
                  <a:close/>
                </a:path>
                <a:path w="3413760" h="295909">
                  <a:moveTo>
                    <a:pt x="1786420" y="243928"/>
                  </a:moveTo>
                  <a:lnTo>
                    <a:pt x="1783270" y="243039"/>
                  </a:lnTo>
                  <a:lnTo>
                    <a:pt x="1779803" y="244906"/>
                  </a:lnTo>
                  <a:lnTo>
                    <a:pt x="1786420" y="243928"/>
                  </a:lnTo>
                  <a:close/>
                </a:path>
                <a:path w="3413760" h="295909">
                  <a:moveTo>
                    <a:pt x="1786420" y="163080"/>
                  </a:moveTo>
                  <a:lnTo>
                    <a:pt x="1783270" y="162204"/>
                  </a:lnTo>
                  <a:lnTo>
                    <a:pt x="1779803" y="164058"/>
                  </a:lnTo>
                  <a:lnTo>
                    <a:pt x="1786420" y="163080"/>
                  </a:lnTo>
                  <a:close/>
                </a:path>
                <a:path w="3413760" h="295909">
                  <a:moveTo>
                    <a:pt x="1786420" y="82232"/>
                  </a:moveTo>
                  <a:lnTo>
                    <a:pt x="1783270" y="81343"/>
                  </a:lnTo>
                  <a:lnTo>
                    <a:pt x="1779803" y="83210"/>
                  </a:lnTo>
                  <a:lnTo>
                    <a:pt x="1786420" y="82232"/>
                  </a:lnTo>
                  <a:close/>
                </a:path>
                <a:path w="3413760" h="295909">
                  <a:moveTo>
                    <a:pt x="1786420" y="1371"/>
                  </a:moveTo>
                  <a:lnTo>
                    <a:pt x="1783270" y="482"/>
                  </a:lnTo>
                  <a:lnTo>
                    <a:pt x="1779803" y="2349"/>
                  </a:lnTo>
                  <a:lnTo>
                    <a:pt x="1786420" y="1371"/>
                  </a:lnTo>
                  <a:close/>
                </a:path>
                <a:path w="3413760" h="295909">
                  <a:moveTo>
                    <a:pt x="1786496" y="233349"/>
                  </a:moveTo>
                  <a:lnTo>
                    <a:pt x="1786420" y="226872"/>
                  </a:lnTo>
                  <a:lnTo>
                    <a:pt x="1785937" y="230035"/>
                  </a:lnTo>
                  <a:lnTo>
                    <a:pt x="1786496" y="233349"/>
                  </a:lnTo>
                  <a:close/>
                </a:path>
                <a:path w="3413760" h="295909">
                  <a:moveTo>
                    <a:pt x="1786496" y="152501"/>
                  </a:moveTo>
                  <a:lnTo>
                    <a:pt x="1786420" y="146024"/>
                  </a:lnTo>
                  <a:lnTo>
                    <a:pt x="1785937" y="149186"/>
                  </a:lnTo>
                  <a:lnTo>
                    <a:pt x="1786496" y="152501"/>
                  </a:lnTo>
                  <a:close/>
                </a:path>
                <a:path w="3413760" h="295909">
                  <a:moveTo>
                    <a:pt x="1786496" y="71640"/>
                  </a:moveTo>
                  <a:lnTo>
                    <a:pt x="1786420" y="65163"/>
                  </a:lnTo>
                  <a:lnTo>
                    <a:pt x="1785937" y="68313"/>
                  </a:lnTo>
                  <a:lnTo>
                    <a:pt x="1786496" y="71640"/>
                  </a:lnTo>
                  <a:close/>
                </a:path>
                <a:path w="3413760" h="295909">
                  <a:moveTo>
                    <a:pt x="1796211" y="265201"/>
                  </a:moveTo>
                  <a:lnTo>
                    <a:pt x="1794027" y="261315"/>
                  </a:lnTo>
                  <a:lnTo>
                    <a:pt x="1792084" y="262610"/>
                  </a:lnTo>
                  <a:lnTo>
                    <a:pt x="1796211" y="265201"/>
                  </a:lnTo>
                  <a:close/>
                </a:path>
                <a:path w="3413760" h="295909">
                  <a:moveTo>
                    <a:pt x="1796211" y="184353"/>
                  </a:moveTo>
                  <a:lnTo>
                    <a:pt x="1794027" y="180467"/>
                  </a:lnTo>
                  <a:lnTo>
                    <a:pt x="1792084" y="181762"/>
                  </a:lnTo>
                  <a:lnTo>
                    <a:pt x="1796211" y="184353"/>
                  </a:lnTo>
                  <a:close/>
                </a:path>
                <a:path w="3413760" h="295909">
                  <a:moveTo>
                    <a:pt x="1796211" y="103505"/>
                  </a:moveTo>
                  <a:lnTo>
                    <a:pt x="1794027" y="99618"/>
                  </a:lnTo>
                  <a:lnTo>
                    <a:pt x="1792084" y="100914"/>
                  </a:lnTo>
                  <a:lnTo>
                    <a:pt x="1796211" y="103505"/>
                  </a:lnTo>
                  <a:close/>
                </a:path>
                <a:path w="3413760" h="295909">
                  <a:moveTo>
                    <a:pt x="1796211" y="22644"/>
                  </a:moveTo>
                  <a:lnTo>
                    <a:pt x="1794027" y="18757"/>
                  </a:lnTo>
                  <a:lnTo>
                    <a:pt x="1792084" y="20053"/>
                  </a:lnTo>
                  <a:lnTo>
                    <a:pt x="1796211" y="22644"/>
                  </a:lnTo>
                  <a:close/>
                </a:path>
                <a:path w="3413760" h="295909">
                  <a:moveTo>
                    <a:pt x="1814156" y="285330"/>
                  </a:moveTo>
                  <a:lnTo>
                    <a:pt x="1813915" y="282981"/>
                  </a:lnTo>
                  <a:lnTo>
                    <a:pt x="1808264" y="286537"/>
                  </a:lnTo>
                  <a:lnTo>
                    <a:pt x="1814156" y="285330"/>
                  </a:lnTo>
                  <a:close/>
                </a:path>
                <a:path w="3413760" h="295909">
                  <a:moveTo>
                    <a:pt x="1814156" y="204482"/>
                  </a:moveTo>
                  <a:lnTo>
                    <a:pt x="1813915" y="202133"/>
                  </a:lnTo>
                  <a:lnTo>
                    <a:pt x="1808264" y="205689"/>
                  </a:lnTo>
                  <a:lnTo>
                    <a:pt x="1814156" y="204482"/>
                  </a:lnTo>
                  <a:close/>
                </a:path>
                <a:path w="3413760" h="295909">
                  <a:moveTo>
                    <a:pt x="1814156" y="123634"/>
                  </a:moveTo>
                  <a:lnTo>
                    <a:pt x="1813915" y="121285"/>
                  </a:lnTo>
                  <a:lnTo>
                    <a:pt x="1808264" y="124841"/>
                  </a:lnTo>
                  <a:lnTo>
                    <a:pt x="1814156" y="123634"/>
                  </a:lnTo>
                  <a:close/>
                </a:path>
                <a:path w="3413760" h="295909">
                  <a:moveTo>
                    <a:pt x="1814156" y="42773"/>
                  </a:moveTo>
                  <a:lnTo>
                    <a:pt x="1813915" y="40424"/>
                  </a:lnTo>
                  <a:lnTo>
                    <a:pt x="1808264" y="43980"/>
                  </a:lnTo>
                  <a:lnTo>
                    <a:pt x="1814156" y="42773"/>
                  </a:lnTo>
                  <a:close/>
                </a:path>
                <a:path w="3413760" h="295909">
                  <a:moveTo>
                    <a:pt x="1818360" y="273761"/>
                  </a:moveTo>
                  <a:lnTo>
                    <a:pt x="1817268" y="265595"/>
                  </a:lnTo>
                  <a:lnTo>
                    <a:pt x="1815211" y="265595"/>
                  </a:lnTo>
                  <a:lnTo>
                    <a:pt x="1818360" y="273761"/>
                  </a:lnTo>
                  <a:close/>
                </a:path>
                <a:path w="3413760" h="295909">
                  <a:moveTo>
                    <a:pt x="1818360" y="192925"/>
                  </a:moveTo>
                  <a:lnTo>
                    <a:pt x="1817268" y="184746"/>
                  </a:lnTo>
                  <a:lnTo>
                    <a:pt x="1815211" y="184746"/>
                  </a:lnTo>
                  <a:lnTo>
                    <a:pt x="1818360" y="192925"/>
                  </a:lnTo>
                  <a:close/>
                </a:path>
                <a:path w="3413760" h="295909">
                  <a:moveTo>
                    <a:pt x="1818360" y="112064"/>
                  </a:moveTo>
                  <a:lnTo>
                    <a:pt x="1817268" y="103898"/>
                  </a:lnTo>
                  <a:lnTo>
                    <a:pt x="1815211" y="103898"/>
                  </a:lnTo>
                  <a:lnTo>
                    <a:pt x="1818360" y="112064"/>
                  </a:lnTo>
                  <a:close/>
                </a:path>
                <a:path w="3413760" h="295909">
                  <a:moveTo>
                    <a:pt x="1818360" y="31216"/>
                  </a:moveTo>
                  <a:lnTo>
                    <a:pt x="1817268" y="23037"/>
                  </a:lnTo>
                  <a:lnTo>
                    <a:pt x="1815211" y="23037"/>
                  </a:lnTo>
                  <a:lnTo>
                    <a:pt x="1818360" y="31216"/>
                  </a:lnTo>
                  <a:close/>
                </a:path>
                <a:path w="3413760" h="295909">
                  <a:moveTo>
                    <a:pt x="1823770" y="293979"/>
                  </a:moveTo>
                  <a:lnTo>
                    <a:pt x="1819414" y="293014"/>
                  </a:lnTo>
                  <a:lnTo>
                    <a:pt x="1819160" y="295351"/>
                  </a:lnTo>
                  <a:lnTo>
                    <a:pt x="1823770" y="293979"/>
                  </a:lnTo>
                  <a:close/>
                </a:path>
                <a:path w="3413760" h="295909">
                  <a:moveTo>
                    <a:pt x="1823770" y="213131"/>
                  </a:moveTo>
                  <a:lnTo>
                    <a:pt x="1819414" y="212166"/>
                  </a:lnTo>
                  <a:lnTo>
                    <a:pt x="1819160" y="214503"/>
                  </a:lnTo>
                  <a:lnTo>
                    <a:pt x="1823770" y="213131"/>
                  </a:lnTo>
                  <a:close/>
                </a:path>
                <a:path w="3413760" h="295909">
                  <a:moveTo>
                    <a:pt x="1823770" y="132283"/>
                  </a:moveTo>
                  <a:lnTo>
                    <a:pt x="1819414" y="131318"/>
                  </a:lnTo>
                  <a:lnTo>
                    <a:pt x="1819160" y="133654"/>
                  </a:lnTo>
                  <a:lnTo>
                    <a:pt x="1823770" y="132283"/>
                  </a:lnTo>
                  <a:close/>
                </a:path>
                <a:path w="3413760" h="295909">
                  <a:moveTo>
                    <a:pt x="1823770" y="51422"/>
                  </a:moveTo>
                  <a:lnTo>
                    <a:pt x="1819414" y="50457"/>
                  </a:lnTo>
                  <a:lnTo>
                    <a:pt x="1819160" y="52806"/>
                  </a:lnTo>
                  <a:lnTo>
                    <a:pt x="1823770" y="51422"/>
                  </a:lnTo>
                  <a:close/>
                </a:path>
                <a:path w="3413760" h="295909">
                  <a:moveTo>
                    <a:pt x="1826856" y="284353"/>
                  </a:moveTo>
                  <a:lnTo>
                    <a:pt x="1823694" y="283464"/>
                  </a:lnTo>
                  <a:lnTo>
                    <a:pt x="1820227" y="285330"/>
                  </a:lnTo>
                  <a:lnTo>
                    <a:pt x="1826856" y="284353"/>
                  </a:lnTo>
                  <a:close/>
                </a:path>
                <a:path w="3413760" h="295909">
                  <a:moveTo>
                    <a:pt x="1826856" y="203504"/>
                  </a:moveTo>
                  <a:lnTo>
                    <a:pt x="1823694" y="202615"/>
                  </a:lnTo>
                  <a:lnTo>
                    <a:pt x="1820227" y="204482"/>
                  </a:lnTo>
                  <a:lnTo>
                    <a:pt x="1826856" y="203504"/>
                  </a:lnTo>
                  <a:close/>
                </a:path>
                <a:path w="3413760" h="295909">
                  <a:moveTo>
                    <a:pt x="1826856" y="122656"/>
                  </a:moveTo>
                  <a:lnTo>
                    <a:pt x="1823694" y="121767"/>
                  </a:lnTo>
                  <a:lnTo>
                    <a:pt x="1820227" y="123634"/>
                  </a:lnTo>
                  <a:lnTo>
                    <a:pt x="1826856" y="122656"/>
                  </a:lnTo>
                  <a:close/>
                </a:path>
                <a:path w="3413760" h="295909">
                  <a:moveTo>
                    <a:pt x="1826856" y="41795"/>
                  </a:moveTo>
                  <a:lnTo>
                    <a:pt x="1823694" y="40906"/>
                  </a:lnTo>
                  <a:lnTo>
                    <a:pt x="1820227" y="42773"/>
                  </a:lnTo>
                  <a:lnTo>
                    <a:pt x="1826856" y="41795"/>
                  </a:lnTo>
                  <a:close/>
                </a:path>
                <a:path w="3413760" h="295909">
                  <a:moveTo>
                    <a:pt x="1838490" y="233349"/>
                  </a:moveTo>
                  <a:lnTo>
                    <a:pt x="1838058" y="229463"/>
                  </a:lnTo>
                  <a:lnTo>
                    <a:pt x="1835746" y="229463"/>
                  </a:lnTo>
                  <a:lnTo>
                    <a:pt x="1838490" y="233349"/>
                  </a:lnTo>
                  <a:close/>
                </a:path>
                <a:path w="3413760" h="295909">
                  <a:moveTo>
                    <a:pt x="1838490" y="152501"/>
                  </a:moveTo>
                  <a:lnTo>
                    <a:pt x="1838058" y="148615"/>
                  </a:lnTo>
                  <a:lnTo>
                    <a:pt x="1835746" y="148615"/>
                  </a:lnTo>
                  <a:lnTo>
                    <a:pt x="1838490" y="152501"/>
                  </a:lnTo>
                  <a:close/>
                </a:path>
                <a:path w="3413760" h="295909">
                  <a:moveTo>
                    <a:pt x="1838490" y="71640"/>
                  </a:moveTo>
                  <a:lnTo>
                    <a:pt x="1838058" y="67754"/>
                  </a:lnTo>
                  <a:lnTo>
                    <a:pt x="1835746" y="67754"/>
                  </a:lnTo>
                  <a:lnTo>
                    <a:pt x="1838490" y="71640"/>
                  </a:lnTo>
                  <a:close/>
                </a:path>
                <a:path w="3413760" h="295909">
                  <a:moveTo>
                    <a:pt x="1854568" y="244906"/>
                  </a:moveTo>
                  <a:lnTo>
                    <a:pt x="1854339" y="242557"/>
                  </a:lnTo>
                  <a:lnTo>
                    <a:pt x="1848688" y="246113"/>
                  </a:lnTo>
                  <a:lnTo>
                    <a:pt x="1854568" y="244906"/>
                  </a:lnTo>
                  <a:close/>
                </a:path>
                <a:path w="3413760" h="295909">
                  <a:moveTo>
                    <a:pt x="1854568" y="164058"/>
                  </a:moveTo>
                  <a:lnTo>
                    <a:pt x="1854339" y="161709"/>
                  </a:lnTo>
                  <a:lnTo>
                    <a:pt x="1848688" y="165265"/>
                  </a:lnTo>
                  <a:lnTo>
                    <a:pt x="1854568" y="164058"/>
                  </a:lnTo>
                  <a:close/>
                </a:path>
                <a:path w="3413760" h="295909">
                  <a:moveTo>
                    <a:pt x="1854568" y="83210"/>
                  </a:moveTo>
                  <a:lnTo>
                    <a:pt x="1854339" y="80873"/>
                  </a:lnTo>
                  <a:lnTo>
                    <a:pt x="1848688" y="84416"/>
                  </a:lnTo>
                  <a:lnTo>
                    <a:pt x="1854568" y="83210"/>
                  </a:lnTo>
                  <a:close/>
                </a:path>
                <a:path w="3413760" h="295909">
                  <a:moveTo>
                    <a:pt x="1854568" y="2349"/>
                  </a:moveTo>
                  <a:lnTo>
                    <a:pt x="1854339" y="0"/>
                  </a:lnTo>
                  <a:lnTo>
                    <a:pt x="1848688" y="3556"/>
                  </a:lnTo>
                  <a:lnTo>
                    <a:pt x="1854568" y="2349"/>
                  </a:lnTo>
                  <a:close/>
                </a:path>
                <a:path w="3413760" h="295909">
                  <a:moveTo>
                    <a:pt x="1855406" y="252577"/>
                  </a:moveTo>
                  <a:lnTo>
                    <a:pt x="1851025" y="253555"/>
                  </a:lnTo>
                  <a:lnTo>
                    <a:pt x="1851748" y="255739"/>
                  </a:lnTo>
                  <a:lnTo>
                    <a:pt x="1855406" y="252577"/>
                  </a:lnTo>
                  <a:close/>
                </a:path>
                <a:path w="3413760" h="295909">
                  <a:moveTo>
                    <a:pt x="1855406" y="171742"/>
                  </a:moveTo>
                  <a:lnTo>
                    <a:pt x="1851025" y="172707"/>
                  </a:lnTo>
                  <a:lnTo>
                    <a:pt x="1851748" y="174891"/>
                  </a:lnTo>
                  <a:lnTo>
                    <a:pt x="1855406" y="171742"/>
                  </a:lnTo>
                  <a:close/>
                </a:path>
                <a:path w="3413760" h="295909">
                  <a:moveTo>
                    <a:pt x="1855406" y="90881"/>
                  </a:moveTo>
                  <a:lnTo>
                    <a:pt x="1851025" y="91859"/>
                  </a:lnTo>
                  <a:lnTo>
                    <a:pt x="1851748" y="94043"/>
                  </a:lnTo>
                  <a:lnTo>
                    <a:pt x="1855406" y="90881"/>
                  </a:lnTo>
                  <a:close/>
                </a:path>
                <a:path w="3413760" h="295909">
                  <a:moveTo>
                    <a:pt x="1855406" y="10033"/>
                  </a:moveTo>
                  <a:lnTo>
                    <a:pt x="1851025" y="10998"/>
                  </a:lnTo>
                  <a:lnTo>
                    <a:pt x="1851748" y="13182"/>
                  </a:lnTo>
                  <a:lnTo>
                    <a:pt x="1855406" y="10033"/>
                  </a:lnTo>
                  <a:close/>
                </a:path>
                <a:path w="3413760" h="295909">
                  <a:moveTo>
                    <a:pt x="1864194" y="253555"/>
                  </a:moveTo>
                  <a:lnTo>
                    <a:pt x="1859584" y="254927"/>
                  </a:lnTo>
                  <a:lnTo>
                    <a:pt x="1863471" y="255739"/>
                  </a:lnTo>
                  <a:lnTo>
                    <a:pt x="1864194" y="253555"/>
                  </a:lnTo>
                  <a:close/>
                </a:path>
                <a:path w="3413760" h="295909">
                  <a:moveTo>
                    <a:pt x="1864194" y="172707"/>
                  </a:moveTo>
                  <a:lnTo>
                    <a:pt x="1859584" y="174078"/>
                  </a:lnTo>
                  <a:lnTo>
                    <a:pt x="1863471" y="174891"/>
                  </a:lnTo>
                  <a:lnTo>
                    <a:pt x="1864194" y="172707"/>
                  </a:lnTo>
                  <a:close/>
                </a:path>
                <a:path w="3413760" h="295909">
                  <a:moveTo>
                    <a:pt x="1864194" y="91859"/>
                  </a:moveTo>
                  <a:lnTo>
                    <a:pt x="1859584" y="93230"/>
                  </a:lnTo>
                  <a:lnTo>
                    <a:pt x="1863471" y="94043"/>
                  </a:lnTo>
                  <a:lnTo>
                    <a:pt x="1864194" y="91859"/>
                  </a:lnTo>
                  <a:close/>
                </a:path>
                <a:path w="3413760" h="295909">
                  <a:moveTo>
                    <a:pt x="1864194" y="10998"/>
                  </a:moveTo>
                  <a:lnTo>
                    <a:pt x="1859584" y="12369"/>
                  </a:lnTo>
                  <a:lnTo>
                    <a:pt x="1863471" y="13182"/>
                  </a:lnTo>
                  <a:lnTo>
                    <a:pt x="1864194" y="10998"/>
                  </a:lnTo>
                  <a:close/>
                </a:path>
                <a:path w="3413760" h="295909">
                  <a:moveTo>
                    <a:pt x="1867281" y="243928"/>
                  </a:moveTo>
                  <a:lnTo>
                    <a:pt x="1864118" y="243039"/>
                  </a:lnTo>
                  <a:lnTo>
                    <a:pt x="1860651" y="244906"/>
                  </a:lnTo>
                  <a:lnTo>
                    <a:pt x="1867281" y="243928"/>
                  </a:lnTo>
                  <a:close/>
                </a:path>
                <a:path w="3413760" h="295909">
                  <a:moveTo>
                    <a:pt x="1867281" y="163080"/>
                  </a:moveTo>
                  <a:lnTo>
                    <a:pt x="1864118" y="162204"/>
                  </a:lnTo>
                  <a:lnTo>
                    <a:pt x="1860651" y="164058"/>
                  </a:lnTo>
                  <a:lnTo>
                    <a:pt x="1867281" y="163080"/>
                  </a:lnTo>
                  <a:close/>
                </a:path>
                <a:path w="3413760" h="295909">
                  <a:moveTo>
                    <a:pt x="1867281" y="82232"/>
                  </a:moveTo>
                  <a:lnTo>
                    <a:pt x="1864118" y="81343"/>
                  </a:lnTo>
                  <a:lnTo>
                    <a:pt x="1860651" y="83210"/>
                  </a:lnTo>
                  <a:lnTo>
                    <a:pt x="1867281" y="82232"/>
                  </a:lnTo>
                  <a:close/>
                </a:path>
                <a:path w="3413760" h="295909">
                  <a:moveTo>
                    <a:pt x="1867281" y="1371"/>
                  </a:moveTo>
                  <a:lnTo>
                    <a:pt x="1864118" y="482"/>
                  </a:lnTo>
                  <a:lnTo>
                    <a:pt x="1860651" y="2349"/>
                  </a:lnTo>
                  <a:lnTo>
                    <a:pt x="1867281" y="1371"/>
                  </a:lnTo>
                  <a:close/>
                </a:path>
                <a:path w="3413760" h="295909">
                  <a:moveTo>
                    <a:pt x="1867357" y="233349"/>
                  </a:moveTo>
                  <a:lnTo>
                    <a:pt x="1867281" y="226872"/>
                  </a:lnTo>
                  <a:lnTo>
                    <a:pt x="1866785" y="230035"/>
                  </a:lnTo>
                  <a:lnTo>
                    <a:pt x="1867357" y="233349"/>
                  </a:lnTo>
                  <a:close/>
                </a:path>
                <a:path w="3413760" h="295909">
                  <a:moveTo>
                    <a:pt x="1867357" y="152501"/>
                  </a:moveTo>
                  <a:lnTo>
                    <a:pt x="1867281" y="146024"/>
                  </a:lnTo>
                  <a:lnTo>
                    <a:pt x="1866785" y="149186"/>
                  </a:lnTo>
                  <a:lnTo>
                    <a:pt x="1867357" y="152501"/>
                  </a:lnTo>
                  <a:close/>
                </a:path>
                <a:path w="3413760" h="295909">
                  <a:moveTo>
                    <a:pt x="1867357" y="71640"/>
                  </a:moveTo>
                  <a:lnTo>
                    <a:pt x="1867281" y="65163"/>
                  </a:lnTo>
                  <a:lnTo>
                    <a:pt x="1866785" y="68313"/>
                  </a:lnTo>
                  <a:lnTo>
                    <a:pt x="1867357" y="71640"/>
                  </a:lnTo>
                  <a:close/>
                </a:path>
                <a:path w="3413760" h="295909">
                  <a:moveTo>
                    <a:pt x="1877047" y="265201"/>
                  </a:moveTo>
                  <a:lnTo>
                    <a:pt x="1874875" y="261315"/>
                  </a:lnTo>
                  <a:lnTo>
                    <a:pt x="1872932" y="262610"/>
                  </a:lnTo>
                  <a:lnTo>
                    <a:pt x="1877047" y="265201"/>
                  </a:lnTo>
                  <a:close/>
                </a:path>
                <a:path w="3413760" h="295909">
                  <a:moveTo>
                    <a:pt x="1877047" y="184353"/>
                  </a:moveTo>
                  <a:lnTo>
                    <a:pt x="1874875" y="180467"/>
                  </a:lnTo>
                  <a:lnTo>
                    <a:pt x="1872932" y="181762"/>
                  </a:lnTo>
                  <a:lnTo>
                    <a:pt x="1877047" y="184353"/>
                  </a:lnTo>
                  <a:close/>
                </a:path>
                <a:path w="3413760" h="295909">
                  <a:moveTo>
                    <a:pt x="1877047" y="103505"/>
                  </a:moveTo>
                  <a:lnTo>
                    <a:pt x="1874875" y="99618"/>
                  </a:lnTo>
                  <a:lnTo>
                    <a:pt x="1872932" y="100914"/>
                  </a:lnTo>
                  <a:lnTo>
                    <a:pt x="1877047" y="103505"/>
                  </a:lnTo>
                  <a:close/>
                </a:path>
                <a:path w="3413760" h="295909">
                  <a:moveTo>
                    <a:pt x="1877047" y="22644"/>
                  </a:moveTo>
                  <a:lnTo>
                    <a:pt x="1874875" y="18757"/>
                  </a:lnTo>
                  <a:lnTo>
                    <a:pt x="1872932" y="20053"/>
                  </a:lnTo>
                  <a:lnTo>
                    <a:pt x="1877047" y="22644"/>
                  </a:lnTo>
                  <a:close/>
                </a:path>
                <a:path w="3413760" h="295909">
                  <a:moveTo>
                    <a:pt x="1895017" y="285330"/>
                  </a:moveTo>
                  <a:lnTo>
                    <a:pt x="1894763" y="282981"/>
                  </a:lnTo>
                  <a:lnTo>
                    <a:pt x="1889099" y="286537"/>
                  </a:lnTo>
                  <a:lnTo>
                    <a:pt x="1895017" y="285330"/>
                  </a:lnTo>
                  <a:close/>
                </a:path>
                <a:path w="3413760" h="295909">
                  <a:moveTo>
                    <a:pt x="1895017" y="204482"/>
                  </a:moveTo>
                  <a:lnTo>
                    <a:pt x="1894763" y="202133"/>
                  </a:lnTo>
                  <a:lnTo>
                    <a:pt x="1889099" y="205689"/>
                  </a:lnTo>
                  <a:lnTo>
                    <a:pt x="1895017" y="204482"/>
                  </a:lnTo>
                  <a:close/>
                </a:path>
                <a:path w="3413760" h="295909">
                  <a:moveTo>
                    <a:pt x="1895017" y="123634"/>
                  </a:moveTo>
                  <a:lnTo>
                    <a:pt x="1894763" y="121285"/>
                  </a:lnTo>
                  <a:lnTo>
                    <a:pt x="1889099" y="124841"/>
                  </a:lnTo>
                  <a:lnTo>
                    <a:pt x="1895017" y="123634"/>
                  </a:lnTo>
                  <a:close/>
                </a:path>
                <a:path w="3413760" h="295909">
                  <a:moveTo>
                    <a:pt x="1895017" y="42773"/>
                  </a:moveTo>
                  <a:lnTo>
                    <a:pt x="1894763" y="40424"/>
                  </a:lnTo>
                  <a:lnTo>
                    <a:pt x="1889099" y="43980"/>
                  </a:lnTo>
                  <a:lnTo>
                    <a:pt x="1895017" y="42773"/>
                  </a:lnTo>
                  <a:close/>
                </a:path>
                <a:path w="3413760" h="295909">
                  <a:moveTo>
                    <a:pt x="1899208" y="273761"/>
                  </a:moveTo>
                  <a:lnTo>
                    <a:pt x="1898129" y="265595"/>
                  </a:lnTo>
                  <a:lnTo>
                    <a:pt x="1896059" y="265595"/>
                  </a:lnTo>
                  <a:lnTo>
                    <a:pt x="1899208" y="273761"/>
                  </a:lnTo>
                  <a:close/>
                </a:path>
                <a:path w="3413760" h="295909">
                  <a:moveTo>
                    <a:pt x="1899208" y="192925"/>
                  </a:moveTo>
                  <a:lnTo>
                    <a:pt x="1898129" y="184746"/>
                  </a:lnTo>
                  <a:lnTo>
                    <a:pt x="1896059" y="184746"/>
                  </a:lnTo>
                  <a:lnTo>
                    <a:pt x="1899208" y="192925"/>
                  </a:lnTo>
                  <a:close/>
                </a:path>
                <a:path w="3413760" h="295909">
                  <a:moveTo>
                    <a:pt x="1899208" y="112064"/>
                  </a:moveTo>
                  <a:lnTo>
                    <a:pt x="1898129" y="103898"/>
                  </a:lnTo>
                  <a:lnTo>
                    <a:pt x="1896059" y="103898"/>
                  </a:lnTo>
                  <a:lnTo>
                    <a:pt x="1899208" y="112064"/>
                  </a:lnTo>
                  <a:close/>
                </a:path>
                <a:path w="3413760" h="295909">
                  <a:moveTo>
                    <a:pt x="1899208" y="31216"/>
                  </a:moveTo>
                  <a:lnTo>
                    <a:pt x="1898129" y="23037"/>
                  </a:lnTo>
                  <a:lnTo>
                    <a:pt x="1896059" y="23037"/>
                  </a:lnTo>
                  <a:lnTo>
                    <a:pt x="1899208" y="31216"/>
                  </a:lnTo>
                  <a:close/>
                </a:path>
                <a:path w="3413760" h="295909">
                  <a:moveTo>
                    <a:pt x="1904631" y="293979"/>
                  </a:moveTo>
                  <a:lnTo>
                    <a:pt x="1900262" y="293014"/>
                  </a:lnTo>
                  <a:lnTo>
                    <a:pt x="1900021" y="295351"/>
                  </a:lnTo>
                  <a:lnTo>
                    <a:pt x="1904631" y="293979"/>
                  </a:lnTo>
                  <a:close/>
                </a:path>
                <a:path w="3413760" h="295909">
                  <a:moveTo>
                    <a:pt x="1904631" y="213131"/>
                  </a:moveTo>
                  <a:lnTo>
                    <a:pt x="1900262" y="212166"/>
                  </a:lnTo>
                  <a:lnTo>
                    <a:pt x="1900021" y="214503"/>
                  </a:lnTo>
                  <a:lnTo>
                    <a:pt x="1904631" y="213131"/>
                  </a:lnTo>
                  <a:close/>
                </a:path>
                <a:path w="3413760" h="295909">
                  <a:moveTo>
                    <a:pt x="1904631" y="132283"/>
                  </a:moveTo>
                  <a:lnTo>
                    <a:pt x="1900262" y="131318"/>
                  </a:lnTo>
                  <a:lnTo>
                    <a:pt x="1900021" y="133654"/>
                  </a:lnTo>
                  <a:lnTo>
                    <a:pt x="1904631" y="132283"/>
                  </a:lnTo>
                  <a:close/>
                </a:path>
                <a:path w="3413760" h="295909">
                  <a:moveTo>
                    <a:pt x="1904631" y="51422"/>
                  </a:moveTo>
                  <a:lnTo>
                    <a:pt x="1900262" y="50457"/>
                  </a:lnTo>
                  <a:lnTo>
                    <a:pt x="1900021" y="52806"/>
                  </a:lnTo>
                  <a:lnTo>
                    <a:pt x="1904631" y="51422"/>
                  </a:lnTo>
                  <a:close/>
                </a:path>
                <a:path w="3413760" h="295909">
                  <a:moveTo>
                    <a:pt x="1907705" y="284353"/>
                  </a:moveTo>
                  <a:lnTo>
                    <a:pt x="1904555" y="283464"/>
                  </a:lnTo>
                  <a:lnTo>
                    <a:pt x="1901063" y="285330"/>
                  </a:lnTo>
                  <a:lnTo>
                    <a:pt x="1907705" y="284353"/>
                  </a:lnTo>
                  <a:close/>
                </a:path>
                <a:path w="3413760" h="295909">
                  <a:moveTo>
                    <a:pt x="1907705" y="203504"/>
                  </a:moveTo>
                  <a:lnTo>
                    <a:pt x="1904555" y="202615"/>
                  </a:lnTo>
                  <a:lnTo>
                    <a:pt x="1901063" y="204482"/>
                  </a:lnTo>
                  <a:lnTo>
                    <a:pt x="1907705" y="203504"/>
                  </a:lnTo>
                  <a:close/>
                </a:path>
                <a:path w="3413760" h="295909">
                  <a:moveTo>
                    <a:pt x="1907705" y="122656"/>
                  </a:moveTo>
                  <a:lnTo>
                    <a:pt x="1904555" y="121767"/>
                  </a:lnTo>
                  <a:lnTo>
                    <a:pt x="1901063" y="123634"/>
                  </a:lnTo>
                  <a:lnTo>
                    <a:pt x="1907705" y="122656"/>
                  </a:lnTo>
                  <a:close/>
                </a:path>
                <a:path w="3413760" h="295909">
                  <a:moveTo>
                    <a:pt x="1907705" y="41795"/>
                  </a:moveTo>
                  <a:lnTo>
                    <a:pt x="1904555" y="40906"/>
                  </a:lnTo>
                  <a:lnTo>
                    <a:pt x="1901063" y="42773"/>
                  </a:lnTo>
                  <a:lnTo>
                    <a:pt x="1907705" y="41795"/>
                  </a:lnTo>
                  <a:close/>
                </a:path>
                <a:path w="3413760" h="295909">
                  <a:moveTo>
                    <a:pt x="1919351" y="233349"/>
                  </a:moveTo>
                  <a:lnTo>
                    <a:pt x="1918919" y="229463"/>
                  </a:lnTo>
                  <a:lnTo>
                    <a:pt x="1916582" y="229463"/>
                  </a:lnTo>
                  <a:lnTo>
                    <a:pt x="1919351" y="233349"/>
                  </a:lnTo>
                  <a:close/>
                </a:path>
                <a:path w="3413760" h="295909">
                  <a:moveTo>
                    <a:pt x="1919351" y="152501"/>
                  </a:moveTo>
                  <a:lnTo>
                    <a:pt x="1918919" y="148615"/>
                  </a:lnTo>
                  <a:lnTo>
                    <a:pt x="1916582" y="148615"/>
                  </a:lnTo>
                  <a:lnTo>
                    <a:pt x="1919351" y="152501"/>
                  </a:lnTo>
                  <a:close/>
                </a:path>
                <a:path w="3413760" h="295909">
                  <a:moveTo>
                    <a:pt x="1919351" y="71640"/>
                  </a:moveTo>
                  <a:lnTo>
                    <a:pt x="1918919" y="67754"/>
                  </a:lnTo>
                  <a:lnTo>
                    <a:pt x="1916582" y="67754"/>
                  </a:lnTo>
                  <a:lnTo>
                    <a:pt x="1919351" y="71640"/>
                  </a:lnTo>
                  <a:close/>
                </a:path>
                <a:path w="3413760" h="295909">
                  <a:moveTo>
                    <a:pt x="1935441" y="244906"/>
                  </a:moveTo>
                  <a:lnTo>
                    <a:pt x="1935187" y="242557"/>
                  </a:lnTo>
                  <a:lnTo>
                    <a:pt x="1929523" y="246113"/>
                  </a:lnTo>
                  <a:lnTo>
                    <a:pt x="1935441" y="244906"/>
                  </a:lnTo>
                  <a:close/>
                </a:path>
                <a:path w="3413760" h="295909">
                  <a:moveTo>
                    <a:pt x="1935441" y="164058"/>
                  </a:moveTo>
                  <a:lnTo>
                    <a:pt x="1935187" y="161709"/>
                  </a:lnTo>
                  <a:lnTo>
                    <a:pt x="1929523" y="165265"/>
                  </a:lnTo>
                  <a:lnTo>
                    <a:pt x="1935441" y="164058"/>
                  </a:lnTo>
                  <a:close/>
                </a:path>
                <a:path w="3413760" h="295909">
                  <a:moveTo>
                    <a:pt x="1935441" y="83210"/>
                  </a:moveTo>
                  <a:lnTo>
                    <a:pt x="1935187" y="80873"/>
                  </a:lnTo>
                  <a:lnTo>
                    <a:pt x="1929523" y="84416"/>
                  </a:lnTo>
                  <a:lnTo>
                    <a:pt x="1935441" y="83210"/>
                  </a:lnTo>
                  <a:close/>
                </a:path>
                <a:path w="3413760" h="295909">
                  <a:moveTo>
                    <a:pt x="1935441" y="2349"/>
                  </a:moveTo>
                  <a:lnTo>
                    <a:pt x="1935187" y="0"/>
                  </a:lnTo>
                  <a:lnTo>
                    <a:pt x="1929523" y="3556"/>
                  </a:lnTo>
                  <a:lnTo>
                    <a:pt x="1935441" y="2349"/>
                  </a:lnTo>
                  <a:close/>
                </a:path>
                <a:path w="3413760" h="295909">
                  <a:moveTo>
                    <a:pt x="1936242" y="252577"/>
                  </a:moveTo>
                  <a:lnTo>
                    <a:pt x="1931873" y="253555"/>
                  </a:lnTo>
                  <a:lnTo>
                    <a:pt x="1932597" y="255739"/>
                  </a:lnTo>
                  <a:lnTo>
                    <a:pt x="1936242" y="252577"/>
                  </a:lnTo>
                  <a:close/>
                </a:path>
                <a:path w="3413760" h="295909">
                  <a:moveTo>
                    <a:pt x="1936242" y="171742"/>
                  </a:moveTo>
                  <a:lnTo>
                    <a:pt x="1931873" y="172707"/>
                  </a:lnTo>
                  <a:lnTo>
                    <a:pt x="1932597" y="174891"/>
                  </a:lnTo>
                  <a:lnTo>
                    <a:pt x="1936242" y="171742"/>
                  </a:lnTo>
                  <a:close/>
                </a:path>
                <a:path w="3413760" h="295909">
                  <a:moveTo>
                    <a:pt x="1936242" y="90881"/>
                  </a:moveTo>
                  <a:lnTo>
                    <a:pt x="1931873" y="91859"/>
                  </a:lnTo>
                  <a:lnTo>
                    <a:pt x="1932597" y="94043"/>
                  </a:lnTo>
                  <a:lnTo>
                    <a:pt x="1936242" y="90881"/>
                  </a:lnTo>
                  <a:close/>
                </a:path>
                <a:path w="3413760" h="295909">
                  <a:moveTo>
                    <a:pt x="1936242" y="10033"/>
                  </a:moveTo>
                  <a:lnTo>
                    <a:pt x="1931873" y="10998"/>
                  </a:lnTo>
                  <a:lnTo>
                    <a:pt x="1932597" y="13182"/>
                  </a:lnTo>
                  <a:lnTo>
                    <a:pt x="1936242" y="10033"/>
                  </a:lnTo>
                  <a:close/>
                </a:path>
                <a:path w="3413760" h="295909">
                  <a:moveTo>
                    <a:pt x="1945055" y="253555"/>
                  </a:moveTo>
                  <a:lnTo>
                    <a:pt x="1940445" y="254927"/>
                  </a:lnTo>
                  <a:lnTo>
                    <a:pt x="1944319" y="255739"/>
                  </a:lnTo>
                  <a:lnTo>
                    <a:pt x="1945055" y="253555"/>
                  </a:lnTo>
                  <a:close/>
                </a:path>
                <a:path w="3413760" h="295909">
                  <a:moveTo>
                    <a:pt x="1945055" y="172707"/>
                  </a:moveTo>
                  <a:lnTo>
                    <a:pt x="1940445" y="174078"/>
                  </a:lnTo>
                  <a:lnTo>
                    <a:pt x="1944319" y="174891"/>
                  </a:lnTo>
                  <a:lnTo>
                    <a:pt x="1945055" y="172707"/>
                  </a:lnTo>
                  <a:close/>
                </a:path>
                <a:path w="3413760" h="295909">
                  <a:moveTo>
                    <a:pt x="1945055" y="91859"/>
                  </a:moveTo>
                  <a:lnTo>
                    <a:pt x="1940445" y="93230"/>
                  </a:lnTo>
                  <a:lnTo>
                    <a:pt x="1944319" y="94043"/>
                  </a:lnTo>
                  <a:lnTo>
                    <a:pt x="1945055" y="91859"/>
                  </a:lnTo>
                  <a:close/>
                </a:path>
                <a:path w="3413760" h="295909">
                  <a:moveTo>
                    <a:pt x="1945055" y="10998"/>
                  </a:moveTo>
                  <a:lnTo>
                    <a:pt x="1940445" y="12369"/>
                  </a:lnTo>
                  <a:lnTo>
                    <a:pt x="1944319" y="13182"/>
                  </a:lnTo>
                  <a:lnTo>
                    <a:pt x="1945055" y="10998"/>
                  </a:lnTo>
                  <a:close/>
                </a:path>
                <a:path w="3413760" h="295909">
                  <a:moveTo>
                    <a:pt x="1948129" y="243928"/>
                  </a:moveTo>
                  <a:lnTo>
                    <a:pt x="1944979" y="243039"/>
                  </a:lnTo>
                  <a:lnTo>
                    <a:pt x="1941499" y="244906"/>
                  </a:lnTo>
                  <a:lnTo>
                    <a:pt x="1948129" y="243928"/>
                  </a:lnTo>
                  <a:close/>
                </a:path>
                <a:path w="3413760" h="295909">
                  <a:moveTo>
                    <a:pt x="1948129" y="163080"/>
                  </a:moveTo>
                  <a:lnTo>
                    <a:pt x="1944979" y="162204"/>
                  </a:lnTo>
                  <a:lnTo>
                    <a:pt x="1941499" y="164058"/>
                  </a:lnTo>
                  <a:lnTo>
                    <a:pt x="1948129" y="163080"/>
                  </a:lnTo>
                  <a:close/>
                </a:path>
                <a:path w="3413760" h="295909">
                  <a:moveTo>
                    <a:pt x="1948129" y="82232"/>
                  </a:moveTo>
                  <a:lnTo>
                    <a:pt x="1944979" y="81343"/>
                  </a:lnTo>
                  <a:lnTo>
                    <a:pt x="1941499" y="83210"/>
                  </a:lnTo>
                  <a:lnTo>
                    <a:pt x="1948129" y="82232"/>
                  </a:lnTo>
                  <a:close/>
                </a:path>
                <a:path w="3413760" h="295909">
                  <a:moveTo>
                    <a:pt x="1948129" y="1371"/>
                  </a:moveTo>
                  <a:lnTo>
                    <a:pt x="1944979" y="482"/>
                  </a:lnTo>
                  <a:lnTo>
                    <a:pt x="1941499" y="2349"/>
                  </a:lnTo>
                  <a:lnTo>
                    <a:pt x="1948129" y="1371"/>
                  </a:lnTo>
                  <a:close/>
                </a:path>
                <a:path w="3413760" h="295909">
                  <a:moveTo>
                    <a:pt x="1948205" y="233349"/>
                  </a:moveTo>
                  <a:lnTo>
                    <a:pt x="1948129" y="226872"/>
                  </a:lnTo>
                  <a:lnTo>
                    <a:pt x="1947633" y="230035"/>
                  </a:lnTo>
                  <a:lnTo>
                    <a:pt x="1948205" y="233349"/>
                  </a:lnTo>
                  <a:close/>
                </a:path>
                <a:path w="3413760" h="295909">
                  <a:moveTo>
                    <a:pt x="1948205" y="152501"/>
                  </a:moveTo>
                  <a:lnTo>
                    <a:pt x="1948129" y="146024"/>
                  </a:lnTo>
                  <a:lnTo>
                    <a:pt x="1947633" y="149186"/>
                  </a:lnTo>
                  <a:lnTo>
                    <a:pt x="1948205" y="152501"/>
                  </a:lnTo>
                  <a:close/>
                </a:path>
                <a:path w="3413760" h="295909">
                  <a:moveTo>
                    <a:pt x="1948205" y="71640"/>
                  </a:moveTo>
                  <a:lnTo>
                    <a:pt x="1948129" y="65163"/>
                  </a:lnTo>
                  <a:lnTo>
                    <a:pt x="1947633" y="68313"/>
                  </a:lnTo>
                  <a:lnTo>
                    <a:pt x="1948205" y="71640"/>
                  </a:lnTo>
                  <a:close/>
                </a:path>
                <a:path w="3413760" h="295909">
                  <a:moveTo>
                    <a:pt x="1957908" y="265201"/>
                  </a:moveTo>
                  <a:lnTo>
                    <a:pt x="1955723" y="261315"/>
                  </a:lnTo>
                  <a:lnTo>
                    <a:pt x="1953793" y="262610"/>
                  </a:lnTo>
                  <a:lnTo>
                    <a:pt x="1957908" y="265201"/>
                  </a:lnTo>
                  <a:close/>
                </a:path>
                <a:path w="3413760" h="295909">
                  <a:moveTo>
                    <a:pt x="1957908" y="184353"/>
                  </a:moveTo>
                  <a:lnTo>
                    <a:pt x="1955723" y="180467"/>
                  </a:lnTo>
                  <a:lnTo>
                    <a:pt x="1953793" y="181762"/>
                  </a:lnTo>
                  <a:lnTo>
                    <a:pt x="1957908" y="184353"/>
                  </a:lnTo>
                  <a:close/>
                </a:path>
                <a:path w="3413760" h="295909">
                  <a:moveTo>
                    <a:pt x="1957908" y="103505"/>
                  </a:moveTo>
                  <a:lnTo>
                    <a:pt x="1955723" y="99618"/>
                  </a:lnTo>
                  <a:lnTo>
                    <a:pt x="1953793" y="100914"/>
                  </a:lnTo>
                  <a:lnTo>
                    <a:pt x="1957908" y="103505"/>
                  </a:lnTo>
                  <a:close/>
                </a:path>
                <a:path w="3413760" h="295909">
                  <a:moveTo>
                    <a:pt x="1957908" y="22644"/>
                  </a:moveTo>
                  <a:lnTo>
                    <a:pt x="1955723" y="18757"/>
                  </a:lnTo>
                  <a:lnTo>
                    <a:pt x="1953793" y="20053"/>
                  </a:lnTo>
                  <a:lnTo>
                    <a:pt x="1957908" y="22644"/>
                  </a:lnTo>
                  <a:close/>
                </a:path>
                <a:path w="3413760" h="295909">
                  <a:moveTo>
                    <a:pt x="1975866" y="285330"/>
                  </a:moveTo>
                  <a:lnTo>
                    <a:pt x="1975612" y="282981"/>
                  </a:lnTo>
                  <a:lnTo>
                    <a:pt x="1969960" y="286537"/>
                  </a:lnTo>
                  <a:lnTo>
                    <a:pt x="1975866" y="285330"/>
                  </a:lnTo>
                  <a:close/>
                </a:path>
                <a:path w="3413760" h="295909">
                  <a:moveTo>
                    <a:pt x="1975866" y="204482"/>
                  </a:moveTo>
                  <a:lnTo>
                    <a:pt x="1975612" y="202133"/>
                  </a:lnTo>
                  <a:lnTo>
                    <a:pt x="1969960" y="205689"/>
                  </a:lnTo>
                  <a:lnTo>
                    <a:pt x="1975866" y="204482"/>
                  </a:lnTo>
                  <a:close/>
                </a:path>
                <a:path w="3413760" h="295909">
                  <a:moveTo>
                    <a:pt x="1975866" y="123634"/>
                  </a:moveTo>
                  <a:lnTo>
                    <a:pt x="1975612" y="121285"/>
                  </a:lnTo>
                  <a:lnTo>
                    <a:pt x="1969960" y="124841"/>
                  </a:lnTo>
                  <a:lnTo>
                    <a:pt x="1975866" y="123634"/>
                  </a:lnTo>
                  <a:close/>
                </a:path>
                <a:path w="3413760" h="295909">
                  <a:moveTo>
                    <a:pt x="1975866" y="42773"/>
                  </a:moveTo>
                  <a:lnTo>
                    <a:pt x="1975612" y="40424"/>
                  </a:lnTo>
                  <a:lnTo>
                    <a:pt x="1969960" y="43980"/>
                  </a:lnTo>
                  <a:lnTo>
                    <a:pt x="1975866" y="42773"/>
                  </a:lnTo>
                  <a:close/>
                </a:path>
                <a:path w="3413760" h="295909">
                  <a:moveTo>
                    <a:pt x="1980069" y="273761"/>
                  </a:moveTo>
                  <a:lnTo>
                    <a:pt x="1978964" y="265595"/>
                  </a:lnTo>
                  <a:lnTo>
                    <a:pt x="1976920" y="265595"/>
                  </a:lnTo>
                  <a:lnTo>
                    <a:pt x="1980069" y="273761"/>
                  </a:lnTo>
                  <a:close/>
                </a:path>
                <a:path w="3413760" h="295909">
                  <a:moveTo>
                    <a:pt x="1980069" y="192925"/>
                  </a:moveTo>
                  <a:lnTo>
                    <a:pt x="1978964" y="184746"/>
                  </a:lnTo>
                  <a:lnTo>
                    <a:pt x="1976920" y="184746"/>
                  </a:lnTo>
                  <a:lnTo>
                    <a:pt x="1980069" y="192925"/>
                  </a:lnTo>
                  <a:close/>
                </a:path>
                <a:path w="3413760" h="295909">
                  <a:moveTo>
                    <a:pt x="1980069" y="112064"/>
                  </a:moveTo>
                  <a:lnTo>
                    <a:pt x="1978964" y="103898"/>
                  </a:lnTo>
                  <a:lnTo>
                    <a:pt x="1976920" y="103898"/>
                  </a:lnTo>
                  <a:lnTo>
                    <a:pt x="1980069" y="112064"/>
                  </a:lnTo>
                  <a:close/>
                </a:path>
                <a:path w="3413760" h="295909">
                  <a:moveTo>
                    <a:pt x="1980069" y="31216"/>
                  </a:moveTo>
                  <a:lnTo>
                    <a:pt x="1978964" y="23037"/>
                  </a:lnTo>
                  <a:lnTo>
                    <a:pt x="1976920" y="23037"/>
                  </a:lnTo>
                  <a:lnTo>
                    <a:pt x="1980069" y="31216"/>
                  </a:lnTo>
                  <a:close/>
                </a:path>
                <a:path w="3413760" h="295909">
                  <a:moveTo>
                    <a:pt x="1985479" y="293979"/>
                  </a:moveTo>
                  <a:lnTo>
                    <a:pt x="1981111" y="293014"/>
                  </a:lnTo>
                  <a:lnTo>
                    <a:pt x="1980869" y="295351"/>
                  </a:lnTo>
                  <a:lnTo>
                    <a:pt x="1985479" y="293979"/>
                  </a:lnTo>
                  <a:close/>
                </a:path>
                <a:path w="3413760" h="295909">
                  <a:moveTo>
                    <a:pt x="1985479" y="213131"/>
                  </a:moveTo>
                  <a:lnTo>
                    <a:pt x="1981111" y="212166"/>
                  </a:lnTo>
                  <a:lnTo>
                    <a:pt x="1980869" y="214503"/>
                  </a:lnTo>
                  <a:lnTo>
                    <a:pt x="1985479" y="213131"/>
                  </a:lnTo>
                  <a:close/>
                </a:path>
                <a:path w="3413760" h="295909">
                  <a:moveTo>
                    <a:pt x="1985479" y="132283"/>
                  </a:moveTo>
                  <a:lnTo>
                    <a:pt x="1981111" y="131318"/>
                  </a:lnTo>
                  <a:lnTo>
                    <a:pt x="1980869" y="133654"/>
                  </a:lnTo>
                  <a:lnTo>
                    <a:pt x="1985479" y="132283"/>
                  </a:lnTo>
                  <a:close/>
                </a:path>
                <a:path w="3413760" h="295909">
                  <a:moveTo>
                    <a:pt x="1985479" y="51422"/>
                  </a:moveTo>
                  <a:lnTo>
                    <a:pt x="1981111" y="50457"/>
                  </a:lnTo>
                  <a:lnTo>
                    <a:pt x="1980869" y="52806"/>
                  </a:lnTo>
                  <a:lnTo>
                    <a:pt x="1985479" y="51422"/>
                  </a:lnTo>
                  <a:close/>
                </a:path>
                <a:path w="3413760" h="295909">
                  <a:moveTo>
                    <a:pt x="1988553" y="284353"/>
                  </a:moveTo>
                  <a:lnTo>
                    <a:pt x="1985403" y="283464"/>
                  </a:lnTo>
                  <a:lnTo>
                    <a:pt x="1981923" y="285330"/>
                  </a:lnTo>
                  <a:lnTo>
                    <a:pt x="1988553" y="284353"/>
                  </a:lnTo>
                  <a:close/>
                </a:path>
                <a:path w="3413760" h="295909">
                  <a:moveTo>
                    <a:pt x="1988553" y="203504"/>
                  </a:moveTo>
                  <a:lnTo>
                    <a:pt x="1985403" y="202615"/>
                  </a:lnTo>
                  <a:lnTo>
                    <a:pt x="1981923" y="204482"/>
                  </a:lnTo>
                  <a:lnTo>
                    <a:pt x="1988553" y="203504"/>
                  </a:lnTo>
                  <a:close/>
                </a:path>
                <a:path w="3413760" h="295909">
                  <a:moveTo>
                    <a:pt x="1988553" y="122656"/>
                  </a:moveTo>
                  <a:lnTo>
                    <a:pt x="1985403" y="121767"/>
                  </a:lnTo>
                  <a:lnTo>
                    <a:pt x="1981923" y="123634"/>
                  </a:lnTo>
                  <a:lnTo>
                    <a:pt x="1988553" y="122656"/>
                  </a:lnTo>
                  <a:close/>
                </a:path>
                <a:path w="3413760" h="295909">
                  <a:moveTo>
                    <a:pt x="1988553" y="41795"/>
                  </a:moveTo>
                  <a:lnTo>
                    <a:pt x="1985403" y="40906"/>
                  </a:lnTo>
                  <a:lnTo>
                    <a:pt x="1981923" y="42773"/>
                  </a:lnTo>
                  <a:lnTo>
                    <a:pt x="1988553" y="41795"/>
                  </a:lnTo>
                  <a:close/>
                </a:path>
                <a:path w="3413760" h="295909">
                  <a:moveTo>
                    <a:pt x="2000199" y="233349"/>
                  </a:moveTo>
                  <a:lnTo>
                    <a:pt x="1999767" y="229463"/>
                  </a:lnTo>
                  <a:lnTo>
                    <a:pt x="1997456" y="229463"/>
                  </a:lnTo>
                  <a:lnTo>
                    <a:pt x="2000199" y="233349"/>
                  </a:lnTo>
                  <a:close/>
                </a:path>
                <a:path w="3413760" h="295909">
                  <a:moveTo>
                    <a:pt x="2000199" y="152501"/>
                  </a:moveTo>
                  <a:lnTo>
                    <a:pt x="1999767" y="148615"/>
                  </a:lnTo>
                  <a:lnTo>
                    <a:pt x="1997456" y="148615"/>
                  </a:lnTo>
                  <a:lnTo>
                    <a:pt x="2000199" y="152501"/>
                  </a:lnTo>
                  <a:close/>
                </a:path>
                <a:path w="3413760" h="295909">
                  <a:moveTo>
                    <a:pt x="2000199" y="71640"/>
                  </a:moveTo>
                  <a:lnTo>
                    <a:pt x="1999767" y="67754"/>
                  </a:lnTo>
                  <a:lnTo>
                    <a:pt x="1997456" y="67754"/>
                  </a:lnTo>
                  <a:lnTo>
                    <a:pt x="2000199" y="71640"/>
                  </a:lnTo>
                  <a:close/>
                </a:path>
                <a:path w="3413760" h="295909">
                  <a:moveTo>
                    <a:pt x="2016277" y="244906"/>
                  </a:moveTo>
                  <a:lnTo>
                    <a:pt x="2016036" y="242557"/>
                  </a:lnTo>
                  <a:lnTo>
                    <a:pt x="2010384" y="246113"/>
                  </a:lnTo>
                  <a:lnTo>
                    <a:pt x="2016277" y="244906"/>
                  </a:lnTo>
                  <a:close/>
                </a:path>
                <a:path w="3413760" h="295909">
                  <a:moveTo>
                    <a:pt x="2016277" y="164058"/>
                  </a:moveTo>
                  <a:lnTo>
                    <a:pt x="2016036" y="161709"/>
                  </a:lnTo>
                  <a:lnTo>
                    <a:pt x="2010384" y="165265"/>
                  </a:lnTo>
                  <a:lnTo>
                    <a:pt x="2016277" y="164058"/>
                  </a:lnTo>
                  <a:close/>
                </a:path>
                <a:path w="3413760" h="295909">
                  <a:moveTo>
                    <a:pt x="2016277" y="83210"/>
                  </a:moveTo>
                  <a:lnTo>
                    <a:pt x="2016036" y="80873"/>
                  </a:lnTo>
                  <a:lnTo>
                    <a:pt x="2010384" y="84416"/>
                  </a:lnTo>
                  <a:lnTo>
                    <a:pt x="2016277" y="83210"/>
                  </a:lnTo>
                  <a:close/>
                </a:path>
                <a:path w="3413760" h="295909">
                  <a:moveTo>
                    <a:pt x="2016277" y="2349"/>
                  </a:moveTo>
                  <a:lnTo>
                    <a:pt x="2016036" y="0"/>
                  </a:lnTo>
                  <a:lnTo>
                    <a:pt x="2010384" y="3556"/>
                  </a:lnTo>
                  <a:lnTo>
                    <a:pt x="2016277" y="2349"/>
                  </a:lnTo>
                  <a:close/>
                </a:path>
                <a:path w="3413760" h="295909">
                  <a:moveTo>
                    <a:pt x="2017102" y="252577"/>
                  </a:moveTo>
                  <a:lnTo>
                    <a:pt x="2012734" y="253555"/>
                  </a:lnTo>
                  <a:lnTo>
                    <a:pt x="2013458" y="255739"/>
                  </a:lnTo>
                  <a:lnTo>
                    <a:pt x="2017102" y="252577"/>
                  </a:lnTo>
                  <a:close/>
                </a:path>
                <a:path w="3413760" h="295909">
                  <a:moveTo>
                    <a:pt x="2017102" y="171742"/>
                  </a:moveTo>
                  <a:lnTo>
                    <a:pt x="2012734" y="172707"/>
                  </a:lnTo>
                  <a:lnTo>
                    <a:pt x="2013458" y="174891"/>
                  </a:lnTo>
                  <a:lnTo>
                    <a:pt x="2017102" y="171742"/>
                  </a:lnTo>
                  <a:close/>
                </a:path>
                <a:path w="3413760" h="295909">
                  <a:moveTo>
                    <a:pt x="2017102" y="90881"/>
                  </a:moveTo>
                  <a:lnTo>
                    <a:pt x="2012734" y="91859"/>
                  </a:lnTo>
                  <a:lnTo>
                    <a:pt x="2013458" y="94043"/>
                  </a:lnTo>
                  <a:lnTo>
                    <a:pt x="2017102" y="90881"/>
                  </a:lnTo>
                  <a:close/>
                </a:path>
                <a:path w="3413760" h="295909">
                  <a:moveTo>
                    <a:pt x="2017102" y="10033"/>
                  </a:moveTo>
                  <a:lnTo>
                    <a:pt x="2012734" y="10998"/>
                  </a:lnTo>
                  <a:lnTo>
                    <a:pt x="2013458" y="13182"/>
                  </a:lnTo>
                  <a:lnTo>
                    <a:pt x="2017102" y="10033"/>
                  </a:lnTo>
                  <a:close/>
                </a:path>
                <a:path w="3413760" h="295909">
                  <a:moveTo>
                    <a:pt x="2025916" y="253555"/>
                  </a:moveTo>
                  <a:lnTo>
                    <a:pt x="2021306" y="254927"/>
                  </a:lnTo>
                  <a:lnTo>
                    <a:pt x="2025180" y="255739"/>
                  </a:lnTo>
                  <a:lnTo>
                    <a:pt x="2025916" y="253555"/>
                  </a:lnTo>
                  <a:close/>
                </a:path>
                <a:path w="3413760" h="295909">
                  <a:moveTo>
                    <a:pt x="2025916" y="172707"/>
                  </a:moveTo>
                  <a:lnTo>
                    <a:pt x="2021306" y="174078"/>
                  </a:lnTo>
                  <a:lnTo>
                    <a:pt x="2025180" y="174891"/>
                  </a:lnTo>
                  <a:lnTo>
                    <a:pt x="2025916" y="172707"/>
                  </a:lnTo>
                  <a:close/>
                </a:path>
                <a:path w="3413760" h="295909">
                  <a:moveTo>
                    <a:pt x="2025916" y="91859"/>
                  </a:moveTo>
                  <a:lnTo>
                    <a:pt x="2021306" y="93230"/>
                  </a:lnTo>
                  <a:lnTo>
                    <a:pt x="2025180" y="94043"/>
                  </a:lnTo>
                  <a:lnTo>
                    <a:pt x="2025916" y="91859"/>
                  </a:lnTo>
                  <a:close/>
                </a:path>
                <a:path w="3413760" h="295909">
                  <a:moveTo>
                    <a:pt x="2025916" y="10998"/>
                  </a:moveTo>
                  <a:lnTo>
                    <a:pt x="2021306" y="12369"/>
                  </a:lnTo>
                  <a:lnTo>
                    <a:pt x="2025180" y="13182"/>
                  </a:lnTo>
                  <a:lnTo>
                    <a:pt x="2025916" y="10998"/>
                  </a:lnTo>
                  <a:close/>
                </a:path>
                <a:path w="3413760" h="295909">
                  <a:moveTo>
                    <a:pt x="2028977" y="243928"/>
                  </a:moveTo>
                  <a:lnTo>
                    <a:pt x="2025827" y="243039"/>
                  </a:lnTo>
                  <a:lnTo>
                    <a:pt x="2022348" y="244906"/>
                  </a:lnTo>
                  <a:lnTo>
                    <a:pt x="2028977" y="243928"/>
                  </a:lnTo>
                  <a:close/>
                </a:path>
                <a:path w="3413760" h="295909">
                  <a:moveTo>
                    <a:pt x="2028977" y="163080"/>
                  </a:moveTo>
                  <a:lnTo>
                    <a:pt x="2025827" y="162204"/>
                  </a:lnTo>
                  <a:lnTo>
                    <a:pt x="2022348" y="164058"/>
                  </a:lnTo>
                  <a:lnTo>
                    <a:pt x="2028977" y="163080"/>
                  </a:lnTo>
                  <a:close/>
                </a:path>
                <a:path w="3413760" h="295909">
                  <a:moveTo>
                    <a:pt x="2028977" y="82232"/>
                  </a:moveTo>
                  <a:lnTo>
                    <a:pt x="2025827" y="81343"/>
                  </a:lnTo>
                  <a:lnTo>
                    <a:pt x="2022348" y="83210"/>
                  </a:lnTo>
                  <a:lnTo>
                    <a:pt x="2028977" y="82232"/>
                  </a:lnTo>
                  <a:close/>
                </a:path>
                <a:path w="3413760" h="295909">
                  <a:moveTo>
                    <a:pt x="2028977" y="1371"/>
                  </a:moveTo>
                  <a:lnTo>
                    <a:pt x="2025827" y="482"/>
                  </a:lnTo>
                  <a:lnTo>
                    <a:pt x="2022348" y="2349"/>
                  </a:lnTo>
                  <a:lnTo>
                    <a:pt x="2028977" y="1371"/>
                  </a:lnTo>
                  <a:close/>
                </a:path>
                <a:path w="3413760" h="295909">
                  <a:moveTo>
                    <a:pt x="2029066" y="233349"/>
                  </a:moveTo>
                  <a:lnTo>
                    <a:pt x="2028977" y="226872"/>
                  </a:lnTo>
                  <a:lnTo>
                    <a:pt x="2028507" y="230035"/>
                  </a:lnTo>
                  <a:lnTo>
                    <a:pt x="2029066" y="233349"/>
                  </a:lnTo>
                  <a:close/>
                </a:path>
                <a:path w="3413760" h="295909">
                  <a:moveTo>
                    <a:pt x="2029066" y="152501"/>
                  </a:moveTo>
                  <a:lnTo>
                    <a:pt x="2028977" y="146024"/>
                  </a:lnTo>
                  <a:lnTo>
                    <a:pt x="2028507" y="149186"/>
                  </a:lnTo>
                  <a:lnTo>
                    <a:pt x="2029066" y="152501"/>
                  </a:lnTo>
                  <a:close/>
                </a:path>
                <a:path w="3413760" h="295909">
                  <a:moveTo>
                    <a:pt x="2029066" y="71640"/>
                  </a:moveTo>
                  <a:lnTo>
                    <a:pt x="2028977" y="65163"/>
                  </a:lnTo>
                  <a:lnTo>
                    <a:pt x="2028507" y="68313"/>
                  </a:lnTo>
                  <a:lnTo>
                    <a:pt x="2029066" y="71640"/>
                  </a:lnTo>
                  <a:close/>
                </a:path>
                <a:path w="3413760" h="295909">
                  <a:moveTo>
                    <a:pt x="2038769" y="265201"/>
                  </a:moveTo>
                  <a:lnTo>
                    <a:pt x="2036584" y="261315"/>
                  </a:lnTo>
                  <a:lnTo>
                    <a:pt x="2034641" y="262610"/>
                  </a:lnTo>
                  <a:lnTo>
                    <a:pt x="2038769" y="265201"/>
                  </a:lnTo>
                  <a:close/>
                </a:path>
                <a:path w="3413760" h="295909">
                  <a:moveTo>
                    <a:pt x="2038769" y="184353"/>
                  </a:moveTo>
                  <a:lnTo>
                    <a:pt x="2036584" y="180467"/>
                  </a:lnTo>
                  <a:lnTo>
                    <a:pt x="2034641" y="181762"/>
                  </a:lnTo>
                  <a:lnTo>
                    <a:pt x="2038769" y="184353"/>
                  </a:lnTo>
                  <a:close/>
                </a:path>
                <a:path w="3413760" h="295909">
                  <a:moveTo>
                    <a:pt x="2038769" y="103505"/>
                  </a:moveTo>
                  <a:lnTo>
                    <a:pt x="2036584" y="99618"/>
                  </a:lnTo>
                  <a:lnTo>
                    <a:pt x="2034641" y="100914"/>
                  </a:lnTo>
                  <a:lnTo>
                    <a:pt x="2038769" y="103505"/>
                  </a:lnTo>
                  <a:close/>
                </a:path>
                <a:path w="3413760" h="295909">
                  <a:moveTo>
                    <a:pt x="2038769" y="22644"/>
                  </a:moveTo>
                  <a:lnTo>
                    <a:pt x="2036584" y="18757"/>
                  </a:lnTo>
                  <a:lnTo>
                    <a:pt x="2034641" y="20053"/>
                  </a:lnTo>
                  <a:lnTo>
                    <a:pt x="2038769" y="22644"/>
                  </a:lnTo>
                  <a:close/>
                </a:path>
                <a:path w="3413760" h="295909">
                  <a:moveTo>
                    <a:pt x="2056714" y="285330"/>
                  </a:moveTo>
                  <a:lnTo>
                    <a:pt x="2056460" y="282981"/>
                  </a:lnTo>
                  <a:lnTo>
                    <a:pt x="2050808" y="286537"/>
                  </a:lnTo>
                  <a:lnTo>
                    <a:pt x="2056714" y="285330"/>
                  </a:lnTo>
                  <a:close/>
                </a:path>
                <a:path w="3413760" h="295909">
                  <a:moveTo>
                    <a:pt x="2056714" y="204482"/>
                  </a:moveTo>
                  <a:lnTo>
                    <a:pt x="2056460" y="202133"/>
                  </a:lnTo>
                  <a:lnTo>
                    <a:pt x="2050808" y="205689"/>
                  </a:lnTo>
                  <a:lnTo>
                    <a:pt x="2056714" y="204482"/>
                  </a:lnTo>
                  <a:close/>
                </a:path>
                <a:path w="3413760" h="295909">
                  <a:moveTo>
                    <a:pt x="2056714" y="123634"/>
                  </a:moveTo>
                  <a:lnTo>
                    <a:pt x="2056460" y="121285"/>
                  </a:lnTo>
                  <a:lnTo>
                    <a:pt x="2050808" y="124841"/>
                  </a:lnTo>
                  <a:lnTo>
                    <a:pt x="2056714" y="123634"/>
                  </a:lnTo>
                  <a:close/>
                </a:path>
                <a:path w="3413760" h="295909">
                  <a:moveTo>
                    <a:pt x="2056714" y="42773"/>
                  </a:moveTo>
                  <a:lnTo>
                    <a:pt x="2056460" y="40424"/>
                  </a:lnTo>
                  <a:lnTo>
                    <a:pt x="2050808" y="43980"/>
                  </a:lnTo>
                  <a:lnTo>
                    <a:pt x="2056714" y="42773"/>
                  </a:lnTo>
                  <a:close/>
                </a:path>
                <a:path w="3413760" h="295909">
                  <a:moveTo>
                    <a:pt x="2060917" y="273761"/>
                  </a:moveTo>
                  <a:lnTo>
                    <a:pt x="2059825" y="265595"/>
                  </a:lnTo>
                  <a:lnTo>
                    <a:pt x="2057768" y="265595"/>
                  </a:lnTo>
                  <a:lnTo>
                    <a:pt x="2060917" y="273761"/>
                  </a:lnTo>
                  <a:close/>
                </a:path>
                <a:path w="3413760" h="295909">
                  <a:moveTo>
                    <a:pt x="2060917" y="192925"/>
                  </a:moveTo>
                  <a:lnTo>
                    <a:pt x="2059825" y="184746"/>
                  </a:lnTo>
                  <a:lnTo>
                    <a:pt x="2057768" y="184746"/>
                  </a:lnTo>
                  <a:lnTo>
                    <a:pt x="2060917" y="192925"/>
                  </a:lnTo>
                  <a:close/>
                </a:path>
                <a:path w="3413760" h="295909">
                  <a:moveTo>
                    <a:pt x="2060917" y="112064"/>
                  </a:moveTo>
                  <a:lnTo>
                    <a:pt x="2059825" y="103898"/>
                  </a:lnTo>
                  <a:lnTo>
                    <a:pt x="2057768" y="103898"/>
                  </a:lnTo>
                  <a:lnTo>
                    <a:pt x="2060917" y="112064"/>
                  </a:lnTo>
                  <a:close/>
                </a:path>
                <a:path w="3413760" h="295909">
                  <a:moveTo>
                    <a:pt x="2060917" y="31216"/>
                  </a:moveTo>
                  <a:lnTo>
                    <a:pt x="2059825" y="23037"/>
                  </a:lnTo>
                  <a:lnTo>
                    <a:pt x="2057768" y="23037"/>
                  </a:lnTo>
                  <a:lnTo>
                    <a:pt x="2060917" y="31216"/>
                  </a:lnTo>
                  <a:close/>
                </a:path>
                <a:path w="3413760" h="295909">
                  <a:moveTo>
                    <a:pt x="2066328" y="293979"/>
                  </a:moveTo>
                  <a:lnTo>
                    <a:pt x="2061972" y="293014"/>
                  </a:lnTo>
                  <a:lnTo>
                    <a:pt x="2061730" y="295351"/>
                  </a:lnTo>
                  <a:lnTo>
                    <a:pt x="2066328" y="293979"/>
                  </a:lnTo>
                  <a:close/>
                </a:path>
                <a:path w="3413760" h="295909">
                  <a:moveTo>
                    <a:pt x="2066328" y="213131"/>
                  </a:moveTo>
                  <a:lnTo>
                    <a:pt x="2061972" y="212166"/>
                  </a:lnTo>
                  <a:lnTo>
                    <a:pt x="2061730" y="214503"/>
                  </a:lnTo>
                  <a:lnTo>
                    <a:pt x="2066328" y="213131"/>
                  </a:lnTo>
                  <a:close/>
                </a:path>
                <a:path w="3413760" h="295909">
                  <a:moveTo>
                    <a:pt x="2066328" y="132283"/>
                  </a:moveTo>
                  <a:lnTo>
                    <a:pt x="2061972" y="131318"/>
                  </a:lnTo>
                  <a:lnTo>
                    <a:pt x="2061730" y="133654"/>
                  </a:lnTo>
                  <a:lnTo>
                    <a:pt x="2066328" y="132283"/>
                  </a:lnTo>
                  <a:close/>
                </a:path>
                <a:path w="3413760" h="295909">
                  <a:moveTo>
                    <a:pt x="2066328" y="51422"/>
                  </a:moveTo>
                  <a:lnTo>
                    <a:pt x="2061972" y="50457"/>
                  </a:lnTo>
                  <a:lnTo>
                    <a:pt x="2061730" y="52806"/>
                  </a:lnTo>
                  <a:lnTo>
                    <a:pt x="2066328" y="51422"/>
                  </a:lnTo>
                  <a:close/>
                </a:path>
                <a:path w="3413760" h="295909">
                  <a:moveTo>
                    <a:pt x="2069401" y="284353"/>
                  </a:moveTo>
                  <a:lnTo>
                    <a:pt x="2066251" y="283464"/>
                  </a:lnTo>
                  <a:lnTo>
                    <a:pt x="2062759" y="285330"/>
                  </a:lnTo>
                  <a:lnTo>
                    <a:pt x="2069401" y="284353"/>
                  </a:lnTo>
                  <a:close/>
                </a:path>
                <a:path w="3413760" h="295909">
                  <a:moveTo>
                    <a:pt x="2069401" y="203504"/>
                  </a:moveTo>
                  <a:lnTo>
                    <a:pt x="2066251" y="202615"/>
                  </a:lnTo>
                  <a:lnTo>
                    <a:pt x="2062759" y="204482"/>
                  </a:lnTo>
                  <a:lnTo>
                    <a:pt x="2069401" y="203504"/>
                  </a:lnTo>
                  <a:close/>
                </a:path>
                <a:path w="3413760" h="295909">
                  <a:moveTo>
                    <a:pt x="2069401" y="122656"/>
                  </a:moveTo>
                  <a:lnTo>
                    <a:pt x="2066251" y="121767"/>
                  </a:lnTo>
                  <a:lnTo>
                    <a:pt x="2062759" y="123634"/>
                  </a:lnTo>
                  <a:lnTo>
                    <a:pt x="2069401" y="122656"/>
                  </a:lnTo>
                  <a:close/>
                </a:path>
                <a:path w="3413760" h="295909">
                  <a:moveTo>
                    <a:pt x="2069401" y="41795"/>
                  </a:moveTo>
                  <a:lnTo>
                    <a:pt x="2066251" y="40906"/>
                  </a:lnTo>
                  <a:lnTo>
                    <a:pt x="2062759" y="42773"/>
                  </a:lnTo>
                  <a:lnTo>
                    <a:pt x="2069401" y="41795"/>
                  </a:lnTo>
                  <a:close/>
                </a:path>
                <a:path w="3413760" h="295909">
                  <a:moveTo>
                    <a:pt x="2081047" y="233349"/>
                  </a:moveTo>
                  <a:lnTo>
                    <a:pt x="2080615" y="229463"/>
                  </a:lnTo>
                  <a:lnTo>
                    <a:pt x="2078291" y="229463"/>
                  </a:lnTo>
                  <a:lnTo>
                    <a:pt x="2081047" y="233349"/>
                  </a:lnTo>
                  <a:close/>
                </a:path>
                <a:path w="3413760" h="295909">
                  <a:moveTo>
                    <a:pt x="2081047" y="152501"/>
                  </a:moveTo>
                  <a:lnTo>
                    <a:pt x="2080615" y="148615"/>
                  </a:lnTo>
                  <a:lnTo>
                    <a:pt x="2078291" y="148615"/>
                  </a:lnTo>
                  <a:lnTo>
                    <a:pt x="2081047" y="152501"/>
                  </a:lnTo>
                  <a:close/>
                </a:path>
                <a:path w="3413760" h="295909">
                  <a:moveTo>
                    <a:pt x="2081047" y="71640"/>
                  </a:moveTo>
                  <a:lnTo>
                    <a:pt x="2080615" y="67754"/>
                  </a:lnTo>
                  <a:lnTo>
                    <a:pt x="2078291" y="67754"/>
                  </a:lnTo>
                  <a:lnTo>
                    <a:pt x="2081047" y="71640"/>
                  </a:lnTo>
                  <a:close/>
                </a:path>
                <a:path w="3413760" h="295909">
                  <a:moveTo>
                    <a:pt x="2097138" y="244906"/>
                  </a:moveTo>
                  <a:lnTo>
                    <a:pt x="2096884" y="242557"/>
                  </a:lnTo>
                  <a:lnTo>
                    <a:pt x="2091245" y="246113"/>
                  </a:lnTo>
                  <a:lnTo>
                    <a:pt x="2097138" y="244906"/>
                  </a:lnTo>
                  <a:close/>
                </a:path>
                <a:path w="3413760" h="295909">
                  <a:moveTo>
                    <a:pt x="2097138" y="164058"/>
                  </a:moveTo>
                  <a:lnTo>
                    <a:pt x="2096884" y="161709"/>
                  </a:lnTo>
                  <a:lnTo>
                    <a:pt x="2091245" y="165265"/>
                  </a:lnTo>
                  <a:lnTo>
                    <a:pt x="2097138" y="164058"/>
                  </a:lnTo>
                  <a:close/>
                </a:path>
                <a:path w="3413760" h="295909">
                  <a:moveTo>
                    <a:pt x="2097138" y="83210"/>
                  </a:moveTo>
                  <a:lnTo>
                    <a:pt x="2096884" y="80873"/>
                  </a:lnTo>
                  <a:lnTo>
                    <a:pt x="2091245" y="84416"/>
                  </a:lnTo>
                  <a:lnTo>
                    <a:pt x="2097138" y="83210"/>
                  </a:lnTo>
                  <a:close/>
                </a:path>
                <a:path w="3413760" h="295909">
                  <a:moveTo>
                    <a:pt x="2097138" y="2349"/>
                  </a:moveTo>
                  <a:lnTo>
                    <a:pt x="2096884" y="0"/>
                  </a:lnTo>
                  <a:lnTo>
                    <a:pt x="2091245" y="3556"/>
                  </a:lnTo>
                  <a:lnTo>
                    <a:pt x="2097138" y="2349"/>
                  </a:lnTo>
                  <a:close/>
                </a:path>
                <a:path w="3413760" h="295909">
                  <a:moveTo>
                    <a:pt x="2097938" y="252577"/>
                  </a:moveTo>
                  <a:lnTo>
                    <a:pt x="2093582" y="253555"/>
                  </a:lnTo>
                  <a:lnTo>
                    <a:pt x="2094318" y="255739"/>
                  </a:lnTo>
                  <a:lnTo>
                    <a:pt x="2097938" y="252577"/>
                  </a:lnTo>
                  <a:close/>
                </a:path>
                <a:path w="3413760" h="295909">
                  <a:moveTo>
                    <a:pt x="2097938" y="171742"/>
                  </a:moveTo>
                  <a:lnTo>
                    <a:pt x="2093582" y="172707"/>
                  </a:lnTo>
                  <a:lnTo>
                    <a:pt x="2094318" y="174891"/>
                  </a:lnTo>
                  <a:lnTo>
                    <a:pt x="2097938" y="171742"/>
                  </a:lnTo>
                  <a:close/>
                </a:path>
                <a:path w="3413760" h="295909">
                  <a:moveTo>
                    <a:pt x="2097938" y="90881"/>
                  </a:moveTo>
                  <a:lnTo>
                    <a:pt x="2093582" y="91859"/>
                  </a:lnTo>
                  <a:lnTo>
                    <a:pt x="2094318" y="94043"/>
                  </a:lnTo>
                  <a:lnTo>
                    <a:pt x="2097938" y="90881"/>
                  </a:lnTo>
                  <a:close/>
                </a:path>
                <a:path w="3413760" h="295909">
                  <a:moveTo>
                    <a:pt x="2097938" y="10033"/>
                  </a:moveTo>
                  <a:lnTo>
                    <a:pt x="2093582" y="10998"/>
                  </a:lnTo>
                  <a:lnTo>
                    <a:pt x="2094318" y="13182"/>
                  </a:lnTo>
                  <a:lnTo>
                    <a:pt x="2097938" y="10033"/>
                  </a:lnTo>
                  <a:close/>
                </a:path>
                <a:path w="3413760" h="295909">
                  <a:moveTo>
                    <a:pt x="2106752" y="253555"/>
                  </a:moveTo>
                  <a:lnTo>
                    <a:pt x="2102154" y="254927"/>
                  </a:lnTo>
                  <a:lnTo>
                    <a:pt x="2106028" y="255739"/>
                  </a:lnTo>
                  <a:lnTo>
                    <a:pt x="2106752" y="253555"/>
                  </a:lnTo>
                  <a:close/>
                </a:path>
                <a:path w="3413760" h="295909">
                  <a:moveTo>
                    <a:pt x="2106752" y="172707"/>
                  </a:moveTo>
                  <a:lnTo>
                    <a:pt x="2102154" y="174078"/>
                  </a:lnTo>
                  <a:lnTo>
                    <a:pt x="2106028" y="174891"/>
                  </a:lnTo>
                  <a:lnTo>
                    <a:pt x="2106752" y="172707"/>
                  </a:lnTo>
                  <a:close/>
                </a:path>
                <a:path w="3413760" h="295909">
                  <a:moveTo>
                    <a:pt x="2106752" y="91859"/>
                  </a:moveTo>
                  <a:lnTo>
                    <a:pt x="2102154" y="93230"/>
                  </a:lnTo>
                  <a:lnTo>
                    <a:pt x="2106028" y="94043"/>
                  </a:lnTo>
                  <a:lnTo>
                    <a:pt x="2106752" y="91859"/>
                  </a:lnTo>
                  <a:close/>
                </a:path>
                <a:path w="3413760" h="295909">
                  <a:moveTo>
                    <a:pt x="2106752" y="10998"/>
                  </a:moveTo>
                  <a:lnTo>
                    <a:pt x="2102154" y="12369"/>
                  </a:lnTo>
                  <a:lnTo>
                    <a:pt x="2106028" y="13182"/>
                  </a:lnTo>
                  <a:lnTo>
                    <a:pt x="2106752" y="10998"/>
                  </a:lnTo>
                  <a:close/>
                </a:path>
                <a:path w="3413760" h="295909">
                  <a:moveTo>
                    <a:pt x="2109825" y="243928"/>
                  </a:moveTo>
                  <a:lnTo>
                    <a:pt x="2106676" y="243039"/>
                  </a:lnTo>
                  <a:lnTo>
                    <a:pt x="2103208" y="244906"/>
                  </a:lnTo>
                  <a:lnTo>
                    <a:pt x="2109825" y="243928"/>
                  </a:lnTo>
                  <a:close/>
                </a:path>
                <a:path w="3413760" h="295909">
                  <a:moveTo>
                    <a:pt x="2109825" y="163080"/>
                  </a:moveTo>
                  <a:lnTo>
                    <a:pt x="2106676" y="162204"/>
                  </a:lnTo>
                  <a:lnTo>
                    <a:pt x="2103208" y="164058"/>
                  </a:lnTo>
                  <a:lnTo>
                    <a:pt x="2109825" y="163080"/>
                  </a:lnTo>
                  <a:close/>
                </a:path>
                <a:path w="3413760" h="295909">
                  <a:moveTo>
                    <a:pt x="2109825" y="82232"/>
                  </a:moveTo>
                  <a:lnTo>
                    <a:pt x="2106676" y="81343"/>
                  </a:lnTo>
                  <a:lnTo>
                    <a:pt x="2103208" y="83210"/>
                  </a:lnTo>
                  <a:lnTo>
                    <a:pt x="2109825" y="82232"/>
                  </a:lnTo>
                  <a:close/>
                </a:path>
                <a:path w="3413760" h="295909">
                  <a:moveTo>
                    <a:pt x="2109825" y="1371"/>
                  </a:moveTo>
                  <a:lnTo>
                    <a:pt x="2106676" y="482"/>
                  </a:lnTo>
                  <a:lnTo>
                    <a:pt x="2103208" y="2349"/>
                  </a:lnTo>
                  <a:lnTo>
                    <a:pt x="2109825" y="1371"/>
                  </a:lnTo>
                  <a:close/>
                </a:path>
                <a:path w="3413760" h="295909">
                  <a:moveTo>
                    <a:pt x="2109901" y="233349"/>
                  </a:moveTo>
                  <a:lnTo>
                    <a:pt x="2109825" y="226872"/>
                  </a:lnTo>
                  <a:lnTo>
                    <a:pt x="2109343" y="230035"/>
                  </a:lnTo>
                  <a:lnTo>
                    <a:pt x="2109901" y="233349"/>
                  </a:lnTo>
                  <a:close/>
                </a:path>
                <a:path w="3413760" h="295909">
                  <a:moveTo>
                    <a:pt x="2109901" y="152501"/>
                  </a:moveTo>
                  <a:lnTo>
                    <a:pt x="2109825" y="146024"/>
                  </a:lnTo>
                  <a:lnTo>
                    <a:pt x="2109343" y="149186"/>
                  </a:lnTo>
                  <a:lnTo>
                    <a:pt x="2109901" y="152501"/>
                  </a:lnTo>
                  <a:close/>
                </a:path>
                <a:path w="3413760" h="295909">
                  <a:moveTo>
                    <a:pt x="2109901" y="71640"/>
                  </a:moveTo>
                  <a:lnTo>
                    <a:pt x="2109825" y="65163"/>
                  </a:lnTo>
                  <a:lnTo>
                    <a:pt x="2109343" y="68313"/>
                  </a:lnTo>
                  <a:lnTo>
                    <a:pt x="2109901" y="71640"/>
                  </a:lnTo>
                  <a:close/>
                </a:path>
                <a:path w="3413760" h="295909">
                  <a:moveTo>
                    <a:pt x="2119617" y="265201"/>
                  </a:moveTo>
                  <a:lnTo>
                    <a:pt x="2117433" y="261315"/>
                  </a:lnTo>
                  <a:lnTo>
                    <a:pt x="2115489" y="262610"/>
                  </a:lnTo>
                  <a:lnTo>
                    <a:pt x="2119617" y="265201"/>
                  </a:lnTo>
                  <a:close/>
                </a:path>
                <a:path w="3413760" h="295909">
                  <a:moveTo>
                    <a:pt x="2119617" y="184353"/>
                  </a:moveTo>
                  <a:lnTo>
                    <a:pt x="2117433" y="180467"/>
                  </a:lnTo>
                  <a:lnTo>
                    <a:pt x="2115489" y="181762"/>
                  </a:lnTo>
                  <a:lnTo>
                    <a:pt x="2119617" y="184353"/>
                  </a:lnTo>
                  <a:close/>
                </a:path>
                <a:path w="3413760" h="295909">
                  <a:moveTo>
                    <a:pt x="2119617" y="103505"/>
                  </a:moveTo>
                  <a:lnTo>
                    <a:pt x="2117433" y="99618"/>
                  </a:lnTo>
                  <a:lnTo>
                    <a:pt x="2115489" y="100914"/>
                  </a:lnTo>
                  <a:lnTo>
                    <a:pt x="2119617" y="103505"/>
                  </a:lnTo>
                  <a:close/>
                </a:path>
                <a:path w="3413760" h="295909">
                  <a:moveTo>
                    <a:pt x="2119617" y="22644"/>
                  </a:moveTo>
                  <a:lnTo>
                    <a:pt x="2117433" y="18757"/>
                  </a:lnTo>
                  <a:lnTo>
                    <a:pt x="2115489" y="20053"/>
                  </a:lnTo>
                  <a:lnTo>
                    <a:pt x="2119617" y="22644"/>
                  </a:lnTo>
                  <a:close/>
                </a:path>
                <a:path w="3413760" h="295909">
                  <a:moveTo>
                    <a:pt x="2137562" y="285330"/>
                  </a:moveTo>
                  <a:lnTo>
                    <a:pt x="2137333" y="282981"/>
                  </a:lnTo>
                  <a:lnTo>
                    <a:pt x="2131669" y="286537"/>
                  </a:lnTo>
                  <a:lnTo>
                    <a:pt x="2137562" y="285330"/>
                  </a:lnTo>
                  <a:close/>
                </a:path>
                <a:path w="3413760" h="295909">
                  <a:moveTo>
                    <a:pt x="2137562" y="204482"/>
                  </a:moveTo>
                  <a:lnTo>
                    <a:pt x="2137333" y="202133"/>
                  </a:lnTo>
                  <a:lnTo>
                    <a:pt x="2131669" y="205689"/>
                  </a:lnTo>
                  <a:lnTo>
                    <a:pt x="2137562" y="204482"/>
                  </a:lnTo>
                  <a:close/>
                </a:path>
                <a:path w="3413760" h="295909">
                  <a:moveTo>
                    <a:pt x="2137562" y="123634"/>
                  </a:moveTo>
                  <a:lnTo>
                    <a:pt x="2137333" y="121285"/>
                  </a:lnTo>
                  <a:lnTo>
                    <a:pt x="2131669" y="124841"/>
                  </a:lnTo>
                  <a:lnTo>
                    <a:pt x="2137562" y="123634"/>
                  </a:lnTo>
                  <a:close/>
                </a:path>
                <a:path w="3413760" h="295909">
                  <a:moveTo>
                    <a:pt x="2137562" y="42773"/>
                  </a:moveTo>
                  <a:lnTo>
                    <a:pt x="2137333" y="40424"/>
                  </a:lnTo>
                  <a:lnTo>
                    <a:pt x="2131669" y="43980"/>
                  </a:lnTo>
                  <a:lnTo>
                    <a:pt x="2137562" y="42773"/>
                  </a:lnTo>
                  <a:close/>
                </a:path>
                <a:path w="3413760" h="295909">
                  <a:moveTo>
                    <a:pt x="2141766" y="273761"/>
                  </a:moveTo>
                  <a:lnTo>
                    <a:pt x="2140661" y="265595"/>
                  </a:lnTo>
                  <a:lnTo>
                    <a:pt x="2138616" y="265595"/>
                  </a:lnTo>
                  <a:lnTo>
                    <a:pt x="2141766" y="273761"/>
                  </a:lnTo>
                  <a:close/>
                </a:path>
                <a:path w="3413760" h="295909">
                  <a:moveTo>
                    <a:pt x="2141766" y="192925"/>
                  </a:moveTo>
                  <a:lnTo>
                    <a:pt x="2140661" y="184746"/>
                  </a:lnTo>
                  <a:lnTo>
                    <a:pt x="2138616" y="184746"/>
                  </a:lnTo>
                  <a:lnTo>
                    <a:pt x="2141766" y="192925"/>
                  </a:lnTo>
                  <a:close/>
                </a:path>
                <a:path w="3413760" h="295909">
                  <a:moveTo>
                    <a:pt x="2141766" y="112064"/>
                  </a:moveTo>
                  <a:lnTo>
                    <a:pt x="2140661" y="103898"/>
                  </a:lnTo>
                  <a:lnTo>
                    <a:pt x="2138616" y="103898"/>
                  </a:lnTo>
                  <a:lnTo>
                    <a:pt x="2141766" y="112064"/>
                  </a:lnTo>
                  <a:close/>
                </a:path>
                <a:path w="3413760" h="295909">
                  <a:moveTo>
                    <a:pt x="2141766" y="31216"/>
                  </a:moveTo>
                  <a:lnTo>
                    <a:pt x="2140661" y="23037"/>
                  </a:lnTo>
                  <a:lnTo>
                    <a:pt x="2138616" y="23037"/>
                  </a:lnTo>
                  <a:lnTo>
                    <a:pt x="2141766" y="31216"/>
                  </a:lnTo>
                  <a:close/>
                </a:path>
                <a:path w="3413760" h="295909">
                  <a:moveTo>
                    <a:pt x="2147189" y="293979"/>
                  </a:moveTo>
                  <a:lnTo>
                    <a:pt x="2142820" y="293014"/>
                  </a:lnTo>
                  <a:lnTo>
                    <a:pt x="2142579" y="295351"/>
                  </a:lnTo>
                  <a:lnTo>
                    <a:pt x="2147189" y="293979"/>
                  </a:lnTo>
                  <a:close/>
                </a:path>
                <a:path w="3413760" h="295909">
                  <a:moveTo>
                    <a:pt x="2147189" y="213131"/>
                  </a:moveTo>
                  <a:lnTo>
                    <a:pt x="2142820" y="212166"/>
                  </a:lnTo>
                  <a:lnTo>
                    <a:pt x="2142579" y="214503"/>
                  </a:lnTo>
                  <a:lnTo>
                    <a:pt x="2147189" y="213131"/>
                  </a:lnTo>
                  <a:close/>
                </a:path>
                <a:path w="3413760" h="295909">
                  <a:moveTo>
                    <a:pt x="2147189" y="132283"/>
                  </a:moveTo>
                  <a:lnTo>
                    <a:pt x="2142820" y="131318"/>
                  </a:lnTo>
                  <a:lnTo>
                    <a:pt x="2142579" y="133654"/>
                  </a:lnTo>
                  <a:lnTo>
                    <a:pt x="2147189" y="132283"/>
                  </a:lnTo>
                  <a:close/>
                </a:path>
                <a:path w="3413760" h="295909">
                  <a:moveTo>
                    <a:pt x="2147189" y="51422"/>
                  </a:moveTo>
                  <a:lnTo>
                    <a:pt x="2142820" y="50457"/>
                  </a:lnTo>
                  <a:lnTo>
                    <a:pt x="2142579" y="52806"/>
                  </a:lnTo>
                  <a:lnTo>
                    <a:pt x="2147189" y="51422"/>
                  </a:lnTo>
                  <a:close/>
                </a:path>
                <a:path w="3413760" h="295909">
                  <a:moveTo>
                    <a:pt x="2150249" y="284353"/>
                  </a:moveTo>
                  <a:lnTo>
                    <a:pt x="2147100" y="283464"/>
                  </a:lnTo>
                  <a:lnTo>
                    <a:pt x="2143633" y="285330"/>
                  </a:lnTo>
                  <a:lnTo>
                    <a:pt x="2150249" y="284353"/>
                  </a:lnTo>
                  <a:close/>
                </a:path>
                <a:path w="3413760" h="295909">
                  <a:moveTo>
                    <a:pt x="2150249" y="203504"/>
                  </a:moveTo>
                  <a:lnTo>
                    <a:pt x="2147100" y="202615"/>
                  </a:lnTo>
                  <a:lnTo>
                    <a:pt x="2143633" y="204482"/>
                  </a:lnTo>
                  <a:lnTo>
                    <a:pt x="2150249" y="203504"/>
                  </a:lnTo>
                  <a:close/>
                </a:path>
                <a:path w="3413760" h="295909">
                  <a:moveTo>
                    <a:pt x="2150249" y="122656"/>
                  </a:moveTo>
                  <a:lnTo>
                    <a:pt x="2147100" y="121767"/>
                  </a:lnTo>
                  <a:lnTo>
                    <a:pt x="2143633" y="123634"/>
                  </a:lnTo>
                  <a:lnTo>
                    <a:pt x="2150249" y="122656"/>
                  </a:lnTo>
                  <a:close/>
                </a:path>
                <a:path w="3413760" h="295909">
                  <a:moveTo>
                    <a:pt x="2150249" y="41795"/>
                  </a:moveTo>
                  <a:lnTo>
                    <a:pt x="2147100" y="40906"/>
                  </a:lnTo>
                  <a:lnTo>
                    <a:pt x="2143633" y="42773"/>
                  </a:lnTo>
                  <a:lnTo>
                    <a:pt x="2150249" y="41795"/>
                  </a:lnTo>
                  <a:close/>
                </a:path>
                <a:path w="3413760" h="295909">
                  <a:moveTo>
                    <a:pt x="2161895" y="233349"/>
                  </a:moveTo>
                  <a:lnTo>
                    <a:pt x="2161463" y="229463"/>
                  </a:lnTo>
                  <a:lnTo>
                    <a:pt x="2159152" y="229463"/>
                  </a:lnTo>
                  <a:lnTo>
                    <a:pt x="2161895" y="233349"/>
                  </a:lnTo>
                  <a:close/>
                </a:path>
                <a:path w="3413760" h="295909">
                  <a:moveTo>
                    <a:pt x="2161895" y="152501"/>
                  </a:moveTo>
                  <a:lnTo>
                    <a:pt x="2161463" y="148615"/>
                  </a:lnTo>
                  <a:lnTo>
                    <a:pt x="2159152" y="148615"/>
                  </a:lnTo>
                  <a:lnTo>
                    <a:pt x="2161895" y="152501"/>
                  </a:lnTo>
                  <a:close/>
                </a:path>
                <a:path w="3413760" h="295909">
                  <a:moveTo>
                    <a:pt x="2161895" y="71640"/>
                  </a:moveTo>
                  <a:lnTo>
                    <a:pt x="2161463" y="67754"/>
                  </a:lnTo>
                  <a:lnTo>
                    <a:pt x="2159152" y="67754"/>
                  </a:lnTo>
                  <a:lnTo>
                    <a:pt x="2161895" y="71640"/>
                  </a:lnTo>
                  <a:close/>
                </a:path>
                <a:path w="3413760" h="295909">
                  <a:moveTo>
                    <a:pt x="2177973" y="244906"/>
                  </a:moveTo>
                  <a:lnTo>
                    <a:pt x="2177745" y="242557"/>
                  </a:lnTo>
                  <a:lnTo>
                    <a:pt x="2172093" y="246113"/>
                  </a:lnTo>
                  <a:lnTo>
                    <a:pt x="2177973" y="244906"/>
                  </a:lnTo>
                  <a:close/>
                </a:path>
                <a:path w="3413760" h="295909">
                  <a:moveTo>
                    <a:pt x="2177973" y="164058"/>
                  </a:moveTo>
                  <a:lnTo>
                    <a:pt x="2177745" y="161709"/>
                  </a:lnTo>
                  <a:lnTo>
                    <a:pt x="2172093" y="165265"/>
                  </a:lnTo>
                  <a:lnTo>
                    <a:pt x="2177973" y="164058"/>
                  </a:lnTo>
                  <a:close/>
                </a:path>
                <a:path w="3413760" h="295909">
                  <a:moveTo>
                    <a:pt x="2177973" y="83210"/>
                  </a:moveTo>
                  <a:lnTo>
                    <a:pt x="2177745" y="80873"/>
                  </a:lnTo>
                  <a:lnTo>
                    <a:pt x="2172093" y="84416"/>
                  </a:lnTo>
                  <a:lnTo>
                    <a:pt x="2177973" y="83210"/>
                  </a:lnTo>
                  <a:close/>
                </a:path>
                <a:path w="3413760" h="295909">
                  <a:moveTo>
                    <a:pt x="2177973" y="2349"/>
                  </a:moveTo>
                  <a:lnTo>
                    <a:pt x="2177745" y="0"/>
                  </a:lnTo>
                  <a:lnTo>
                    <a:pt x="2172093" y="3556"/>
                  </a:lnTo>
                  <a:lnTo>
                    <a:pt x="2177973" y="2349"/>
                  </a:lnTo>
                  <a:close/>
                </a:path>
                <a:path w="3413760" h="295909">
                  <a:moveTo>
                    <a:pt x="2178799" y="252577"/>
                  </a:moveTo>
                  <a:lnTo>
                    <a:pt x="2174430" y="253555"/>
                  </a:lnTo>
                  <a:lnTo>
                    <a:pt x="2175154" y="255739"/>
                  </a:lnTo>
                  <a:lnTo>
                    <a:pt x="2178799" y="252577"/>
                  </a:lnTo>
                  <a:close/>
                </a:path>
                <a:path w="3413760" h="295909">
                  <a:moveTo>
                    <a:pt x="2178799" y="171742"/>
                  </a:moveTo>
                  <a:lnTo>
                    <a:pt x="2174430" y="172707"/>
                  </a:lnTo>
                  <a:lnTo>
                    <a:pt x="2175154" y="174891"/>
                  </a:lnTo>
                  <a:lnTo>
                    <a:pt x="2178799" y="171742"/>
                  </a:lnTo>
                  <a:close/>
                </a:path>
                <a:path w="3413760" h="295909">
                  <a:moveTo>
                    <a:pt x="2178799" y="90881"/>
                  </a:moveTo>
                  <a:lnTo>
                    <a:pt x="2174430" y="91859"/>
                  </a:lnTo>
                  <a:lnTo>
                    <a:pt x="2175154" y="94043"/>
                  </a:lnTo>
                  <a:lnTo>
                    <a:pt x="2178799" y="90881"/>
                  </a:lnTo>
                  <a:close/>
                </a:path>
                <a:path w="3413760" h="295909">
                  <a:moveTo>
                    <a:pt x="2178799" y="10033"/>
                  </a:moveTo>
                  <a:lnTo>
                    <a:pt x="2174430" y="10998"/>
                  </a:lnTo>
                  <a:lnTo>
                    <a:pt x="2175154" y="13182"/>
                  </a:lnTo>
                  <a:lnTo>
                    <a:pt x="2178799" y="10033"/>
                  </a:lnTo>
                  <a:close/>
                </a:path>
                <a:path w="3413760" h="295909">
                  <a:moveTo>
                    <a:pt x="2187613" y="253555"/>
                  </a:moveTo>
                  <a:lnTo>
                    <a:pt x="2183003" y="254927"/>
                  </a:lnTo>
                  <a:lnTo>
                    <a:pt x="2186876" y="255739"/>
                  </a:lnTo>
                  <a:lnTo>
                    <a:pt x="2187613" y="253555"/>
                  </a:lnTo>
                  <a:close/>
                </a:path>
                <a:path w="3413760" h="295909">
                  <a:moveTo>
                    <a:pt x="2187613" y="172707"/>
                  </a:moveTo>
                  <a:lnTo>
                    <a:pt x="2183003" y="174078"/>
                  </a:lnTo>
                  <a:lnTo>
                    <a:pt x="2186876" y="174891"/>
                  </a:lnTo>
                  <a:lnTo>
                    <a:pt x="2187613" y="172707"/>
                  </a:lnTo>
                  <a:close/>
                </a:path>
                <a:path w="3413760" h="295909">
                  <a:moveTo>
                    <a:pt x="2187613" y="91859"/>
                  </a:moveTo>
                  <a:lnTo>
                    <a:pt x="2183003" y="93230"/>
                  </a:lnTo>
                  <a:lnTo>
                    <a:pt x="2186876" y="94043"/>
                  </a:lnTo>
                  <a:lnTo>
                    <a:pt x="2187613" y="91859"/>
                  </a:lnTo>
                  <a:close/>
                </a:path>
                <a:path w="3413760" h="295909">
                  <a:moveTo>
                    <a:pt x="2187613" y="10998"/>
                  </a:moveTo>
                  <a:lnTo>
                    <a:pt x="2183003" y="12369"/>
                  </a:lnTo>
                  <a:lnTo>
                    <a:pt x="2186876" y="13182"/>
                  </a:lnTo>
                  <a:lnTo>
                    <a:pt x="2187613" y="10998"/>
                  </a:lnTo>
                  <a:close/>
                </a:path>
                <a:path w="3413760" h="295909">
                  <a:moveTo>
                    <a:pt x="2190686" y="243928"/>
                  </a:moveTo>
                  <a:lnTo>
                    <a:pt x="2187524" y="243039"/>
                  </a:lnTo>
                  <a:lnTo>
                    <a:pt x="2184057" y="244906"/>
                  </a:lnTo>
                  <a:lnTo>
                    <a:pt x="2190686" y="243928"/>
                  </a:lnTo>
                  <a:close/>
                </a:path>
                <a:path w="3413760" h="295909">
                  <a:moveTo>
                    <a:pt x="2190686" y="163080"/>
                  </a:moveTo>
                  <a:lnTo>
                    <a:pt x="2187524" y="162204"/>
                  </a:lnTo>
                  <a:lnTo>
                    <a:pt x="2184057" y="164058"/>
                  </a:lnTo>
                  <a:lnTo>
                    <a:pt x="2190686" y="163080"/>
                  </a:lnTo>
                  <a:close/>
                </a:path>
                <a:path w="3413760" h="295909">
                  <a:moveTo>
                    <a:pt x="2190686" y="82232"/>
                  </a:moveTo>
                  <a:lnTo>
                    <a:pt x="2187524" y="81343"/>
                  </a:lnTo>
                  <a:lnTo>
                    <a:pt x="2184057" y="83210"/>
                  </a:lnTo>
                  <a:lnTo>
                    <a:pt x="2190686" y="82232"/>
                  </a:lnTo>
                  <a:close/>
                </a:path>
                <a:path w="3413760" h="295909">
                  <a:moveTo>
                    <a:pt x="2190686" y="1371"/>
                  </a:moveTo>
                  <a:lnTo>
                    <a:pt x="2187524" y="482"/>
                  </a:lnTo>
                  <a:lnTo>
                    <a:pt x="2184057" y="2349"/>
                  </a:lnTo>
                  <a:lnTo>
                    <a:pt x="2190686" y="1371"/>
                  </a:lnTo>
                  <a:close/>
                </a:path>
                <a:path w="3413760" h="295909">
                  <a:moveTo>
                    <a:pt x="2190762" y="233349"/>
                  </a:moveTo>
                  <a:lnTo>
                    <a:pt x="2190686" y="226872"/>
                  </a:lnTo>
                  <a:lnTo>
                    <a:pt x="2190204" y="230035"/>
                  </a:lnTo>
                  <a:lnTo>
                    <a:pt x="2190762" y="233349"/>
                  </a:lnTo>
                  <a:close/>
                </a:path>
                <a:path w="3413760" h="295909">
                  <a:moveTo>
                    <a:pt x="2190762" y="152501"/>
                  </a:moveTo>
                  <a:lnTo>
                    <a:pt x="2190686" y="146024"/>
                  </a:lnTo>
                  <a:lnTo>
                    <a:pt x="2190204" y="149186"/>
                  </a:lnTo>
                  <a:lnTo>
                    <a:pt x="2190762" y="152501"/>
                  </a:lnTo>
                  <a:close/>
                </a:path>
                <a:path w="3413760" h="295909">
                  <a:moveTo>
                    <a:pt x="2190762" y="71640"/>
                  </a:moveTo>
                  <a:lnTo>
                    <a:pt x="2190686" y="65163"/>
                  </a:lnTo>
                  <a:lnTo>
                    <a:pt x="2190204" y="68313"/>
                  </a:lnTo>
                  <a:lnTo>
                    <a:pt x="2190762" y="71640"/>
                  </a:lnTo>
                  <a:close/>
                </a:path>
                <a:path w="3413760" h="295909">
                  <a:moveTo>
                    <a:pt x="2200465" y="265201"/>
                  </a:moveTo>
                  <a:lnTo>
                    <a:pt x="2198281" y="261315"/>
                  </a:lnTo>
                  <a:lnTo>
                    <a:pt x="2196338" y="262610"/>
                  </a:lnTo>
                  <a:lnTo>
                    <a:pt x="2200465" y="265201"/>
                  </a:lnTo>
                  <a:close/>
                </a:path>
                <a:path w="3413760" h="295909">
                  <a:moveTo>
                    <a:pt x="2200465" y="184353"/>
                  </a:moveTo>
                  <a:lnTo>
                    <a:pt x="2198281" y="180467"/>
                  </a:lnTo>
                  <a:lnTo>
                    <a:pt x="2196338" y="181762"/>
                  </a:lnTo>
                  <a:lnTo>
                    <a:pt x="2200465" y="184353"/>
                  </a:lnTo>
                  <a:close/>
                </a:path>
                <a:path w="3413760" h="295909">
                  <a:moveTo>
                    <a:pt x="2200465" y="103505"/>
                  </a:moveTo>
                  <a:lnTo>
                    <a:pt x="2198281" y="99618"/>
                  </a:lnTo>
                  <a:lnTo>
                    <a:pt x="2196338" y="100914"/>
                  </a:lnTo>
                  <a:lnTo>
                    <a:pt x="2200465" y="103505"/>
                  </a:lnTo>
                  <a:close/>
                </a:path>
                <a:path w="3413760" h="295909">
                  <a:moveTo>
                    <a:pt x="2200465" y="22644"/>
                  </a:moveTo>
                  <a:lnTo>
                    <a:pt x="2198281" y="18757"/>
                  </a:lnTo>
                  <a:lnTo>
                    <a:pt x="2196338" y="20053"/>
                  </a:lnTo>
                  <a:lnTo>
                    <a:pt x="2200465" y="22644"/>
                  </a:lnTo>
                  <a:close/>
                </a:path>
                <a:path w="3413760" h="295909">
                  <a:moveTo>
                    <a:pt x="2218423" y="285330"/>
                  </a:moveTo>
                  <a:lnTo>
                    <a:pt x="2218169" y="282981"/>
                  </a:lnTo>
                  <a:lnTo>
                    <a:pt x="2212505" y="286537"/>
                  </a:lnTo>
                  <a:lnTo>
                    <a:pt x="2218423" y="285330"/>
                  </a:lnTo>
                  <a:close/>
                </a:path>
                <a:path w="3413760" h="295909">
                  <a:moveTo>
                    <a:pt x="2218423" y="204482"/>
                  </a:moveTo>
                  <a:lnTo>
                    <a:pt x="2218169" y="202133"/>
                  </a:lnTo>
                  <a:lnTo>
                    <a:pt x="2212505" y="205689"/>
                  </a:lnTo>
                  <a:lnTo>
                    <a:pt x="2218423" y="204482"/>
                  </a:lnTo>
                  <a:close/>
                </a:path>
                <a:path w="3413760" h="295909">
                  <a:moveTo>
                    <a:pt x="2218423" y="123634"/>
                  </a:moveTo>
                  <a:lnTo>
                    <a:pt x="2218169" y="121285"/>
                  </a:lnTo>
                  <a:lnTo>
                    <a:pt x="2212505" y="124841"/>
                  </a:lnTo>
                  <a:lnTo>
                    <a:pt x="2218423" y="123634"/>
                  </a:lnTo>
                  <a:close/>
                </a:path>
                <a:path w="3413760" h="295909">
                  <a:moveTo>
                    <a:pt x="2218423" y="42773"/>
                  </a:moveTo>
                  <a:lnTo>
                    <a:pt x="2218169" y="40424"/>
                  </a:lnTo>
                  <a:lnTo>
                    <a:pt x="2212505" y="43980"/>
                  </a:lnTo>
                  <a:lnTo>
                    <a:pt x="2218423" y="42773"/>
                  </a:lnTo>
                  <a:close/>
                </a:path>
                <a:path w="3413760" h="295909">
                  <a:moveTo>
                    <a:pt x="2222614" y="273761"/>
                  </a:moveTo>
                  <a:lnTo>
                    <a:pt x="2221534" y="265595"/>
                  </a:lnTo>
                  <a:lnTo>
                    <a:pt x="2219464" y="265595"/>
                  </a:lnTo>
                  <a:lnTo>
                    <a:pt x="2222614" y="273761"/>
                  </a:lnTo>
                  <a:close/>
                </a:path>
                <a:path w="3413760" h="295909">
                  <a:moveTo>
                    <a:pt x="2222614" y="192925"/>
                  </a:moveTo>
                  <a:lnTo>
                    <a:pt x="2221534" y="184746"/>
                  </a:lnTo>
                  <a:lnTo>
                    <a:pt x="2219464" y="184746"/>
                  </a:lnTo>
                  <a:lnTo>
                    <a:pt x="2222614" y="192925"/>
                  </a:lnTo>
                  <a:close/>
                </a:path>
                <a:path w="3413760" h="295909">
                  <a:moveTo>
                    <a:pt x="2222614" y="112064"/>
                  </a:moveTo>
                  <a:lnTo>
                    <a:pt x="2221534" y="103898"/>
                  </a:lnTo>
                  <a:lnTo>
                    <a:pt x="2219464" y="103898"/>
                  </a:lnTo>
                  <a:lnTo>
                    <a:pt x="2222614" y="112064"/>
                  </a:lnTo>
                  <a:close/>
                </a:path>
                <a:path w="3413760" h="295909">
                  <a:moveTo>
                    <a:pt x="2222614" y="31216"/>
                  </a:moveTo>
                  <a:lnTo>
                    <a:pt x="2221534" y="23037"/>
                  </a:lnTo>
                  <a:lnTo>
                    <a:pt x="2219464" y="23037"/>
                  </a:lnTo>
                  <a:lnTo>
                    <a:pt x="2222614" y="31216"/>
                  </a:lnTo>
                  <a:close/>
                </a:path>
                <a:path w="3413760" h="295909">
                  <a:moveTo>
                    <a:pt x="2228037" y="293979"/>
                  </a:moveTo>
                  <a:lnTo>
                    <a:pt x="2223668" y="293014"/>
                  </a:lnTo>
                  <a:lnTo>
                    <a:pt x="2223427" y="295351"/>
                  </a:lnTo>
                  <a:lnTo>
                    <a:pt x="2228037" y="293979"/>
                  </a:lnTo>
                  <a:close/>
                </a:path>
                <a:path w="3413760" h="295909">
                  <a:moveTo>
                    <a:pt x="2228037" y="213131"/>
                  </a:moveTo>
                  <a:lnTo>
                    <a:pt x="2223668" y="212166"/>
                  </a:lnTo>
                  <a:lnTo>
                    <a:pt x="2223427" y="214503"/>
                  </a:lnTo>
                  <a:lnTo>
                    <a:pt x="2228037" y="213131"/>
                  </a:lnTo>
                  <a:close/>
                </a:path>
                <a:path w="3413760" h="295909">
                  <a:moveTo>
                    <a:pt x="2228037" y="132283"/>
                  </a:moveTo>
                  <a:lnTo>
                    <a:pt x="2223668" y="131318"/>
                  </a:lnTo>
                  <a:lnTo>
                    <a:pt x="2223427" y="133654"/>
                  </a:lnTo>
                  <a:lnTo>
                    <a:pt x="2228037" y="132283"/>
                  </a:lnTo>
                  <a:close/>
                </a:path>
                <a:path w="3413760" h="295909">
                  <a:moveTo>
                    <a:pt x="2228037" y="51422"/>
                  </a:moveTo>
                  <a:lnTo>
                    <a:pt x="2223668" y="50457"/>
                  </a:lnTo>
                  <a:lnTo>
                    <a:pt x="2223427" y="52806"/>
                  </a:lnTo>
                  <a:lnTo>
                    <a:pt x="2228037" y="51422"/>
                  </a:lnTo>
                  <a:close/>
                </a:path>
                <a:path w="3413760" h="295909">
                  <a:moveTo>
                    <a:pt x="2231110" y="284353"/>
                  </a:moveTo>
                  <a:lnTo>
                    <a:pt x="2227961" y="283464"/>
                  </a:lnTo>
                  <a:lnTo>
                    <a:pt x="2224481" y="285330"/>
                  </a:lnTo>
                  <a:lnTo>
                    <a:pt x="2231110" y="284353"/>
                  </a:lnTo>
                  <a:close/>
                </a:path>
                <a:path w="3413760" h="295909">
                  <a:moveTo>
                    <a:pt x="2231110" y="203504"/>
                  </a:moveTo>
                  <a:lnTo>
                    <a:pt x="2227961" y="202615"/>
                  </a:lnTo>
                  <a:lnTo>
                    <a:pt x="2224481" y="204482"/>
                  </a:lnTo>
                  <a:lnTo>
                    <a:pt x="2231110" y="203504"/>
                  </a:lnTo>
                  <a:close/>
                </a:path>
                <a:path w="3413760" h="295909">
                  <a:moveTo>
                    <a:pt x="2231110" y="122656"/>
                  </a:moveTo>
                  <a:lnTo>
                    <a:pt x="2227961" y="121767"/>
                  </a:lnTo>
                  <a:lnTo>
                    <a:pt x="2224481" y="123634"/>
                  </a:lnTo>
                  <a:lnTo>
                    <a:pt x="2231110" y="122656"/>
                  </a:lnTo>
                  <a:close/>
                </a:path>
                <a:path w="3413760" h="295909">
                  <a:moveTo>
                    <a:pt x="2231110" y="41795"/>
                  </a:moveTo>
                  <a:lnTo>
                    <a:pt x="2227961" y="40906"/>
                  </a:lnTo>
                  <a:lnTo>
                    <a:pt x="2224481" y="42773"/>
                  </a:lnTo>
                  <a:lnTo>
                    <a:pt x="2231110" y="41795"/>
                  </a:lnTo>
                  <a:close/>
                </a:path>
                <a:path w="3413760" h="295909">
                  <a:moveTo>
                    <a:pt x="2242756" y="233349"/>
                  </a:moveTo>
                  <a:lnTo>
                    <a:pt x="2242324" y="229463"/>
                  </a:lnTo>
                  <a:lnTo>
                    <a:pt x="2240000" y="229463"/>
                  </a:lnTo>
                  <a:lnTo>
                    <a:pt x="2242756" y="233349"/>
                  </a:lnTo>
                  <a:close/>
                </a:path>
                <a:path w="3413760" h="295909">
                  <a:moveTo>
                    <a:pt x="2242756" y="152501"/>
                  </a:moveTo>
                  <a:lnTo>
                    <a:pt x="2242324" y="148615"/>
                  </a:lnTo>
                  <a:lnTo>
                    <a:pt x="2240000" y="148615"/>
                  </a:lnTo>
                  <a:lnTo>
                    <a:pt x="2242756" y="152501"/>
                  </a:lnTo>
                  <a:close/>
                </a:path>
                <a:path w="3413760" h="295909">
                  <a:moveTo>
                    <a:pt x="2242756" y="71640"/>
                  </a:moveTo>
                  <a:lnTo>
                    <a:pt x="2242324" y="67754"/>
                  </a:lnTo>
                  <a:lnTo>
                    <a:pt x="2240000" y="67754"/>
                  </a:lnTo>
                  <a:lnTo>
                    <a:pt x="2242756" y="71640"/>
                  </a:lnTo>
                  <a:close/>
                </a:path>
                <a:path w="3413760" h="295909">
                  <a:moveTo>
                    <a:pt x="2258847" y="244906"/>
                  </a:moveTo>
                  <a:lnTo>
                    <a:pt x="2258593" y="242557"/>
                  </a:lnTo>
                  <a:lnTo>
                    <a:pt x="2252942" y="246113"/>
                  </a:lnTo>
                  <a:lnTo>
                    <a:pt x="2258847" y="244906"/>
                  </a:lnTo>
                  <a:close/>
                </a:path>
                <a:path w="3413760" h="295909">
                  <a:moveTo>
                    <a:pt x="2258847" y="164058"/>
                  </a:moveTo>
                  <a:lnTo>
                    <a:pt x="2258593" y="161709"/>
                  </a:lnTo>
                  <a:lnTo>
                    <a:pt x="2252942" y="165265"/>
                  </a:lnTo>
                  <a:lnTo>
                    <a:pt x="2258847" y="164058"/>
                  </a:lnTo>
                  <a:close/>
                </a:path>
                <a:path w="3413760" h="295909">
                  <a:moveTo>
                    <a:pt x="2258847" y="83210"/>
                  </a:moveTo>
                  <a:lnTo>
                    <a:pt x="2258593" y="80873"/>
                  </a:lnTo>
                  <a:lnTo>
                    <a:pt x="2252942" y="84416"/>
                  </a:lnTo>
                  <a:lnTo>
                    <a:pt x="2258847" y="83210"/>
                  </a:lnTo>
                  <a:close/>
                </a:path>
                <a:path w="3413760" h="295909">
                  <a:moveTo>
                    <a:pt x="2258847" y="2349"/>
                  </a:moveTo>
                  <a:lnTo>
                    <a:pt x="2258593" y="0"/>
                  </a:lnTo>
                  <a:lnTo>
                    <a:pt x="2252942" y="3556"/>
                  </a:lnTo>
                  <a:lnTo>
                    <a:pt x="2258847" y="2349"/>
                  </a:lnTo>
                  <a:close/>
                </a:path>
                <a:path w="3413760" h="295909">
                  <a:moveTo>
                    <a:pt x="2259647" y="252577"/>
                  </a:moveTo>
                  <a:lnTo>
                    <a:pt x="2255278" y="253555"/>
                  </a:lnTo>
                  <a:lnTo>
                    <a:pt x="2256015" y="255739"/>
                  </a:lnTo>
                  <a:lnTo>
                    <a:pt x="2259647" y="252577"/>
                  </a:lnTo>
                  <a:close/>
                </a:path>
                <a:path w="3413760" h="295909">
                  <a:moveTo>
                    <a:pt x="2259647" y="171742"/>
                  </a:moveTo>
                  <a:lnTo>
                    <a:pt x="2255278" y="172707"/>
                  </a:lnTo>
                  <a:lnTo>
                    <a:pt x="2256015" y="174891"/>
                  </a:lnTo>
                  <a:lnTo>
                    <a:pt x="2259647" y="171742"/>
                  </a:lnTo>
                  <a:close/>
                </a:path>
                <a:path w="3413760" h="295909">
                  <a:moveTo>
                    <a:pt x="2259647" y="90881"/>
                  </a:moveTo>
                  <a:lnTo>
                    <a:pt x="2255278" y="91859"/>
                  </a:lnTo>
                  <a:lnTo>
                    <a:pt x="2256015" y="94043"/>
                  </a:lnTo>
                  <a:lnTo>
                    <a:pt x="2259647" y="90881"/>
                  </a:lnTo>
                  <a:close/>
                </a:path>
                <a:path w="3413760" h="295909">
                  <a:moveTo>
                    <a:pt x="2259647" y="10033"/>
                  </a:moveTo>
                  <a:lnTo>
                    <a:pt x="2255278" y="10998"/>
                  </a:lnTo>
                  <a:lnTo>
                    <a:pt x="2256015" y="13182"/>
                  </a:lnTo>
                  <a:lnTo>
                    <a:pt x="2259647" y="10033"/>
                  </a:lnTo>
                  <a:close/>
                </a:path>
                <a:path w="3413760" h="295909">
                  <a:moveTo>
                    <a:pt x="2268474" y="253555"/>
                  </a:moveTo>
                  <a:lnTo>
                    <a:pt x="2263851" y="254927"/>
                  </a:lnTo>
                  <a:lnTo>
                    <a:pt x="2267724" y="255739"/>
                  </a:lnTo>
                  <a:lnTo>
                    <a:pt x="2268474" y="253555"/>
                  </a:lnTo>
                  <a:close/>
                </a:path>
                <a:path w="3413760" h="295909">
                  <a:moveTo>
                    <a:pt x="2268474" y="172707"/>
                  </a:moveTo>
                  <a:lnTo>
                    <a:pt x="2263851" y="174078"/>
                  </a:lnTo>
                  <a:lnTo>
                    <a:pt x="2267724" y="174891"/>
                  </a:lnTo>
                  <a:lnTo>
                    <a:pt x="2268474" y="172707"/>
                  </a:lnTo>
                  <a:close/>
                </a:path>
                <a:path w="3413760" h="295909">
                  <a:moveTo>
                    <a:pt x="2268474" y="91859"/>
                  </a:moveTo>
                  <a:lnTo>
                    <a:pt x="2263851" y="93230"/>
                  </a:lnTo>
                  <a:lnTo>
                    <a:pt x="2267724" y="94043"/>
                  </a:lnTo>
                  <a:lnTo>
                    <a:pt x="2268474" y="91859"/>
                  </a:lnTo>
                  <a:close/>
                </a:path>
                <a:path w="3413760" h="295909">
                  <a:moveTo>
                    <a:pt x="2268474" y="10998"/>
                  </a:moveTo>
                  <a:lnTo>
                    <a:pt x="2263851" y="12369"/>
                  </a:lnTo>
                  <a:lnTo>
                    <a:pt x="2267724" y="13182"/>
                  </a:lnTo>
                  <a:lnTo>
                    <a:pt x="2268474" y="10998"/>
                  </a:lnTo>
                  <a:close/>
                </a:path>
                <a:path w="3413760" h="295909">
                  <a:moveTo>
                    <a:pt x="2271547" y="243928"/>
                  </a:moveTo>
                  <a:lnTo>
                    <a:pt x="2268385" y="243039"/>
                  </a:lnTo>
                  <a:lnTo>
                    <a:pt x="2264905" y="244906"/>
                  </a:lnTo>
                  <a:lnTo>
                    <a:pt x="2271547" y="243928"/>
                  </a:lnTo>
                  <a:close/>
                </a:path>
                <a:path w="3413760" h="295909">
                  <a:moveTo>
                    <a:pt x="2271547" y="163080"/>
                  </a:moveTo>
                  <a:lnTo>
                    <a:pt x="2268385" y="162204"/>
                  </a:lnTo>
                  <a:lnTo>
                    <a:pt x="2264905" y="164058"/>
                  </a:lnTo>
                  <a:lnTo>
                    <a:pt x="2271547" y="163080"/>
                  </a:lnTo>
                  <a:close/>
                </a:path>
                <a:path w="3413760" h="295909">
                  <a:moveTo>
                    <a:pt x="2271547" y="82232"/>
                  </a:moveTo>
                  <a:lnTo>
                    <a:pt x="2268385" y="81343"/>
                  </a:lnTo>
                  <a:lnTo>
                    <a:pt x="2264905" y="83210"/>
                  </a:lnTo>
                  <a:lnTo>
                    <a:pt x="2271547" y="82232"/>
                  </a:lnTo>
                  <a:close/>
                </a:path>
                <a:path w="3413760" h="295909">
                  <a:moveTo>
                    <a:pt x="2271547" y="1371"/>
                  </a:moveTo>
                  <a:lnTo>
                    <a:pt x="2268385" y="482"/>
                  </a:lnTo>
                  <a:lnTo>
                    <a:pt x="2264905" y="2349"/>
                  </a:lnTo>
                  <a:lnTo>
                    <a:pt x="2271547" y="1371"/>
                  </a:lnTo>
                  <a:close/>
                </a:path>
                <a:path w="3413760" h="295909">
                  <a:moveTo>
                    <a:pt x="2271623" y="233349"/>
                  </a:moveTo>
                  <a:lnTo>
                    <a:pt x="2271547" y="226872"/>
                  </a:lnTo>
                  <a:lnTo>
                    <a:pt x="2271039" y="230035"/>
                  </a:lnTo>
                  <a:lnTo>
                    <a:pt x="2271623" y="233349"/>
                  </a:lnTo>
                  <a:close/>
                </a:path>
                <a:path w="3413760" h="295909">
                  <a:moveTo>
                    <a:pt x="2271623" y="152501"/>
                  </a:moveTo>
                  <a:lnTo>
                    <a:pt x="2271547" y="146024"/>
                  </a:lnTo>
                  <a:lnTo>
                    <a:pt x="2271039" y="149186"/>
                  </a:lnTo>
                  <a:lnTo>
                    <a:pt x="2271623" y="152501"/>
                  </a:lnTo>
                  <a:close/>
                </a:path>
                <a:path w="3413760" h="295909">
                  <a:moveTo>
                    <a:pt x="2271623" y="71640"/>
                  </a:moveTo>
                  <a:lnTo>
                    <a:pt x="2271547" y="65163"/>
                  </a:lnTo>
                  <a:lnTo>
                    <a:pt x="2271039" y="68313"/>
                  </a:lnTo>
                  <a:lnTo>
                    <a:pt x="2271623" y="71640"/>
                  </a:lnTo>
                  <a:close/>
                </a:path>
                <a:path w="3413760" h="295909">
                  <a:moveTo>
                    <a:pt x="2281313" y="265201"/>
                  </a:moveTo>
                  <a:lnTo>
                    <a:pt x="2279142" y="261315"/>
                  </a:lnTo>
                  <a:lnTo>
                    <a:pt x="2277199" y="262610"/>
                  </a:lnTo>
                  <a:lnTo>
                    <a:pt x="2281313" y="265201"/>
                  </a:lnTo>
                  <a:close/>
                </a:path>
                <a:path w="3413760" h="295909">
                  <a:moveTo>
                    <a:pt x="2281313" y="184353"/>
                  </a:moveTo>
                  <a:lnTo>
                    <a:pt x="2279142" y="180467"/>
                  </a:lnTo>
                  <a:lnTo>
                    <a:pt x="2277199" y="181762"/>
                  </a:lnTo>
                  <a:lnTo>
                    <a:pt x="2281313" y="184353"/>
                  </a:lnTo>
                  <a:close/>
                </a:path>
                <a:path w="3413760" h="295909">
                  <a:moveTo>
                    <a:pt x="2281313" y="103505"/>
                  </a:moveTo>
                  <a:lnTo>
                    <a:pt x="2279142" y="99618"/>
                  </a:lnTo>
                  <a:lnTo>
                    <a:pt x="2277199" y="100914"/>
                  </a:lnTo>
                  <a:lnTo>
                    <a:pt x="2281313" y="103505"/>
                  </a:lnTo>
                  <a:close/>
                </a:path>
                <a:path w="3413760" h="295909">
                  <a:moveTo>
                    <a:pt x="2281313" y="22644"/>
                  </a:moveTo>
                  <a:lnTo>
                    <a:pt x="2279142" y="18757"/>
                  </a:lnTo>
                  <a:lnTo>
                    <a:pt x="2277199" y="20053"/>
                  </a:lnTo>
                  <a:lnTo>
                    <a:pt x="2281313" y="22644"/>
                  </a:lnTo>
                  <a:close/>
                </a:path>
                <a:path w="3413760" h="295909">
                  <a:moveTo>
                    <a:pt x="2299271" y="285330"/>
                  </a:moveTo>
                  <a:lnTo>
                    <a:pt x="2299030" y="282981"/>
                  </a:lnTo>
                  <a:lnTo>
                    <a:pt x="2293366" y="286537"/>
                  </a:lnTo>
                  <a:lnTo>
                    <a:pt x="2299271" y="285330"/>
                  </a:lnTo>
                  <a:close/>
                </a:path>
                <a:path w="3413760" h="295909">
                  <a:moveTo>
                    <a:pt x="2299271" y="204482"/>
                  </a:moveTo>
                  <a:lnTo>
                    <a:pt x="2299030" y="202133"/>
                  </a:lnTo>
                  <a:lnTo>
                    <a:pt x="2293366" y="205689"/>
                  </a:lnTo>
                  <a:lnTo>
                    <a:pt x="2299271" y="204482"/>
                  </a:lnTo>
                  <a:close/>
                </a:path>
                <a:path w="3413760" h="295909">
                  <a:moveTo>
                    <a:pt x="2299271" y="123634"/>
                  </a:moveTo>
                  <a:lnTo>
                    <a:pt x="2299030" y="121285"/>
                  </a:lnTo>
                  <a:lnTo>
                    <a:pt x="2293366" y="124841"/>
                  </a:lnTo>
                  <a:lnTo>
                    <a:pt x="2299271" y="123634"/>
                  </a:lnTo>
                  <a:close/>
                </a:path>
                <a:path w="3413760" h="295909">
                  <a:moveTo>
                    <a:pt x="2299271" y="42773"/>
                  </a:moveTo>
                  <a:lnTo>
                    <a:pt x="2299030" y="40424"/>
                  </a:lnTo>
                  <a:lnTo>
                    <a:pt x="2293366" y="43980"/>
                  </a:lnTo>
                  <a:lnTo>
                    <a:pt x="2299271" y="42773"/>
                  </a:lnTo>
                  <a:close/>
                </a:path>
                <a:path w="3413760" h="295909">
                  <a:moveTo>
                    <a:pt x="2303475" y="273761"/>
                  </a:moveTo>
                  <a:lnTo>
                    <a:pt x="2302370" y="265595"/>
                  </a:lnTo>
                  <a:lnTo>
                    <a:pt x="2300325" y="265595"/>
                  </a:lnTo>
                  <a:lnTo>
                    <a:pt x="2303475" y="273761"/>
                  </a:lnTo>
                  <a:close/>
                </a:path>
                <a:path w="3413760" h="295909">
                  <a:moveTo>
                    <a:pt x="2303475" y="192925"/>
                  </a:moveTo>
                  <a:lnTo>
                    <a:pt x="2302370" y="184746"/>
                  </a:lnTo>
                  <a:lnTo>
                    <a:pt x="2300325" y="184746"/>
                  </a:lnTo>
                  <a:lnTo>
                    <a:pt x="2303475" y="192925"/>
                  </a:lnTo>
                  <a:close/>
                </a:path>
                <a:path w="3413760" h="295909">
                  <a:moveTo>
                    <a:pt x="2303475" y="112064"/>
                  </a:moveTo>
                  <a:lnTo>
                    <a:pt x="2302370" y="103898"/>
                  </a:lnTo>
                  <a:lnTo>
                    <a:pt x="2300325" y="103898"/>
                  </a:lnTo>
                  <a:lnTo>
                    <a:pt x="2303475" y="112064"/>
                  </a:lnTo>
                  <a:close/>
                </a:path>
                <a:path w="3413760" h="295909">
                  <a:moveTo>
                    <a:pt x="2303475" y="31216"/>
                  </a:moveTo>
                  <a:lnTo>
                    <a:pt x="2302370" y="23037"/>
                  </a:lnTo>
                  <a:lnTo>
                    <a:pt x="2300325" y="23037"/>
                  </a:lnTo>
                  <a:lnTo>
                    <a:pt x="2303475" y="31216"/>
                  </a:lnTo>
                  <a:close/>
                </a:path>
                <a:path w="3413760" h="295909">
                  <a:moveTo>
                    <a:pt x="2308898" y="293979"/>
                  </a:moveTo>
                  <a:lnTo>
                    <a:pt x="2304516" y="293014"/>
                  </a:lnTo>
                  <a:lnTo>
                    <a:pt x="2304288" y="295351"/>
                  </a:lnTo>
                  <a:lnTo>
                    <a:pt x="2308898" y="293979"/>
                  </a:lnTo>
                  <a:close/>
                </a:path>
                <a:path w="3413760" h="295909">
                  <a:moveTo>
                    <a:pt x="2308898" y="213131"/>
                  </a:moveTo>
                  <a:lnTo>
                    <a:pt x="2304516" y="212166"/>
                  </a:lnTo>
                  <a:lnTo>
                    <a:pt x="2304288" y="214503"/>
                  </a:lnTo>
                  <a:lnTo>
                    <a:pt x="2308898" y="213131"/>
                  </a:lnTo>
                  <a:close/>
                </a:path>
                <a:path w="3413760" h="295909">
                  <a:moveTo>
                    <a:pt x="2308898" y="132283"/>
                  </a:moveTo>
                  <a:lnTo>
                    <a:pt x="2304516" y="131318"/>
                  </a:lnTo>
                  <a:lnTo>
                    <a:pt x="2304288" y="133654"/>
                  </a:lnTo>
                  <a:lnTo>
                    <a:pt x="2308898" y="132283"/>
                  </a:lnTo>
                  <a:close/>
                </a:path>
                <a:path w="3413760" h="295909">
                  <a:moveTo>
                    <a:pt x="2308898" y="51422"/>
                  </a:moveTo>
                  <a:lnTo>
                    <a:pt x="2304516" y="50457"/>
                  </a:lnTo>
                  <a:lnTo>
                    <a:pt x="2304288" y="52806"/>
                  </a:lnTo>
                  <a:lnTo>
                    <a:pt x="2308898" y="51422"/>
                  </a:lnTo>
                  <a:close/>
                </a:path>
                <a:path w="3413760" h="295909">
                  <a:moveTo>
                    <a:pt x="2311958" y="284353"/>
                  </a:moveTo>
                  <a:lnTo>
                    <a:pt x="2308809" y="283464"/>
                  </a:lnTo>
                  <a:lnTo>
                    <a:pt x="2305329" y="285330"/>
                  </a:lnTo>
                  <a:lnTo>
                    <a:pt x="2311958" y="284353"/>
                  </a:lnTo>
                  <a:close/>
                </a:path>
                <a:path w="3413760" h="295909">
                  <a:moveTo>
                    <a:pt x="2311958" y="203504"/>
                  </a:moveTo>
                  <a:lnTo>
                    <a:pt x="2308809" y="202615"/>
                  </a:lnTo>
                  <a:lnTo>
                    <a:pt x="2305329" y="204482"/>
                  </a:lnTo>
                  <a:lnTo>
                    <a:pt x="2311958" y="203504"/>
                  </a:lnTo>
                  <a:close/>
                </a:path>
                <a:path w="3413760" h="295909">
                  <a:moveTo>
                    <a:pt x="2311958" y="122656"/>
                  </a:moveTo>
                  <a:lnTo>
                    <a:pt x="2308809" y="121767"/>
                  </a:lnTo>
                  <a:lnTo>
                    <a:pt x="2305329" y="123634"/>
                  </a:lnTo>
                  <a:lnTo>
                    <a:pt x="2311958" y="122656"/>
                  </a:lnTo>
                  <a:close/>
                </a:path>
                <a:path w="3413760" h="295909">
                  <a:moveTo>
                    <a:pt x="2311958" y="41795"/>
                  </a:moveTo>
                  <a:lnTo>
                    <a:pt x="2308809" y="40906"/>
                  </a:lnTo>
                  <a:lnTo>
                    <a:pt x="2305329" y="42773"/>
                  </a:lnTo>
                  <a:lnTo>
                    <a:pt x="2311958" y="41795"/>
                  </a:lnTo>
                  <a:close/>
                </a:path>
                <a:path w="3413760" h="295909">
                  <a:moveTo>
                    <a:pt x="2323592" y="233349"/>
                  </a:moveTo>
                  <a:lnTo>
                    <a:pt x="2323173" y="229463"/>
                  </a:lnTo>
                  <a:lnTo>
                    <a:pt x="2320861" y="229463"/>
                  </a:lnTo>
                  <a:lnTo>
                    <a:pt x="2323592" y="233349"/>
                  </a:lnTo>
                  <a:close/>
                </a:path>
                <a:path w="3413760" h="295909">
                  <a:moveTo>
                    <a:pt x="2323592" y="152501"/>
                  </a:moveTo>
                  <a:lnTo>
                    <a:pt x="2323173" y="148615"/>
                  </a:lnTo>
                  <a:lnTo>
                    <a:pt x="2320861" y="148615"/>
                  </a:lnTo>
                  <a:lnTo>
                    <a:pt x="2323592" y="152501"/>
                  </a:lnTo>
                  <a:close/>
                </a:path>
                <a:path w="3413760" h="295909">
                  <a:moveTo>
                    <a:pt x="2323592" y="71640"/>
                  </a:moveTo>
                  <a:lnTo>
                    <a:pt x="2323173" y="67754"/>
                  </a:lnTo>
                  <a:lnTo>
                    <a:pt x="2320861" y="67754"/>
                  </a:lnTo>
                  <a:lnTo>
                    <a:pt x="2323592" y="71640"/>
                  </a:lnTo>
                  <a:close/>
                </a:path>
                <a:path w="3413760" h="295909">
                  <a:moveTo>
                    <a:pt x="2339695" y="244906"/>
                  </a:moveTo>
                  <a:lnTo>
                    <a:pt x="2339441" y="242557"/>
                  </a:lnTo>
                  <a:lnTo>
                    <a:pt x="2333790" y="246113"/>
                  </a:lnTo>
                  <a:lnTo>
                    <a:pt x="2339695" y="244906"/>
                  </a:lnTo>
                  <a:close/>
                </a:path>
                <a:path w="3413760" h="295909">
                  <a:moveTo>
                    <a:pt x="2339695" y="164058"/>
                  </a:moveTo>
                  <a:lnTo>
                    <a:pt x="2339441" y="161709"/>
                  </a:lnTo>
                  <a:lnTo>
                    <a:pt x="2333790" y="165265"/>
                  </a:lnTo>
                  <a:lnTo>
                    <a:pt x="2339695" y="164058"/>
                  </a:lnTo>
                  <a:close/>
                </a:path>
                <a:path w="3413760" h="295909">
                  <a:moveTo>
                    <a:pt x="2339695" y="83210"/>
                  </a:moveTo>
                  <a:lnTo>
                    <a:pt x="2339441" y="80873"/>
                  </a:lnTo>
                  <a:lnTo>
                    <a:pt x="2333790" y="84416"/>
                  </a:lnTo>
                  <a:lnTo>
                    <a:pt x="2339695" y="83210"/>
                  </a:lnTo>
                  <a:close/>
                </a:path>
                <a:path w="3413760" h="295909">
                  <a:moveTo>
                    <a:pt x="2339695" y="2349"/>
                  </a:moveTo>
                  <a:lnTo>
                    <a:pt x="2339441" y="0"/>
                  </a:lnTo>
                  <a:lnTo>
                    <a:pt x="2333790" y="3556"/>
                  </a:lnTo>
                  <a:lnTo>
                    <a:pt x="2339695" y="2349"/>
                  </a:lnTo>
                  <a:close/>
                </a:path>
                <a:path w="3413760" h="295909">
                  <a:moveTo>
                    <a:pt x="2340508" y="252577"/>
                  </a:moveTo>
                  <a:lnTo>
                    <a:pt x="2336127" y="253555"/>
                  </a:lnTo>
                  <a:lnTo>
                    <a:pt x="2336863" y="255739"/>
                  </a:lnTo>
                  <a:lnTo>
                    <a:pt x="2340508" y="252577"/>
                  </a:lnTo>
                  <a:close/>
                </a:path>
                <a:path w="3413760" h="295909">
                  <a:moveTo>
                    <a:pt x="2340508" y="171742"/>
                  </a:moveTo>
                  <a:lnTo>
                    <a:pt x="2336127" y="172707"/>
                  </a:lnTo>
                  <a:lnTo>
                    <a:pt x="2336863" y="174891"/>
                  </a:lnTo>
                  <a:lnTo>
                    <a:pt x="2340508" y="171742"/>
                  </a:lnTo>
                  <a:close/>
                </a:path>
                <a:path w="3413760" h="295909">
                  <a:moveTo>
                    <a:pt x="2340508" y="90881"/>
                  </a:moveTo>
                  <a:lnTo>
                    <a:pt x="2336127" y="91859"/>
                  </a:lnTo>
                  <a:lnTo>
                    <a:pt x="2336863" y="94043"/>
                  </a:lnTo>
                  <a:lnTo>
                    <a:pt x="2340508" y="90881"/>
                  </a:lnTo>
                  <a:close/>
                </a:path>
                <a:path w="3413760" h="295909">
                  <a:moveTo>
                    <a:pt x="2340508" y="10033"/>
                  </a:moveTo>
                  <a:lnTo>
                    <a:pt x="2336127" y="10998"/>
                  </a:lnTo>
                  <a:lnTo>
                    <a:pt x="2336863" y="13182"/>
                  </a:lnTo>
                  <a:lnTo>
                    <a:pt x="2340508" y="10033"/>
                  </a:lnTo>
                  <a:close/>
                </a:path>
                <a:path w="3413760" h="295909">
                  <a:moveTo>
                    <a:pt x="2349322" y="253555"/>
                  </a:moveTo>
                  <a:lnTo>
                    <a:pt x="2344712" y="254927"/>
                  </a:lnTo>
                  <a:lnTo>
                    <a:pt x="2348585" y="255739"/>
                  </a:lnTo>
                  <a:lnTo>
                    <a:pt x="2349322" y="253555"/>
                  </a:lnTo>
                  <a:close/>
                </a:path>
                <a:path w="3413760" h="295909">
                  <a:moveTo>
                    <a:pt x="2349322" y="172707"/>
                  </a:moveTo>
                  <a:lnTo>
                    <a:pt x="2344712" y="174078"/>
                  </a:lnTo>
                  <a:lnTo>
                    <a:pt x="2348585" y="174891"/>
                  </a:lnTo>
                  <a:lnTo>
                    <a:pt x="2349322" y="172707"/>
                  </a:lnTo>
                  <a:close/>
                </a:path>
                <a:path w="3413760" h="295909">
                  <a:moveTo>
                    <a:pt x="2349322" y="91859"/>
                  </a:moveTo>
                  <a:lnTo>
                    <a:pt x="2344712" y="93230"/>
                  </a:lnTo>
                  <a:lnTo>
                    <a:pt x="2348585" y="94043"/>
                  </a:lnTo>
                  <a:lnTo>
                    <a:pt x="2349322" y="91859"/>
                  </a:lnTo>
                  <a:close/>
                </a:path>
                <a:path w="3413760" h="295909">
                  <a:moveTo>
                    <a:pt x="2349322" y="10998"/>
                  </a:moveTo>
                  <a:lnTo>
                    <a:pt x="2344712" y="12369"/>
                  </a:lnTo>
                  <a:lnTo>
                    <a:pt x="2348585" y="13182"/>
                  </a:lnTo>
                  <a:lnTo>
                    <a:pt x="2349322" y="10998"/>
                  </a:lnTo>
                  <a:close/>
                </a:path>
                <a:path w="3413760" h="295909">
                  <a:moveTo>
                    <a:pt x="2352383" y="243928"/>
                  </a:moveTo>
                  <a:lnTo>
                    <a:pt x="2349233" y="243039"/>
                  </a:lnTo>
                  <a:lnTo>
                    <a:pt x="2345753" y="244906"/>
                  </a:lnTo>
                  <a:lnTo>
                    <a:pt x="2352383" y="243928"/>
                  </a:lnTo>
                  <a:close/>
                </a:path>
                <a:path w="3413760" h="295909">
                  <a:moveTo>
                    <a:pt x="2352383" y="163080"/>
                  </a:moveTo>
                  <a:lnTo>
                    <a:pt x="2349233" y="162204"/>
                  </a:lnTo>
                  <a:lnTo>
                    <a:pt x="2345753" y="164058"/>
                  </a:lnTo>
                  <a:lnTo>
                    <a:pt x="2352383" y="163080"/>
                  </a:lnTo>
                  <a:close/>
                </a:path>
                <a:path w="3413760" h="295909">
                  <a:moveTo>
                    <a:pt x="2352383" y="82232"/>
                  </a:moveTo>
                  <a:lnTo>
                    <a:pt x="2349233" y="81343"/>
                  </a:lnTo>
                  <a:lnTo>
                    <a:pt x="2345753" y="83210"/>
                  </a:lnTo>
                  <a:lnTo>
                    <a:pt x="2352383" y="82232"/>
                  </a:lnTo>
                  <a:close/>
                </a:path>
                <a:path w="3413760" h="295909">
                  <a:moveTo>
                    <a:pt x="2352383" y="1371"/>
                  </a:moveTo>
                  <a:lnTo>
                    <a:pt x="2349233" y="482"/>
                  </a:lnTo>
                  <a:lnTo>
                    <a:pt x="2345753" y="2349"/>
                  </a:lnTo>
                  <a:lnTo>
                    <a:pt x="2352383" y="1371"/>
                  </a:lnTo>
                  <a:close/>
                </a:path>
                <a:path w="3413760" h="295909">
                  <a:moveTo>
                    <a:pt x="2352471" y="233349"/>
                  </a:moveTo>
                  <a:lnTo>
                    <a:pt x="2352383" y="226872"/>
                  </a:lnTo>
                  <a:lnTo>
                    <a:pt x="2351913" y="230035"/>
                  </a:lnTo>
                  <a:lnTo>
                    <a:pt x="2352471" y="233349"/>
                  </a:lnTo>
                  <a:close/>
                </a:path>
                <a:path w="3413760" h="295909">
                  <a:moveTo>
                    <a:pt x="2352471" y="152501"/>
                  </a:moveTo>
                  <a:lnTo>
                    <a:pt x="2352383" y="146024"/>
                  </a:lnTo>
                  <a:lnTo>
                    <a:pt x="2351913" y="149186"/>
                  </a:lnTo>
                  <a:lnTo>
                    <a:pt x="2352471" y="152501"/>
                  </a:lnTo>
                  <a:close/>
                </a:path>
                <a:path w="3413760" h="295909">
                  <a:moveTo>
                    <a:pt x="2352471" y="71640"/>
                  </a:moveTo>
                  <a:lnTo>
                    <a:pt x="2352383" y="65163"/>
                  </a:lnTo>
                  <a:lnTo>
                    <a:pt x="2351913" y="68313"/>
                  </a:lnTo>
                  <a:lnTo>
                    <a:pt x="2352471" y="71640"/>
                  </a:lnTo>
                  <a:close/>
                </a:path>
                <a:path w="3413760" h="295909">
                  <a:moveTo>
                    <a:pt x="2362174" y="265201"/>
                  </a:moveTo>
                  <a:lnTo>
                    <a:pt x="2359977" y="261315"/>
                  </a:lnTo>
                  <a:lnTo>
                    <a:pt x="2358047" y="262610"/>
                  </a:lnTo>
                  <a:lnTo>
                    <a:pt x="2362174" y="265201"/>
                  </a:lnTo>
                  <a:close/>
                </a:path>
                <a:path w="3413760" h="295909">
                  <a:moveTo>
                    <a:pt x="2362174" y="184353"/>
                  </a:moveTo>
                  <a:lnTo>
                    <a:pt x="2359977" y="180467"/>
                  </a:lnTo>
                  <a:lnTo>
                    <a:pt x="2358047" y="181762"/>
                  </a:lnTo>
                  <a:lnTo>
                    <a:pt x="2362174" y="184353"/>
                  </a:lnTo>
                  <a:close/>
                </a:path>
                <a:path w="3413760" h="295909">
                  <a:moveTo>
                    <a:pt x="2362174" y="103505"/>
                  </a:moveTo>
                  <a:lnTo>
                    <a:pt x="2359977" y="99618"/>
                  </a:lnTo>
                  <a:lnTo>
                    <a:pt x="2358047" y="100914"/>
                  </a:lnTo>
                  <a:lnTo>
                    <a:pt x="2362174" y="103505"/>
                  </a:lnTo>
                  <a:close/>
                </a:path>
                <a:path w="3413760" h="295909">
                  <a:moveTo>
                    <a:pt x="2362174" y="22644"/>
                  </a:moveTo>
                  <a:lnTo>
                    <a:pt x="2359977" y="18757"/>
                  </a:lnTo>
                  <a:lnTo>
                    <a:pt x="2358047" y="20053"/>
                  </a:lnTo>
                  <a:lnTo>
                    <a:pt x="2362174" y="22644"/>
                  </a:lnTo>
                  <a:close/>
                </a:path>
                <a:path w="3413760" h="295909">
                  <a:moveTo>
                    <a:pt x="2380119" y="285330"/>
                  </a:moveTo>
                  <a:lnTo>
                    <a:pt x="2379865" y="282981"/>
                  </a:lnTo>
                  <a:lnTo>
                    <a:pt x="2374201" y="286537"/>
                  </a:lnTo>
                  <a:lnTo>
                    <a:pt x="2380119" y="285330"/>
                  </a:lnTo>
                  <a:close/>
                </a:path>
                <a:path w="3413760" h="295909">
                  <a:moveTo>
                    <a:pt x="2380119" y="204482"/>
                  </a:moveTo>
                  <a:lnTo>
                    <a:pt x="2379865" y="202133"/>
                  </a:lnTo>
                  <a:lnTo>
                    <a:pt x="2374201" y="205689"/>
                  </a:lnTo>
                  <a:lnTo>
                    <a:pt x="2380119" y="204482"/>
                  </a:lnTo>
                  <a:close/>
                </a:path>
                <a:path w="3413760" h="295909">
                  <a:moveTo>
                    <a:pt x="2380119" y="123634"/>
                  </a:moveTo>
                  <a:lnTo>
                    <a:pt x="2379865" y="121285"/>
                  </a:lnTo>
                  <a:lnTo>
                    <a:pt x="2374201" y="124841"/>
                  </a:lnTo>
                  <a:lnTo>
                    <a:pt x="2380119" y="123634"/>
                  </a:lnTo>
                  <a:close/>
                </a:path>
                <a:path w="3413760" h="295909">
                  <a:moveTo>
                    <a:pt x="2380119" y="42773"/>
                  </a:moveTo>
                  <a:lnTo>
                    <a:pt x="2379865" y="40424"/>
                  </a:lnTo>
                  <a:lnTo>
                    <a:pt x="2374201" y="43980"/>
                  </a:lnTo>
                  <a:lnTo>
                    <a:pt x="2380119" y="42773"/>
                  </a:lnTo>
                  <a:close/>
                </a:path>
                <a:path w="3413760" h="295909">
                  <a:moveTo>
                    <a:pt x="2384323" y="273761"/>
                  </a:moveTo>
                  <a:lnTo>
                    <a:pt x="2383231" y="265595"/>
                  </a:lnTo>
                  <a:lnTo>
                    <a:pt x="2381173" y="265595"/>
                  </a:lnTo>
                  <a:lnTo>
                    <a:pt x="2384323" y="273761"/>
                  </a:lnTo>
                  <a:close/>
                </a:path>
                <a:path w="3413760" h="295909">
                  <a:moveTo>
                    <a:pt x="2384323" y="192925"/>
                  </a:moveTo>
                  <a:lnTo>
                    <a:pt x="2383231" y="184746"/>
                  </a:lnTo>
                  <a:lnTo>
                    <a:pt x="2381173" y="184746"/>
                  </a:lnTo>
                  <a:lnTo>
                    <a:pt x="2384323" y="192925"/>
                  </a:lnTo>
                  <a:close/>
                </a:path>
                <a:path w="3413760" h="295909">
                  <a:moveTo>
                    <a:pt x="2384323" y="112064"/>
                  </a:moveTo>
                  <a:lnTo>
                    <a:pt x="2383231" y="103898"/>
                  </a:lnTo>
                  <a:lnTo>
                    <a:pt x="2381173" y="103898"/>
                  </a:lnTo>
                  <a:lnTo>
                    <a:pt x="2384323" y="112064"/>
                  </a:lnTo>
                  <a:close/>
                </a:path>
                <a:path w="3413760" h="295909">
                  <a:moveTo>
                    <a:pt x="2384323" y="31216"/>
                  </a:moveTo>
                  <a:lnTo>
                    <a:pt x="2383231" y="23037"/>
                  </a:lnTo>
                  <a:lnTo>
                    <a:pt x="2381173" y="23037"/>
                  </a:lnTo>
                  <a:lnTo>
                    <a:pt x="2384323" y="31216"/>
                  </a:lnTo>
                  <a:close/>
                </a:path>
                <a:path w="3413760" h="295909">
                  <a:moveTo>
                    <a:pt x="2389733" y="293979"/>
                  </a:moveTo>
                  <a:lnTo>
                    <a:pt x="2385377" y="293014"/>
                  </a:lnTo>
                  <a:lnTo>
                    <a:pt x="2385136" y="295351"/>
                  </a:lnTo>
                  <a:lnTo>
                    <a:pt x="2389733" y="293979"/>
                  </a:lnTo>
                  <a:close/>
                </a:path>
                <a:path w="3413760" h="295909">
                  <a:moveTo>
                    <a:pt x="2389733" y="213131"/>
                  </a:moveTo>
                  <a:lnTo>
                    <a:pt x="2385377" y="212166"/>
                  </a:lnTo>
                  <a:lnTo>
                    <a:pt x="2385136" y="214503"/>
                  </a:lnTo>
                  <a:lnTo>
                    <a:pt x="2389733" y="213131"/>
                  </a:lnTo>
                  <a:close/>
                </a:path>
                <a:path w="3413760" h="295909">
                  <a:moveTo>
                    <a:pt x="2389733" y="132283"/>
                  </a:moveTo>
                  <a:lnTo>
                    <a:pt x="2385377" y="131318"/>
                  </a:lnTo>
                  <a:lnTo>
                    <a:pt x="2385136" y="133654"/>
                  </a:lnTo>
                  <a:lnTo>
                    <a:pt x="2389733" y="132283"/>
                  </a:lnTo>
                  <a:close/>
                </a:path>
                <a:path w="3413760" h="295909">
                  <a:moveTo>
                    <a:pt x="2389733" y="51422"/>
                  </a:moveTo>
                  <a:lnTo>
                    <a:pt x="2385377" y="50457"/>
                  </a:lnTo>
                  <a:lnTo>
                    <a:pt x="2385136" y="52806"/>
                  </a:lnTo>
                  <a:lnTo>
                    <a:pt x="2389733" y="51422"/>
                  </a:lnTo>
                  <a:close/>
                </a:path>
                <a:path w="3413760" h="295909">
                  <a:moveTo>
                    <a:pt x="2392807" y="284353"/>
                  </a:moveTo>
                  <a:lnTo>
                    <a:pt x="2389657" y="283464"/>
                  </a:lnTo>
                  <a:lnTo>
                    <a:pt x="2386177" y="285330"/>
                  </a:lnTo>
                  <a:lnTo>
                    <a:pt x="2392807" y="284353"/>
                  </a:lnTo>
                  <a:close/>
                </a:path>
                <a:path w="3413760" h="295909">
                  <a:moveTo>
                    <a:pt x="2392807" y="203504"/>
                  </a:moveTo>
                  <a:lnTo>
                    <a:pt x="2389657" y="202615"/>
                  </a:lnTo>
                  <a:lnTo>
                    <a:pt x="2386177" y="204482"/>
                  </a:lnTo>
                  <a:lnTo>
                    <a:pt x="2392807" y="203504"/>
                  </a:lnTo>
                  <a:close/>
                </a:path>
                <a:path w="3413760" h="295909">
                  <a:moveTo>
                    <a:pt x="2392807" y="122656"/>
                  </a:moveTo>
                  <a:lnTo>
                    <a:pt x="2389657" y="121767"/>
                  </a:lnTo>
                  <a:lnTo>
                    <a:pt x="2386177" y="123634"/>
                  </a:lnTo>
                  <a:lnTo>
                    <a:pt x="2392807" y="122656"/>
                  </a:lnTo>
                  <a:close/>
                </a:path>
                <a:path w="3413760" h="295909">
                  <a:moveTo>
                    <a:pt x="2392807" y="41795"/>
                  </a:moveTo>
                  <a:lnTo>
                    <a:pt x="2389657" y="40906"/>
                  </a:lnTo>
                  <a:lnTo>
                    <a:pt x="2386177" y="42773"/>
                  </a:lnTo>
                  <a:lnTo>
                    <a:pt x="2392807" y="41795"/>
                  </a:lnTo>
                  <a:close/>
                </a:path>
                <a:path w="3413760" h="295909">
                  <a:moveTo>
                    <a:pt x="2404453" y="233349"/>
                  </a:moveTo>
                  <a:lnTo>
                    <a:pt x="2404021" y="229463"/>
                  </a:lnTo>
                  <a:lnTo>
                    <a:pt x="2401709" y="229463"/>
                  </a:lnTo>
                  <a:lnTo>
                    <a:pt x="2404453" y="233349"/>
                  </a:lnTo>
                  <a:close/>
                </a:path>
                <a:path w="3413760" h="295909">
                  <a:moveTo>
                    <a:pt x="2404453" y="152501"/>
                  </a:moveTo>
                  <a:lnTo>
                    <a:pt x="2404021" y="148615"/>
                  </a:lnTo>
                  <a:lnTo>
                    <a:pt x="2401709" y="148615"/>
                  </a:lnTo>
                  <a:lnTo>
                    <a:pt x="2404453" y="152501"/>
                  </a:lnTo>
                  <a:close/>
                </a:path>
                <a:path w="3413760" h="295909">
                  <a:moveTo>
                    <a:pt x="2404453" y="71640"/>
                  </a:moveTo>
                  <a:lnTo>
                    <a:pt x="2404021" y="67754"/>
                  </a:lnTo>
                  <a:lnTo>
                    <a:pt x="2401709" y="67754"/>
                  </a:lnTo>
                  <a:lnTo>
                    <a:pt x="2404453" y="71640"/>
                  </a:lnTo>
                  <a:close/>
                </a:path>
                <a:path w="3413760" h="295909">
                  <a:moveTo>
                    <a:pt x="2420543" y="244906"/>
                  </a:moveTo>
                  <a:lnTo>
                    <a:pt x="2420289" y="242557"/>
                  </a:lnTo>
                  <a:lnTo>
                    <a:pt x="2414651" y="246113"/>
                  </a:lnTo>
                  <a:lnTo>
                    <a:pt x="2420543" y="244906"/>
                  </a:lnTo>
                  <a:close/>
                </a:path>
                <a:path w="3413760" h="295909">
                  <a:moveTo>
                    <a:pt x="2420543" y="164058"/>
                  </a:moveTo>
                  <a:lnTo>
                    <a:pt x="2420289" y="161709"/>
                  </a:lnTo>
                  <a:lnTo>
                    <a:pt x="2414651" y="165265"/>
                  </a:lnTo>
                  <a:lnTo>
                    <a:pt x="2420543" y="164058"/>
                  </a:lnTo>
                  <a:close/>
                </a:path>
                <a:path w="3413760" h="295909">
                  <a:moveTo>
                    <a:pt x="2420543" y="83210"/>
                  </a:moveTo>
                  <a:lnTo>
                    <a:pt x="2420289" y="80873"/>
                  </a:lnTo>
                  <a:lnTo>
                    <a:pt x="2414651" y="84416"/>
                  </a:lnTo>
                  <a:lnTo>
                    <a:pt x="2420543" y="83210"/>
                  </a:lnTo>
                  <a:close/>
                </a:path>
                <a:path w="3413760" h="295909">
                  <a:moveTo>
                    <a:pt x="2420543" y="2349"/>
                  </a:moveTo>
                  <a:lnTo>
                    <a:pt x="2420289" y="0"/>
                  </a:lnTo>
                  <a:lnTo>
                    <a:pt x="2414651" y="3556"/>
                  </a:lnTo>
                  <a:lnTo>
                    <a:pt x="2420543" y="2349"/>
                  </a:lnTo>
                  <a:close/>
                </a:path>
                <a:path w="3413760" h="295909">
                  <a:moveTo>
                    <a:pt x="2421344" y="252577"/>
                  </a:moveTo>
                  <a:lnTo>
                    <a:pt x="2416987" y="253555"/>
                  </a:lnTo>
                  <a:lnTo>
                    <a:pt x="2417724" y="255739"/>
                  </a:lnTo>
                  <a:lnTo>
                    <a:pt x="2421344" y="252577"/>
                  </a:lnTo>
                  <a:close/>
                </a:path>
                <a:path w="3413760" h="295909">
                  <a:moveTo>
                    <a:pt x="2421344" y="171742"/>
                  </a:moveTo>
                  <a:lnTo>
                    <a:pt x="2416987" y="172707"/>
                  </a:lnTo>
                  <a:lnTo>
                    <a:pt x="2417724" y="174891"/>
                  </a:lnTo>
                  <a:lnTo>
                    <a:pt x="2421344" y="171742"/>
                  </a:lnTo>
                  <a:close/>
                </a:path>
                <a:path w="3413760" h="295909">
                  <a:moveTo>
                    <a:pt x="2421344" y="90881"/>
                  </a:moveTo>
                  <a:lnTo>
                    <a:pt x="2416987" y="91859"/>
                  </a:lnTo>
                  <a:lnTo>
                    <a:pt x="2417724" y="94043"/>
                  </a:lnTo>
                  <a:lnTo>
                    <a:pt x="2421344" y="90881"/>
                  </a:lnTo>
                  <a:close/>
                </a:path>
                <a:path w="3413760" h="295909">
                  <a:moveTo>
                    <a:pt x="2421344" y="10033"/>
                  </a:moveTo>
                  <a:lnTo>
                    <a:pt x="2416987" y="10998"/>
                  </a:lnTo>
                  <a:lnTo>
                    <a:pt x="2417724" y="13182"/>
                  </a:lnTo>
                  <a:lnTo>
                    <a:pt x="2421344" y="10033"/>
                  </a:lnTo>
                  <a:close/>
                </a:path>
                <a:path w="3413760" h="295909">
                  <a:moveTo>
                    <a:pt x="2430170" y="253555"/>
                  </a:moveTo>
                  <a:lnTo>
                    <a:pt x="2425560" y="254927"/>
                  </a:lnTo>
                  <a:lnTo>
                    <a:pt x="2429446" y="255739"/>
                  </a:lnTo>
                  <a:lnTo>
                    <a:pt x="2430170" y="253555"/>
                  </a:lnTo>
                  <a:close/>
                </a:path>
                <a:path w="3413760" h="295909">
                  <a:moveTo>
                    <a:pt x="2430170" y="172707"/>
                  </a:moveTo>
                  <a:lnTo>
                    <a:pt x="2425560" y="174078"/>
                  </a:lnTo>
                  <a:lnTo>
                    <a:pt x="2429446" y="174891"/>
                  </a:lnTo>
                  <a:lnTo>
                    <a:pt x="2430170" y="172707"/>
                  </a:lnTo>
                  <a:close/>
                </a:path>
                <a:path w="3413760" h="295909">
                  <a:moveTo>
                    <a:pt x="2430170" y="91859"/>
                  </a:moveTo>
                  <a:lnTo>
                    <a:pt x="2425560" y="93230"/>
                  </a:lnTo>
                  <a:lnTo>
                    <a:pt x="2429446" y="94043"/>
                  </a:lnTo>
                  <a:lnTo>
                    <a:pt x="2430170" y="91859"/>
                  </a:lnTo>
                  <a:close/>
                </a:path>
                <a:path w="3413760" h="295909">
                  <a:moveTo>
                    <a:pt x="2430170" y="10998"/>
                  </a:moveTo>
                  <a:lnTo>
                    <a:pt x="2425560" y="12369"/>
                  </a:lnTo>
                  <a:lnTo>
                    <a:pt x="2429446" y="13182"/>
                  </a:lnTo>
                  <a:lnTo>
                    <a:pt x="2430170" y="10998"/>
                  </a:lnTo>
                  <a:close/>
                </a:path>
                <a:path w="3413760" h="295909">
                  <a:moveTo>
                    <a:pt x="2433243" y="243928"/>
                  </a:moveTo>
                  <a:lnTo>
                    <a:pt x="2430081" y="243039"/>
                  </a:lnTo>
                  <a:lnTo>
                    <a:pt x="2426601" y="244906"/>
                  </a:lnTo>
                  <a:lnTo>
                    <a:pt x="2433243" y="243928"/>
                  </a:lnTo>
                  <a:close/>
                </a:path>
                <a:path w="3413760" h="295909">
                  <a:moveTo>
                    <a:pt x="2433243" y="163080"/>
                  </a:moveTo>
                  <a:lnTo>
                    <a:pt x="2430081" y="162204"/>
                  </a:lnTo>
                  <a:lnTo>
                    <a:pt x="2426601" y="164058"/>
                  </a:lnTo>
                  <a:lnTo>
                    <a:pt x="2433243" y="163080"/>
                  </a:lnTo>
                  <a:close/>
                </a:path>
                <a:path w="3413760" h="295909">
                  <a:moveTo>
                    <a:pt x="2433243" y="82232"/>
                  </a:moveTo>
                  <a:lnTo>
                    <a:pt x="2430081" y="81343"/>
                  </a:lnTo>
                  <a:lnTo>
                    <a:pt x="2426601" y="83210"/>
                  </a:lnTo>
                  <a:lnTo>
                    <a:pt x="2433243" y="82232"/>
                  </a:lnTo>
                  <a:close/>
                </a:path>
                <a:path w="3413760" h="295909">
                  <a:moveTo>
                    <a:pt x="2433243" y="1371"/>
                  </a:moveTo>
                  <a:lnTo>
                    <a:pt x="2430081" y="482"/>
                  </a:lnTo>
                  <a:lnTo>
                    <a:pt x="2426601" y="2349"/>
                  </a:lnTo>
                  <a:lnTo>
                    <a:pt x="2433243" y="1371"/>
                  </a:lnTo>
                  <a:close/>
                </a:path>
                <a:path w="3413760" h="295909">
                  <a:moveTo>
                    <a:pt x="2433320" y="233349"/>
                  </a:moveTo>
                  <a:lnTo>
                    <a:pt x="2433243" y="226872"/>
                  </a:lnTo>
                  <a:lnTo>
                    <a:pt x="2432748" y="230035"/>
                  </a:lnTo>
                  <a:lnTo>
                    <a:pt x="2433320" y="233349"/>
                  </a:lnTo>
                  <a:close/>
                </a:path>
                <a:path w="3413760" h="295909">
                  <a:moveTo>
                    <a:pt x="2433320" y="152501"/>
                  </a:moveTo>
                  <a:lnTo>
                    <a:pt x="2433243" y="146024"/>
                  </a:lnTo>
                  <a:lnTo>
                    <a:pt x="2432748" y="149186"/>
                  </a:lnTo>
                  <a:lnTo>
                    <a:pt x="2433320" y="152501"/>
                  </a:lnTo>
                  <a:close/>
                </a:path>
                <a:path w="3413760" h="295909">
                  <a:moveTo>
                    <a:pt x="2433320" y="71640"/>
                  </a:moveTo>
                  <a:lnTo>
                    <a:pt x="2433243" y="65163"/>
                  </a:lnTo>
                  <a:lnTo>
                    <a:pt x="2432748" y="68313"/>
                  </a:lnTo>
                  <a:lnTo>
                    <a:pt x="2433320" y="71640"/>
                  </a:lnTo>
                  <a:close/>
                </a:path>
                <a:path w="3413760" h="295909">
                  <a:moveTo>
                    <a:pt x="2443022" y="265201"/>
                  </a:moveTo>
                  <a:lnTo>
                    <a:pt x="2440851" y="261315"/>
                  </a:lnTo>
                  <a:lnTo>
                    <a:pt x="2438895" y="262610"/>
                  </a:lnTo>
                  <a:lnTo>
                    <a:pt x="2443022" y="265201"/>
                  </a:lnTo>
                  <a:close/>
                </a:path>
                <a:path w="3413760" h="295909">
                  <a:moveTo>
                    <a:pt x="2443022" y="184353"/>
                  </a:moveTo>
                  <a:lnTo>
                    <a:pt x="2440851" y="180467"/>
                  </a:lnTo>
                  <a:lnTo>
                    <a:pt x="2438895" y="181762"/>
                  </a:lnTo>
                  <a:lnTo>
                    <a:pt x="2443022" y="184353"/>
                  </a:lnTo>
                  <a:close/>
                </a:path>
                <a:path w="3413760" h="295909">
                  <a:moveTo>
                    <a:pt x="2443022" y="103505"/>
                  </a:moveTo>
                  <a:lnTo>
                    <a:pt x="2440851" y="99618"/>
                  </a:lnTo>
                  <a:lnTo>
                    <a:pt x="2438895" y="100914"/>
                  </a:lnTo>
                  <a:lnTo>
                    <a:pt x="2443022" y="103505"/>
                  </a:lnTo>
                  <a:close/>
                </a:path>
                <a:path w="3413760" h="295909">
                  <a:moveTo>
                    <a:pt x="2443022" y="22644"/>
                  </a:moveTo>
                  <a:lnTo>
                    <a:pt x="2440851" y="18757"/>
                  </a:lnTo>
                  <a:lnTo>
                    <a:pt x="2438895" y="20053"/>
                  </a:lnTo>
                  <a:lnTo>
                    <a:pt x="2443022" y="22644"/>
                  </a:lnTo>
                  <a:close/>
                </a:path>
                <a:path w="3413760" h="295909">
                  <a:moveTo>
                    <a:pt x="2460968" y="285330"/>
                  </a:moveTo>
                  <a:lnTo>
                    <a:pt x="2460739" y="282981"/>
                  </a:lnTo>
                  <a:lnTo>
                    <a:pt x="2455075" y="286537"/>
                  </a:lnTo>
                  <a:lnTo>
                    <a:pt x="2460968" y="285330"/>
                  </a:lnTo>
                  <a:close/>
                </a:path>
                <a:path w="3413760" h="295909">
                  <a:moveTo>
                    <a:pt x="2460968" y="204482"/>
                  </a:moveTo>
                  <a:lnTo>
                    <a:pt x="2460739" y="202133"/>
                  </a:lnTo>
                  <a:lnTo>
                    <a:pt x="2455075" y="205689"/>
                  </a:lnTo>
                  <a:lnTo>
                    <a:pt x="2460968" y="204482"/>
                  </a:lnTo>
                  <a:close/>
                </a:path>
                <a:path w="3413760" h="295909">
                  <a:moveTo>
                    <a:pt x="2460968" y="123634"/>
                  </a:moveTo>
                  <a:lnTo>
                    <a:pt x="2460739" y="121285"/>
                  </a:lnTo>
                  <a:lnTo>
                    <a:pt x="2455075" y="124841"/>
                  </a:lnTo>
                  <a:lnTo>
                    <a:pt x="2460968" y="123634"/>
                  </a:lnTo>
                  <a:close/>
                </a:path>
                <a:path w="3413760" h="295909">
                  <a:moveTo>
                    <a:pt x="2460968" y="42773"/>
                  </a:moveTo>
                  <a:lnTo>
                    <a:pt x="2460739" y="40424"/>
                  </a:lnTo>
                  <a:lnTo>
                    <a:pt x="2455075" y="43980"/>
                  </a:lnTo>
                  <a:lnTo>
                    <a:pt x="2460968" y="42773"/>
                  </a:lnTo>
                  <a:close/>
                </a:path>
                <a:path w="3413760" h="295909">
                  <a:moveTo>
                    <a:pt x="2465171" y="273761"/>
                  </a:moveTo>
                  <a:lnTo>
                    <a:pt x="2464079" y="265595"/>
                  </a:lnTo>
                  <a:lnTo>
                    <a:pt x="2462022" y="265595"/>
                  </a:lnTo>
                  <a:lnTo>
                    <a:pt x="2465171" y="273761"/>
                  </a:lnTo>
                  <a:close/>
                </a:path>
                <a:path w="3413760" h="295909">
                  <a:moveTo>
                    <a:pt x="2465171" y="192925"/>
                  </a:moveTo>
                  <a:lnTo>
                    <a:pt x="2464079" y="184746"/>
                  </a:lnTo>
                  <a:lnTo>
                    <a:pt x="2462022" y="184746"/>
                  </a:lnTo>
                  <a:lnTo>
                    <a:pt x="2465171" y="192925"/>
                  </a:lnTo>
                  <a:close/>
                </a:path>
                <a:path w="3413760" h="295909">
                  <a:moveTo>
                    <a:pt x="2465171" y="112064"/>
                  </a:moveTo>
                  <a:lnTo>
                    <a:pt x="2464079" y="103898"/>
                  </a:lnTo>
                  <a:lnTo>
                    <a:pt x="2462022" y="103898"/>
                  </a:lnTo>
                  <a:lnTo>
                    <a:pt x="2465171" y="112064"/>
                  </a:lnTo>
                  <a:close/>
                </a:path>
                <a:path w="3413760" h="295909">
                  <a:moveTo>
                    <a:pt x="2465171" y="31216"/>
                  </a:moveTo>
                  <a:lnTo>
                    <a:pt x="2464079" y="23037"/>
                  </a:lnTo>
                  <a:lnTo>
                    <a:pt x="2462022" y="23037"/>
                  </a:lnTo>
                  <a:lnTo>
                    <a:pt x="2465171" y="31216"/>
                  </a:lnTo>
                  <a:close/>
                </a:path>
                <a:path w="3413760" h="295909">
                  <a:moveTo>
                    <a:pt x="2470594" y="293979"/>
                  </a:moveTo>
                  <a:lnTo>
                    <a:pt x="2466225" y="293014"/>
                  </a:lnTo>
                  <a:lnTo>
                    <a:pt x="2465984" y="295351"/>
                  </a:lnTo>
                  <a:lnTo>
                    <a:pt x="2470594" y="293979"/>
                  </a:lnTo>
                  <a:close/>
                </a:path>
                <a:path w="3413760" h="295909">
                  <a:moveTo>
                    <a:pt x="2470594" y="213131"/>
                  </a:moveTo>
                  <a:lnTo>
                    <a:pt x="2466225" y="212166"/>
                  </a:lnTo>
                  <a:lnTo>
                    <a:pt x="2465984" y="214503"/>
                  </a:lnTo>
                  <a:lnTo>
                    <a:pt x="2470594" y="213131"/>
                  </a:lnTo>
                  <a:close/>
                </a:path>
                <a:path w="3413760" h="295909">
                  <a:moveTo>
                    <a:pt x="2470594" y="132283"/>
                  </a:moveTo>
                  <a:lnTo>
                    <a:pt x="2466225" y="131318"/>
                  </a:lnTo>
                  <a:lnTo>
                    <a:pt x="2465984" y="133654"/>
                  </a:lnTo>
                  <a:lnTo>
                    <a:pt x="2470594" y="132283"/>
                  </a:lnTo>
                  <a:close/>
                </a:path>
                <a:path w="3413760" h="295909">
                  <a:moveTo>
                    <a:pt x="2470594" y="51422"/>
                  </a:moveTo>
                  <a:lnTo>
                    <a:pt x="2466225" y="50457"/>
                  </a:lnTo>
                  <a:lnTo>
                    <a:pt x="2465984" y="52806"/>
                  </a:lnTo>
                  <a:lnTo>
                    <a:pt x="2470594" y="51422"/>
                  </a:lnTo>
                  <a:close/>
                </a:path>
                <a:path w="3413760" h="295909">
                  <a:moveTo>
                    <a:pt x="2473655" y="284353"/>
                  </a:moveTo>
                  <a:lnTo>
                    <a:pt x="2470505" y="283464"/>
                  </a:lnTo>
                  <a:lnTo>
                    <a:pt x="2467038" y="285330"/>
                  </a:lnTo>
                  <a:lnTo>
                    <a:pt x="2473655" y="284353"/>
                  </a:lnTo>
                  <a:close/>
                </a:path>
                <a:path w="3413760" h="295909">
                  <a:moveTo>
                    <a:pt x="2473655" y="203504"/>
                  </a:moveTo>
                  <a:lnTo>
                    <a:pt x="2470505" y="202615"/>
                  </a:lnTo>
                  <a:lnTo>
                    <a:pt x="2467038" y="204482"/>
                  </a:lnTo>
                  <a:lnTo>
                    <a:pt x="2473655" y="203504"/>
                  </a:lnTo>
                  <a:close/>
                </a:path>
                <a:path w="3413760" h="295909">
                  <a:moveTo>
                    <a:pt x="2473655" y="122656"/>
                  </a:moveTo>
                  <a:lnTo>
                    <a:pt x="2470505" y="121767"/>
                  </a:lnTo>
                  <a:lnTo>
                    <a:pt x="2467038" y="123634"/>
                  </a:lnTo>
                  <a:lnTo>
                    <a:pt x="2473655" y="122656"/>
                  </a:lnTo>
                  <a:close/>
                </a:path>
                <a:path w="3413760" h="295909">
                  <a:moveTo>
                    <a:pt x="2473655" y="41795"/>
                  </a:moveTo>
                  <a:lnTo>
                    <a:pt x="2470505" y="40906"/>
                  </a:lnTo>
                  <a:lnTo>
                    <a:pt x="2467038" y="42773"/>
                  </a:lnTo>
                  <a:lnTo>
                    <a:pt x="2473655" y="41795"/>
                  </a:lnTo>
                  <a:close/>
                </a:path>
                <a:path w="3413760" h="295909">
                  <a:moveTo>
                    <a:pt x="2485313" y="233349"/>
                  </a:moveTo>
                  <a:lnTo>
                    <a:pt x="2484869" y="229463"/>
                  </a:lnTo>
                  <a:lnTo>
                    <a:pt x="2482558" y="229463"/>
                  </a:lnTo>
                  <a:lnTo>
                    <a:pt x="2485313" y="233349"/>
                  </a:lnTo>
                  <a:close/>
                </a:path>
                <a:path w="3413760" h="295909">
                  <a:moveTo>
                    <a:pt x="2485313" y="152501"/>
                  </a:moveTo>
                  <a:lnTo>
                    <a:pt x="2484869" y="148615"/>
                  </a:lnTo>
                  <a:lnTo>
                    <a:pt x="2482558" y="148615"/>
                  </a:lnTo>
                  <a:lnTo>
                    <a:pt x="2485313" y="152501"/>
                  </a:lnTo>
                  <a:close/>
                </a:path>
                <a:path w="3413760" h="295909">
                  <a:moveTo>
                    <a:pt x="2485313" y="71640"/>
                  </a:moveTo>
                  <a:lnTo>
                    <a:pt x="2484869" y="67754"/>
                  </a:lnTo>
                  <a:lnTo>
                    <a:pt x="2482558" y="67754"/>
                  </a:lnTo>
                  <a:lnTo>
                    <a:pt x="2485313" y="71640"/>
                  </a:lnTo>
                  <a:close/>
                </a:path>
                <a:path w="3413760" h="295909">
                  <a:moveTo>
                    <a:pt x="2501392" y="244906"/>
                  </a:moveTo>
                  <a:lnTo>
                    <a:pt x="2501150" y="242557"/>
                  </a:lnTo>
                  <a:lnTo>
                    <a:pt x="2495499" y="246113"/>
                  </a:lnTo>
                  <a:lnTo>
                    <a:pt x="2501392" y="244906"/>
                  </a:lnTo>
                  <a:close/>
                </a:path>
                <a:path w="3413760" h="295909">
                  <a:moveTo>
                    <a:pt x="2501392" y="164058"/>
                  </a:moveTo>
                  <a:lnTo>
                    <a:pt x="2501150" y="161709"/>
                  </a:lnTo>
                  <a:lnTo>
                    <a:pt x="2495499" y="165265"/>
                  </a:lnTo>
                  <a:lnTo>
                    <a:pt x="2501392" y="164058"/>
                  </a:lnTo>
                  <a:close/>
                </a:path>
                <a:path w="3413760" h="295909">
                  <a:moveTo>
                    <a:pt x="2501392" y="83210"/>
                  </a:moveTo>
                  <a:lnTo>
                    <a:pt x="2501150" y="80873"/>
                  </a:lnTo>
                  <a:lnTo>
                    <a:pt x="2495499" y="84416"/>
                  </a:lnTo>
                  <a:lnTo>
                    <a:pt x="2501392" y="83210"/>
                  </a:lnTo>
                  <a:close/>
                </a:path>
                <a:path w="3413760" h="295909">
                  <a:moveTo>
                    <a:pt x="2501392" y="2349"/>
                  </a:moveTo>
                  <a:lnTo>
                    <a:pt x="2501150" y="0"/>
                  </a:lnTo>
                  <a:lnTo>
                    <a:pt x="2495499" y="3556"/>
                  </a:lnTo>
                  <a:lnTo>
                    <a:pt x="2501392" y="2349"/>
                  </a:lnTo>
                  <a:close/>
                </a:path>
                <a:path w="3413760" h="295909">
                  <a:moveTo>
                    <a:pt x="2502204" y="252577"/>
                  </a:moveTo>
                  <a:lnTo>
                    <a:pt x="2497848" y="253555"/>
                  </a:lnTo>
                  <a:lnTo>
                    <a:pt x="2498560" y="255739"/>
                  </a:lnTo>
                  <a:lnTo>
                    <a:pt x="2502204" y="252577"/>
                  </a:lnTo>
                  <a:close/>
                </a:path>
                <a:path w="3413760" h="295909">
                  <a:moveTo>
                    <a:pt x="2502204" y="171742"/>
                  </a:moveTo>
                  <a:lnTo>
                    <a:pt x="2497848" y="172707"/>
                  </a:lnTo>
                  <a:lnTo>
                    <a:pt x="2498560" y="174891"/>
                  </a:lnTo>
                  <a:lnTo>
                    <a:pt x="2502204" y="171742"/>
                  </a:lnTo>
                  <a:close/>
                </a:path>
                <a:path w="3413760" h="295909">
                  <a:moveTo>
                    <a:pt x="2502204" y="90881"/>
                  </a:moveTo>
                  <a:lnTo>
                    <a:pt x="2497848" y="91859"/>
                  </a:lnTo>
                  <a:lnTo>
                    <a:pt x="2498560" y="94043"/>
                  </a:lnTo>
                  <a:lnTo>
                    <a:pt x="2502204" y="90881"/>
                  </a:lnTo>
                  <a:close/>
                </a:path>
                <a:path w="3413760" h="295909">
                  <a:moveTo>
                    <a:pt x="2502204" y="10033"/>
                  </a:moveTo>
                  <a:lnTo>
                    <a:pt x="2497848" y="10998"/>
                  </a:lnTo>
                  <a:lnTo>
                    <a:pt x="2498560" y="13182"/>
                  </a:lnTo>
                  <a:lnTo>
                    <a:pt x="2502204" y="10033"/>
                  </a:lnTo>
                  <a:close/>
                </a:path>
                <a:path w="3413760" h="295909">
                  <a:moveTo>
                    <a:pt x="2511018" y="253555"/>
                  </a:moveTo>
                  <a:lnTo>
                    <a:pt x="2506408" y="254927"/>
                  </a:lnTo>
                  <a:lnTo>
                    <a:pt x="2510282" y="255739"/>
                  </a:lnTo>
                  <a:lnTo>
                    <a:pt x="2511018" y="253555"/>
                  </a:lnTo>
                  <a:close/>
                </a:path>
                <a:path w="3413760" h="295909">
                  <a:moveTo>
                    <a:pt x="2511018" y="172707"/>
                  </a:moveTo>
                  <a:lnTo>
                    <a:pt x="2506408" y="174078"/>
                  </a:lnTo>
                  <a:lnTo>
                    <a:pt x="2510282" y="174891"/>
                  </a:lnTo>
                  <a:lnTo>
                    <a:pt x="2511018" y="172707"/>
                  </a:lnTo>
                  <a:close/>
                </a:path>
                <a:path w="3413760" h="295909">
                  <a:moveTo>
                    <a:pt x="2511018" y="91859"/>
                  </a:moveTo>
                  <a:lnTo>
                    <a:pt x="2506408" y="93230"/>
                  </a:lnTo>
                  <a:lnTo>
                    <a:pt x="2510282" y="94043"/>
                  </a:lnTo>
                  <a:lnTo>
                    <a:pt x="2511018" y="91859"/>
                  </a:lnTo>
                  <a:close/>
                </a:path>
                <a:path w="3413760" h="295909">
                  <a:moveTo>
                    <a:pt x="2511018" y="10998"/>
                  </a:moveTo>
                  <a:lnTo>
                    <a:pt x="2506408" y="12369"/>
                  </a:lnTo>
                  <a:lnTo>
                    <a:pt x="2510282" y="13182"/>
                  </a:lnTo>
                  <a:lnTo>
                    <a:pt x="2511018" y="10998"/>
                  </a:lnTo>
                  <a:close/>
                </a:path>
                <a:path w="3413760" h="295909">
                  <a:moveTo>
                    <a:pt x="2514092" y="243928"/>
                  </a:moveTo>
                  <a:lnTo>
                    <a:pt x="2510929" y="243039"/>
                  </a:lnTo>
                  <a:lnTo>
                    <a:pt x="2507462" y="244906"/>
                  </a:lnTo>
                  <a:lnTo>
                    <a:pt x="2514092" y="243928"/>
                  </a:lnTo>
                  <a:close/>
                </a:path>
                <a:path w="3413760" h="295909">
                  <a:moveTo>
                    <a:pt x="2514092" y="163080"/>
                  </a:moveTo>
                  <a:lnTo>
                    <a:pt x="2510929" y="162204"/>
                  </a:lnTo>
                  <a:lnTo>
                    <a:pt x="2507462" y="164058"/>
                  </a:lnTo>
                  <a:lnTo>
                    <a:pt x="2514092" y="163080"/>
                  </a:lnTo>
                  <a:close/>
                </a:path>
                <a:path w="3413760" h="295909">
                  <a:moveTo>
                    <a:pt x="2514092" y="82232"/>
                  </a:moveTo>
                  <a:lnTo>
                    <a:pt x="2510929" y="81343"/>
                  </a:lnTo>
                  <a:lnTo>
                    <a:pt x="2507462" y="83210"/>
                  </a:lnTo>
                  <a:lnTo>
                    <a:pt x="2514092" y="82232"/>
                  </a:lnTo>
                  <a:close/>
                </a:path>
                <a:path w="3413760" h="295909">
                  <a:moveTo>
                    <a:pt x="2514092" y="1371"/>
                  </a:moveTo>
                  <a:lnTo>
                    <a:pt x="2510929" y="482"/>
                  </a:lnTo>
                  <a:lnTo>
                    <a:pt x="2507462" y="2349"/>
                  </a:lnTo>
                  <a:lnTo>
                    <a:pt x="2514092" y="1371"/>
                  </a:lnTo>
                  <a:close/>
                </a:path>
                <a:path w="3413760" h="295909">
                  <a:moveTo>
                    <a:pt x="2514168" y="233349"/>
                  </a:moveTo>
                  <a:lnTo>
                    <a:pt x="2514092" y="226872"/>
                  </a:lnTo>
                  <a:lnTo>
                    <a:pt x="2513609" y="230035"/>
                  </a:lnTo>
                  <a:lnTo>
                    <a:pt x="2514168" y="233349"/>
                  </a:lnTo>
                  <a:close/>
                </a:path>
                <a:path w="3413760" h="295909">
                  <a:moveTo>
                    <a:pt x="2514168" y="152501"/>
                  </a:moveTo>
                  <a:lnTo>
                    <a:pt x="2514092" y="146024"/>
                  </a:lnTo>
                  <a:lnTo>
                    <a:pt x="2513609" y="149186"/>
                  </a:lnTo>
                  <a:lnTo>
                    <a:pt x="2514168" y="152501"/>
                  </a:lnTo>
                  <a:close/>
                </a:path>
                <a:path w="3413760" h="295909">
                  <a:moveTo>
                    <a:pt x="2514168" y="71640"/>
                  </a:moveTo>
                  <a:lnTo>
                    <a:pt x="2514092" y="65163"/>
                  </a:lnTo>
                  <a:lnTo>
                    <a:pt x="2513609" y="68313"/>
                  </a:lnTo>
                  <a:lnTo>
                    <a:pt x="2514168" y="71640"/>
                  </a:lnTo>
                  <a:close/>
                </a:path>
                <a:path w="3413760" h="295909">
                  <a:moveTo>
                    <a:pt x="2523871" y="265201"/>
                  </a:moveTo>
                  <a:lnTo>
                    <a:pt x="2521686" y="261315"/>
                  </a:lnTo>
                  <a:lnTo>
                    <a:pt x="2519743" y="262610"/>
                  </a:lnTo>
                  <a:lnTo>
                    <a:pt x="2523871" y="265201"/>
                  </a:lnTo>
                  <a:close/>
                </a:path>
                <a:path w="3413760" h="295909">
                  <a:moveTo>
                    <a:pt x="2523871" y="184353"/>
                  </a:moveTo>
                  <a:lnTo>
                    <a:pt x="2521686" y="180467"/>
                  </a:lnTo>
                  <a:lnTo>
                    <a:pt x="2519743" y="181762"/>
                  </a:lnTo>
                  <a:lnTo>
                    <a:pt x="2523871" y="184353"/>
                  </a:lnTo>
                  <a:close/>
                </a:path>
                <a:path w="3413760" h="295909">
                  <a:moveTo>
                    <a:pt x="2523871" y="103505"/>
                  </a:moveTo>
                  <a:lnTo>
                    <a:pt x="2521686" y="99618"/>
                  </a:lnTo>
                  <a:lnTo>
                    <a:pt x="2519743" y="100914"/>
                  </a:lnTo>
                  <a:lnTo>
                    <a:pt x="2523871" y="103505"/>
                  </a:lnTo>
                  <a:close/>
                </a:path>
                <a:path w="3413760" h="295909">
                  <a:moveTo>
                    <a:pt x="2523871" y="22644"/>
                  </a:moveTo>
                  <a:lnTo>
                    <a:pt x="2521686" y="18757"/>
                  </a:lnTo>
                  <a:lnTo>
                    <a:pt x="2519743" y="20053"/>
                  </a:lnTo>
                  <a:lnTo>
                    <a:pt x="2523871" y="22644"/>
                  </a:lnTo>
                  <a:close/>
                </a:path>
                <a:path w="3413760" h="295909">
                  <a:moveTo>
                    <a:pt x="2541828" y="285330"/>
                  </a:moveTo>
                  <a:lnTo>
                    <a:pt x="2541574" y="282981"/>
                  </a:lnTo>
                  <a:lnTo>
                    <a:pt x="2535923" y="286537"/>
                  </a:lnTo>
                  <a:lnTo>
                    <a:pt x="2541828" y="285330"/>
                  </a:lnTo>
                  <a:close/>
                </a:path>
                <a:path w="3413760" h="295909">
                  <a:moveTo>
                    <a:pt x="2541828" y="204482"/>
                  </a:moveTo>
                  <a:lnTo>
                    <a:pt x="2541574" y="202133"/>
                  </a:lnTo>
                  <a:lnTo>
                    <a:pt x="2535923" y="205689"/>
                  </a:lnTo>
                  <a:lnTo>
                    <a:pt x="2541828" y="204482"/>
                  </a:lnTo>
                  <a:close/>
                </a:path>
                <a:path w="3413760" h="295909">
                  <a:moveTo>
                    <a:pt x="2541828" y="123634"/>
                  </a:moveTo>
                  <a:lnTo>
                    <a:pt x="2541574" y="121285"/>
                  </a:lnTo>
                  <a:lnTo>
                    <a:pt x="2535923" y="124841"/>
                  </a:lnTo>
                  <a:lnTo>
                    <a:pt x="2541828" y="123634"/>
                  </a:lnTo>
                  <a:close/>
                </a:path>
                <a:path w="3413760" h="295909">
                  <a:moveTo>
                    <a:pt x="2541828" y="42773"/>
                  </a:moveTo>
                  <a:lnTo>
                    <a:pt x="2541574" y="40424"/>
                  </a:lnTo>
                  <a:lnTo>
                    <a:pt x="2535923" y="43980"/>
                  </a:lnTo>
                  <a:lnTo>
                    <a:pt x="2541828" y="42773"/>
                  </a:lnTo>
                  <a:close/>
                </a:path>
                <a:path w="3413760" h="295909">
                  <a:moveTo>
                    <a:pt x="2546019" y="273761"/>
                  </a:moveTo>
                  <a:lnTo>
                    <a:pt x="2544940" y="265595"/>
                  </a:lnTo>
                  <a:lnTo>
                    <a:pt x="2542870" y="265595"/>
                  </a:lnTo>
                  <a:lnTo>
                    <a:pt x="2546019" y="273761"/>
                  </a:lnTo>
                  <a:close/>
                </a:path>
                <a:path w="3413760" h="295909">
                  <a:moveTo>
                    <a:pt x="2546019" y="192925"/>
                  </a:moveTo>
                  <a:lnTo>
                    <a:pt x="2544940" y="184746"/>
                  </a:lnTo>
                  <a:lnTo>
                    <a:pt x="2542870" y="184746"/>
                  </a:lnTo>
                  <a:lnTo>
                    <a:pt x="2546019" y="192925"/>
                  </a:lnTo>
                  <a:close/>
                </a:path>
                <a:path w="3413760" h="295909">
                  <a:moveTo>
                    <a:pt x="2546019" y="112064"/>
                  </a:moveTo>
                  <a:lnTo>
                    <a:pt x="2544940" y="103898"/>
                  </a:lnTo>
                  <a:lnTo>
                    <a:pt x="2542870" y="103898"/>
                  </a:lnTo>
                  <a:lnTo>
                    <a:pt x="2546019" y="112064"/>
                  </a:lnTo>
                  <a:close/>
                </a:path>
                <a:path w="3413760" h="295909">
                  <a:moveTo>
                    <a:pt x="2546019" y="31216"/>
                  </a:moveTo>
                  <a:lnTo>
                    <a:pt x="2544940" y="23037"/>
                  </a:lnTo>
                  <a:lnTo>
                    <a:pt x="2542870" y="23037"/>
                  </a:lnTo>
                  <a:lnTo>
                    <a:pt x="2546019" y="31216"/>
                  </a:lnTo>
                  <a:close/>
                </a:path>
                <a:path w="3413760" h="295909">
                  <a:moveTo>
                    <a:pt x="2551442" y="293979"/>
                  </a:moveTo>
                  <a:lnTo>
                    <a:pt x="2547074" y="293014"/>
                  </a:lnTo>
                  <a:lnTo>
                    <a:pt x="2546832" y="295351"/>
                  </a:lnTo>
                  <a:lnTo>
                    <a:pt x="2551442" y="293979"/>
                  </a:lnTo>
                  <a:close/>
                </a:path>
                <a:path w="3413760" h="295909">
                  <a:moveTo>
                    <a:pt x="2551442" y="213131"/>
                  </a:moveTo>
                  <a:lnTo>
                    <a:pt x="2547074" y="212166"/>
                  </a:lnTo>
                  <a:lnTo>
                    <a:pt x="2546832" y="214503"/>
                  </a:lnTo>
                  <a:lnTo>
                    <a:pt x="2551442" y="213131"/>
                  </a:lnTo>
                  <a:close/>
                </a:path>
                <a:path w="3413760" h="295909">
                  <a:moveTo>
                    <a:pt x="2551442" y="132283"/>
                  </a:moveTo>
                  <a:lnTo>
                    <a:pt x="2547074" y="131318"/>
                  </a:lnTo>
                  <a:lnTo>
                    <a:pt x="2546832" y="133654"/>
                  </a:lnTo>
                  <a:lnTo>
                    <a:pt x="2551442" y="132283"/>
                  </a:lnTo>
                  <a:close/>
                </a:path>
                <a:path w="3413760" h="295909">
                  <a:moveTo>
                    <a:pt x="2551442" y="51422"/>
                  </a:moveTo>
                  <a:lnTo>
                    <a:pt x="2547074" y="50457"/>
                  </a:lnTo>
                  <a:lnTo>
                    <a:pt x="2546832" y="52806"/>
                  </a:lnTo>
                  <a:lnTo>
                    <a:pt x="2551442" y="51422"/>
                  </a:lnTo>
                  <a:close/>
                </a:path>
                <a:path w="3413760" h="295909">
                  <a:moveTo>
                    <a:pt x="2554528" y="284353"/>
                  </a:moveTo>
                  <a:lnTo>
                    <a:pt x="2551366" y="283464"/>
                  </a:lnTo>
                  <a:lnTo>
                    <a:pt x="2547886" y="285330"/>
                  </a:lnTo>
                  <a:lnTo>
                    <a:pt x="2554528" y="284353"/>
                  </a:lnTo>
                  <a:close/>
                </a:path>
                <a:path w="3413760" h="295909">
                  <a:moveTo>
                    <a:pt x="2554528" y="203504"/>
                  </a:moveTo>
                  <a:lnTo>
                    <a:pt x="2551366" y="202615"/>
                  </a:lnTo>
                  <a:lnTo>
                    <a:pt x="2547886" y="204482"/>
                  </a:lnTo>
                  <a:lnTo>
                    <a:pt x="2554528" y="203504"/>
                  </a:lnTo>
                  <a:close/>
                </a:path>
                <a:path w="3413760" h="295909">
                  <a:moveTo>
                    <a:pt x="2554528" y="122656"/>
                  </a:moveTo>
                  <a:lnTo>
                    <a:pt x="2551366" y="121767"/>
                  </a:lnTo>
                  <a:lnTo>
                    <a:pt x="2547886" y="123634"/>
                  </a:lnTo>
                  <a:lnTo>
                    <a:pt x="2554528" y="122656"/>
                  </a:lnTo>
                  <a:close/>
                </a:path>
                <a:path w="3413760" h="295909">
                  <a:moveTo>
                    <a:pt x="2554528" y="41795"/>
                  </a:moveTo>
                  <a:lnTo>
                    <a:pt x="2551366" y="40906"/>
                  </a:lnTo>
                  <a:lnTo>
                    <a:pt x="2547886" y="42773"/>
                  </a:lnTo>
                  <a:lnTo>
                    <a:pt x="2554528" y="41795"/>
                  </a:lnTo>
                  <a:close/>
                </a:path>
                <a:path w="3413760" h="295909">
                  <a:moveTo>
                    <a:pt x="2566162" y="233349"/>
                  </a:moveTo>
                  <a:lnTo>
                    <a:pt x="2565730" y="229463"/>
                  </a:lnTo>
                  <a:lnTo>
                    <a:pt x="2563406" y="229463"/>
                  </a:lnTo>
                  <a:lnTo>
                    <a:pt x="2566162" y="233349"/>
                  </a:lnTo>
                  <a:close/>
                </a:path>
                <a:path w="3413760" h="295909">
                  <a:moveTo>
                    <a:pt x="2566162" y="152501"/>
                  </a:moveTo>
                  <a:lnTo>
                    <a:pt x="2565730" y="148615"/>
                  </a:lnTo>
                  <a:lnTo>
                    <a:pt x="2563406" y="148615"/>
                  </a:lnTo>
                  <a:lnTo>
                    <a:pt x="2566162" y="152501"/>
                  </a:lnTo>
                  <a:close/>
                </a:path>
                <a:path w="3413760" h="295909">
                  <a:moveTo>
                    <a:pt x="2566162" y="71640"/>
                  </a:moveTo>
                  <a:lnTo>
                    <a:pt x="2565730" y="67754"/>
                  </a:lnTo>
                  <a:lnTo>
                    <a:pt x="2563406" y="67754"/>
                  </a:lnTo>
                  <a:lnTo>
                    <a:pt x="2566162" y="71640"/>
                  </a:lnTo>
                  <a:close/>
                </a:path>
                <a:path w="3413760" h="295909">
                  <a:moveTo>
                    <a:pt x="2582253" y="244906"/>
                  </a:moveTo>
                  <a:lnTo>
                    <a:pt x="2582011" y="242557"/>
                  </a:lnTo>
                  <a:lnTo>
                    <a:pt x="2576347" y="246113"/>
                  </a:lnTo>
                  <a:lnTo>
                    <a:pt x="2582253" y="244906"/>
                  </a:lnTo>
                  <a:close/>
                </a:path>
                <a:path w="3413760" h="295909">
                  <a:moveTo>
                    <a:pt x="2582253" y="164058"/>
                  </a:moveTo>
                  <a:lnTo>
                    <a:pt x="2582011" y="161709"/>
                  </a:lnTo>
                  <a:lnTo>
                    <a:pt x="2576347" y="165265"/>
                  </a:lnTo>
                  <a:lnTo>
                    <a:pt x="2582253" y="164058"/>
                  </a:lnTo>
                  <a:close/>
                </a:path>
                <a:path w="3413760" h="295909">
                  <a:moveTo>
                    <a:pt x="2582253" y="83210"/>
                  </a:moveTo>
                  <a:lnTo>
                    <a:pt x="2582011" y="80873"/>
                  </a:lnTo>
                  <a:lnTo>
                    <a:pt x="2576347" y="84416"/>
                  </a:lnTo>
                  <a:lnTo>
                    <a:pt x="2582253" y="83210"/>
                  </a:lnTo>
                  <a:close/>
                </a:path>
                <a:path w="3413760" h="295909">
                  <a:moveTo>
                    <a:pt x="2582253" y="2349"/>
                  </a:moveTo>
                  <a:lnTo>
                    <a:pt x="2582011" y="0"/>
                  </a:lnTo>
                  <a:lnTo>
                    <a:pt x="2576347" y="3556"/>
                  </a:lnTo>
                  <a:lnTo>
                    <a:pt x="2582253" y="2349"/>
                  </a:lnTo>
                  <a:close/>
                </a:path>
                <a:path w="3413760" h="295909">
                  <a:moveTo>
                    <a:pt x="2583065" y="252577"/>
                  </a:moveTo>
                  <a:lnTo>
                    <a:pt x="2578684" y="253555"/>
                  </a:lnTo>
                  <a:lnTo>
                    <a:pt x="2579420" y="255739"/>
                  </a:lnTo>
                  <a:lnTo>
                    <a:pt x="2583065" y="252577"/>
                  </a:lnTo>
                  <a:close/>
                </a:path>
                <a:path w="3413760" h="295909">
                  <a:moveTo>
                    <a:pt x="2583065" y="171742"/>
                  </a:moveTo>
                  <a:lnTo>
                    <a:pt x="2578684" y="172707"/>
                  </a:lnTo>
                  <a:lnTo>
                    <a:pt x="2579420" y="174891"/>
                  </a:lnTo>
                  <a:lnTo>
                    <a:pt x="2583065" y="171742"/>
                  </a:lnTo>
                  <a:close/>
                </a:path>
                <a:path w="3413760" h="295909">
                  <a:moveTo>
                    <a:pt x="2583065" y="90881"/>
                  </a:moveTo>
                  <a:lnTo>
                    <a:pt x="2578684" y="91859"/>
                  </a:lnTo>
                  <a:lnTo>
                    <a:pt x="2579420" y="94043"/>
                  </a:lnTo>
                  <a:lnTo>
                    <a:pt x="2583065" y="90881"/>
                  </a:lnTo>
                  <a:close/>
                </a:path>
                <a:path w="3413760" h="295909">
                  <a:moveTo>
                    <a:pt x="2583065" y="10033"/>
                  </a:moveTo>
                  <a:lnTo>
                    <a:pt x="2578684" y="10998"/>
                  </a:lnTo>
                  <a:lnTo>
                    <a:pt x="2579420" y="13182"/>
                  </a:lnTo>
                  <a:lnTo>
                    <a:pt x="2583065" y="10033"/>
                  </a:lnTo>
                  <a:close/>
                </a:path>
                <a:path w="3413760" h="295909">
                  <a:moveTo>
                    <a:pt x="2591879" y="253555"/>
                  </a:moveTo>
                  <a:lnTo>
                    <a:pt x="2587256" y="254927"/>
                  </a:lnTo>
                  <a:lnTo>
                    <a:pt x="2591143" y="255739"/>
                  </a:lnTo>
                  <a:lnTo>
                    <a:pt x="2591879" y="253555"/>
                  </a:lnTo>
                  <a:close/>
                </a:path>
                <a:path w="3413760" h="295909">
                  <a:moveTo>
                    <a:pt x="2591879" y="172707"/>
                  </a:moveTo>
                  <a:lnTo>
                    <a:pt x="2587256" y="174078"/>
                  </a:lnTo>
                  <a:lnTo>
                    <a:pt x="2591143" y="174891"/>
                  </a:lnTo>
                  <a:lnTo>
                    <a:pt x="2591879" y="172707"/>
                  </a:lnTo>
                  <a:close/>
                </a:path>
                <a:path w="3413760" h="295909">
                  <a:moveTo>
                    <a:pt x="2591879" y="91859"/>
                  </a:moveTo>
                  <a:lnTo>
                    <a:pt x="2587256" y="93230"/>
                  </a:lnTo>
                  <a:lnTo>
                    <a:pt x="2591143" y="94043"/>
                  </a:lnTo>
                  <a:lnTo>
                    <a:pt x="2591879" y="91859"/>
                  </a:lnTo>
                  <a:close/>
                </a:path>
                <a:path w="3413760" h="295909">
                  <a:moveTo>
                    <a:pt x="2591879" y="10998"/>
                  </a:moveTo>
                  <a:lnTo>
                    <a:pt x="2587256" y="12369"/>
                  </a:lnTo>
                  <a:lnTo>
                    <a:pt x="2591143" y="13182"/>
                  </a:lnTo>
                  <a:lnTo>
                    <a:pt x="2591879" y="10998"/>
                  </a:lnTo>
                  <a:close/>
                </a:path>
                <a:path w="3413760" h="295909">
                  <a:moveTo>
                    <a:pt x="2594953" y="243928"/>
                  </a:moveTo>
                  <a:lnTo>
                    <a:pt x="2591790" y="243039"/>
                  </a:lnTo>
                  <a:lnTo>
                    <a:pt x="2588310" y="244906"/>
                  </a:lnTo>
                  <a:lnTo>
                    <a:pt x="2594953" y="243928"/>
                  </a:lnTo>
                  <a:close/>
                </a:path>
                <a:path w="3413760" h="295909">
                  <a:moveTo>
                    <a:pt x="2594953" y="163080"/>
                  </a:moveTo>
                  <a:lnTo>
                    <a:pt x="2591790" y="162204"/>
                  </a:lnTo>
                  <a:lnTo>
                    <a:pt x="2588310" y="164058"/>
                  </a:lnTo>
                  <a:lnTo>
                    <a:pt x="2594953" y="163080"/>
                  </a:lnTo>
                  <a:close/>
                </a:path>
                <a:path w="3413760" h="295909">
                  <a:moveTo>
                    <a:pt x="2594953" y="82232"/>
                  </a:moveTo>
                  <a:lnTo>
                    <a:pt x="2591790" y="81343"/>
                  </a:lnTo>
                  <a:lnTo>
                    <a:pt x="2588310" y="83210"/>
                  </a:lnTo>
                  <a:lnTo>
                    <a:pt x="2594953" y="82232"/>
                  </a:lnTo>
                  <a:close/>
                </a:path>
                <a:path w="3413760" h="295909">
                  <a:moveTo>
                    <a:pt x="2594953" y="1371"/>
                  </a:moveTo>
                  <a:lnTo>
                    <a:pt x="2591790" y="482"/>
                  </a:lnTo>
                  <a:lnTo>
                    <a:pt x="2588310" y="2349"/>
                  </a:lnTo>
                  <a:lnTo>
                    <a:pt x="2594953" y="1371"/>
                  </a:lnTo>
                  <a:close/>
                </a:path>
                <a:path w="3413760" h="295909">
                  <a:moveTo>
                    <a:pt x="2595029" y="233349"/>
                  </a:moveTo>
                  <a:lnTo>
                    <a:pt x="2594953" y="226872"/>
                  </a:lnTo>
                  <a:lnTo>
                    <a:pt x="2594445" y="230035"/>
                  </a:lnTo>
                  <a:lnTo>
                    <a:pt x="2595029" y="233349"/>
                  </a:lnTo>
                  <a:close/>
                </a:path>
                <a:path w="3413760" h="295909">
                  <a:moveTo>
                    <a:pt x="2595029" y="152501"/>
                  </a:moveTo>
                  <a:lnTo>
                    <a:pt x="2594953" y="146024"/>
                  </a:lnTo>
                  <a:lnTo>
                    <a:pt x="2594445" y="149186"/>
                  </a:lnTo>
                  <a:lnTo>
                    <a:pt x="2595029" y="152501"/>
                  </a:lnTo>
                  <a:close/>
                </a:path>
                <a:path w="3413760" h="295909">
                  <a:moveTo>
                    <a:pt x="2595029" y="71640"/>
                  </a:moveTo>
                  <a:lnTo>
                    <a:pt x="2594953" y="65163"/>
                  </a:lnTo>
                  <a:lnTo>
                    <a:pt x="2594445" y="68313"/>
                  </a:lnTo>
                  <a:lnTo>
                    <a:pt x="2595029" y="71640"/>
                  </a:lnTo>
                  <a:close/>
                </a:path>
                <a:path w="3413760" h="295909">
                  <a:moveTo>
                    <a:pt x="2604719" y="265201"/>
                  </a:moveTo>
                  <a:lnTo>
                    <a:pt x="2602547" y="261315"/>
                  </a:lnTo>
                  <a:lnTo>
                    <a:pt x="2600604" y="262610"/>
                  </a:lnTo>
                  <a:lnTo>
                    <a:pt x="2604719" y="265201"/>
                  </a:lnTo>
                  <a:close/>
                </a:path>
                <a:path w="3413760" h="295909">
                  <a:moveTo>
                    <a:pt x="2604719" y="184353"/>
                  </a:moveTo>
                  <a:lnTo>
                    <a:pt x="2602547" y="180467"/>
                  </a:lnTo>
                  <a:lnTo>
                    <a:pt x="2600604" y="181762"/>
                  </a:lnTo>
                  <a:lnTo>
                    <a:pt x="2604719" y="184353"/>
                  </a:lnTo>
                  <a:close/>
                </a:path>
                <a:path w="3413760" h="295909">
                  <a:moveTo>
                    <a:pt x="2604719" y="103505"/>
                  </a:moveTo>
                  <a:lnTo>
                    <a:pt x="2602547" y="99618"/>
                  </a:lnTo>
                  <a:lnTo>
                    <a:pt x="2600604" y="100914"/>
                  </a:lnTo>
                  <a:lnTo>
                    <a:pt x="2604719" y="103505"/>
                  </a:lnTo>
                  <a:close/>
                </a:path>
                <a:path w="3413760" h="295909">
                  <a:moveTo>
                    <a:pt x="2604719" y="22644"/>
                  </a:moveTo>
                  <a:lnTo>
                    <a:pt x="2602547" y="18757"/>
                  </a:lnTo>
                  <a:lnTo>
                    <a:pt x="2600604" y="20053"/>
                  </a:lnTo>
                  <a:lnTo>
                    <a:pt x="2604719" y="22644"/>
                  </a:lnTo>
                  <a:close/>
                </a:path>
                <a:path w="3413760" h="295909">
                  <a:moveTo>
                    <a:pt x="2622677" y="285330"/>
                  </a:moveTo>
                  <a:lnTo>
                    <a:pt x="2622435" y="282981"/>
                  </a:lnTo>
                  <a:lnTo>
                    <a:pt x="2616771" y="286537"/>
                  </a:lnTo>
                  <a:lnTo>
                    <a:pt x="2622677" y="285330"/>
                  </a:lnTo>
                  <a:close/>
                </a:path>
                <a:path w="3413760" h="295909">
                  <a:moveTo>
                    <a:pt x="2622677" y="204482"/>
                  </a:moveTo>
                  <a:lnTo>
                    <a:pt x="2622435" y="202133"/>
                  </a:lnTo>
                  <a:lnTo>
                    <a:pt x="2616771" y="205689"/>
                  </a:lnTo>
                  <a:lnTo>
                    <a:pt x="2622677" y="204482"/>
                  </a:lnTo>
                  <a:close/>
                </a:path>
                <a:path w="3413760" h="295909">
                  <a:moveTo>
                    <a:pt x="2622677" y="123634"/>
                  </a:moveTo>
                  <a:lnTo>
                    <a:pt x="2622435" y="121285"/>
                  </a:lnTo>
                  <a:lnTo>
                    <a:pt x="2616771" y="124841"/>
                  </a:lnTo>
                  <a:lnTo>
                    <a:pt x="2622677" y="123634"/>
                  </a:lnTo>
                  <a:close/>
                </a:path>
                <a:path w="3413760" h="295909">
                  <a:moveTo>
                    <a:pt x="2622677" y="42773"/>
                  </a:moveTo>
                  <a:lnTo>
                    <a:pt x="2622435" y="40424"/>
                  </a:lnTo>
                  <a:lnTo>
                    <a:pt x="2616771" y="43980"/>
                  </a:lnTo>
                  <a:lnTo>
                    <a:pt x="2622677" y="42773"/>
                  </a:lnTo>
                  <a:close/>
                </a:path>
                <a:path w="3413760" h="295909">
                  <a:moveTo>
                    <a:pt x="2626868" y="273761"/>
                  </a:moveTo>
                  <a:lnTo>
                    <a:pt x="2625788" y="265595"/>
                  </a:lnTo>
                  <a:lnTo>
                    <a:pt x="2623731" y="265595"/>
                  </a:lnTo>
                  <a:lnTo>
                    <a:pt x="2626868" y="273761"/>
                  </a:lnTo>
                  <a:close/>
                </a:path>
                <a:path w="3413760" h="295909">
                  <a:moveTo>
                    <a:pt x="2626868" y="192925"/>
                  </a:moveTo>
                  <a:lnTo>
                    <a:pt x="2625788" y="184746"/>
                  </a:lnTo>
                  <a:lnTo>
                    <a:pt x="2623731" y="184746"/>
                  </a:lnTo>
                  <a:lnTo>
                    <a:pt x="2626868" y="192925"/>
                  </a:lnTo>
                  <a:close/>
                </a:path>
                <a:path w="3413760" h="295909">
                  <a:moveTo>
                    <a:pt x="2626868" y="112064"/>
                  </a:moveTo>
                  <a:lnTo>
                    <a:pt x="2625788" y="103898"/>
                  </a:lnTo>
                  <a:lnTo>
                    <a:pt x="2623731" y="103898"/>
                  </a:lnTo>
                  <a:lnTo>
                    <a:pt x="2626868" y="112064"/>
                  </a:lnTo>
                  <a:close/>
                </a:path>
                <a:path w="3413760" h="295909">
                  <a:moveTo>
                    <a:pt x="2626868" y="31216"/>
                  </a:moveTo>
                  <a:lnTo>
                    <a:pt x="2625788" y="23037"/>
                  </a:lnTo>
                  <a:lnTo>
                    <a:pt x="2623731" y="23037"/>
                  </a:lnTo>
                  <a:lnTo>
                    <a:pt x="2626868" y="31216"/>
                  </a:lnTo>
                  <a:close/>
                </a:path>
                <a:path w="3413760" h="295909">
                  <a:moveTo>
                    <a:pt x="2632303" y="293979"/>
                  </a:moveTo>
                  <a:lnTo>
                    <a:pt x="2627934" y="293014"/>
                  </a:lnTo>
                  <a:lnTo>
                    <a:pt x="2627693" y="295351"/>
                  </a:lnTo>
                  <a:lnTo>
                    <a:pt x="2632303" y="293979"/>
                  </a:lnTo>
                  <a:close/>
                </a:path>
                <a:path w="3413760" h="295909">
                  <a:moveTo>
                    <a:pt x="2632303" y="213131"/>
                  </a:moveTo>
                  <a:lnTo>
                    <a:pt x="2627934" y="212166"/>
                  </a:lnTo>
                  <a:lnTo>
                    <a:pt x="2627693" y="214503"/>
                  </a:lnTo>
                  <a:lnTo>
                    <a:pt x="2632303" y="213131"/>
                  </a:lnTo>
                  <a:close/>
                </a:path>
                <a:path w="3413760" h="295909">
                  <a:moveTo>
                    <a:pt x="2632303" y="132283"/>
                  </a:moveTo>
                  <a:lnTo>
                    <a:pt x="2627934" y="131318"/>
                  </a:lnTo>
                  <a:lnTo>
                    <a:pt x="2627693" y="133654"/>
                  </a:lnTo>
                  <a:lnTo>
                    <a:pt x="2632303" y="132283"/>
                  </a:lnTo>
                  <a:close/>
                </a:path>
                <a:path w="3413760" h="295909">
                  <a:moveTo>
                    <a:pt x="2632303" y="51422"/>
                  </a:moveTo>
                  <a:lnTo>
                    <a:pt x="2627934" y="50457"/>
                  </a:lnTo>
                  <a:lnTo>
                    <a:pt x="2627693" y="52806"/>
                  </a:lnTo>
                  <a:lnTo>
                    <a:pt x="2632303" y="51422"/>
                  </a:lnTo>
                  <a:close/>
                </a:path>
                <a:path w="3413760" h="295909">
                  <a:moveTo>
                    <a:pt x="2635364" y="284353"/>
                  </a:moveTo>
                  <a:lnTo>
                    <a:pt x="2632214" y="283464"/>
                  </a:lnTo>
                  <a:lnTo>
                    <a:pt x="2628735" y="285330"/>
                  </a:lnTo>
                  <a:lnTo>
                    <a:pt x="2635364" y="284353"/>
                  </a:lnTo>
                  <a:close/>
                </a:path>
                <a:path w="3413760" h="295909">
                  <a:moveTo>
                    <a:pt x="2635364" y="203504"/>
                  </a:moveTo>
                  <a:lnTo>
                    <a:pt x="2632214" y="202615"/>
                  </a:lnTo>
                  <a:lnTo>
                    <a:pt x="2628735" y="204482"/>
                  </a:lnTo>
                  <a:lnTo>
                    <a:pt x="2635364" y="203504"/>
                  </a:lnTo>
                  <a:close/>
                </a:path>
                <a:path w="3413760" h="295909">
                  <a:moveTo>
                    <a:pt x="2635364" y="122656"/>
                  </a:moveTo>
                  <a:lnTo>
                    <a:pt x="2632214" y="121767"/>
                  </a:lnTo>
                  <a:lnTo>
                    <a:pt x="2628735" y="123634"/>
                  </a:lnTo>
                  <a:lnTo>
                    <a:pt x="2635364" y="122656"/>
                  </a:lnTo>
                  <a:close/>
                </a:path>
                <a:path w="3413760" h="295909">
                  <a:moveTo>
                    <a:pt x="2635364" y="41795"/>
                  </a:moveTo>
                  <a:lnTo>
                    <a:pt x="2632214" y="40906"/>
                  </a:lnTo>
                  <a:lnTo>
                    <a:pt x="2628735" y="42773"/>
                  </a:lnTo>
                  <a:lnTo>
                    <a:pt x="2635364" y="41795"/>
                  </a:lnTo>
                  <a:close/>
                </a:path>
                <a:path w="3413760" h="295909">
                  <a:moveTo>
                    <a:pt x="2647010" y="233349"/>
                  </a:moveTo>
                  <a:lnTo>
                    <a:pt x="2646578" y="229463"/>
                  </a:lnTo>
                  <a:lnTo>
                    <a:pt x="2644267" y="229463"/>
                  </a:lnTo>
                  <a:lnTo>
                    <a:pt x="2647010" y="233349"/>
                  </a:lnTo>
                  <a:close/>
                </a:path>
                <a:path w="3413760" h="295909">
                  <a:moveTo>
                    <a:pt x="2647010" y="152501"/>
                  </a:moveTo>
                  <a:lnTo>
                    <a:pt x="2646578" y="148615"/>
                  </a:lnTo>
                  <a:lnTo>
                    <a:pt x="2644267" y="148615"/>
                  </a:lnTo>
                  <a:lnTo>
                    <a:pt x="2647010" y="152501"/>
                  </a:lnTo>
                  <a:close/>
                </a:path>
                <a:path w="3413760" h="295909">
                  <a:moveTo>
                    <a:pt x="2647010" y="71640"/>
                  </a:moveTo>
                  <a:lnTo>
                    <a:pt x="2646578" y="67754"/>
                  </a:lnTo>
                  <a:lnTo>
                    <a:pt x="2644267" y="67754"/>
                  </a:lnTo>
                  <a:lnTo>
                    <a:pt x="2647010" y="71640"/>
                  </a:lnTo>
                  <a:close/>
                </a:path>
                <a:path w="3413760" h="295909">
                  <a:moveTo>
                    <a:pt x="2663101" y="244906"/>
                  </a:moveTo>
                  <a:lnTo>
                    <a:pt x="2662847" y="242557"/>
                  </a:lnTo>
                  <a:lnTo>
                    <a:pt x="2657195" y="246113"/>
                  </a:lnTo>
                  <a:lnTo>
                    <a:pt x="2663101" y="244906"/>
                  </a:lnTo>
                  <a:close/>
                </a:path>
                <a:path w="3413760" h="295909">
                  <a:moveTo>
                    <a:pt x="2663101" y="164058"/>
                  </a:moveTo>
                  <a:lnTo>
                    <a:pt x="2662847" y="161709"/>
                  </a:lnTo>
                  <a:lnTo>
                    <a:pt x="2657195" y="165265"/>
                  </a:lnTo>
                  <a:lnTo>
                    <a:pt x="2663101" y="164058"/>
                  </a:lnTo>
                  <a:close/>
                </a:path>
                <a:path w="3413760" h="295909">
                  <a:moveTo>
                    <a:pt x="2663101" y="83210"/>
                  </a:moveTo>
                  <a:lnTo>
                    <a:pt x="2662847" y="80873"/>
                  </a:lnTo>
                  <a:lnTo>
                    <a:pt x="2657195" y="84416"/>
                  </a:lnTo>
                  <a:lnTo>
                    <a:pt x="2663101" y="83210"/>
                  </a:lnTo>
                  <a:close/>
                </a:path>
                <a:path w="3413760" h="295909">
                  <a:moveTo>
                    <a:pt x="2663101" y="2349"/>
                  </a:moveTo>
                  <a:lnTo>
                    <a:pt x="2662847" y="0"/>
                  </a:lnTo>
                  <a:lnTo>
                    <a:pt x="2657195" y="3556"/>
                  </a:lnTo>
                  <a:lnTo>
                    <a:pt x="2663101" y="2349"/>
                  </a:lnTo>
                  <a:close/>
                </a:path>
                <a:path w="3413760" h="295909">
                  <a:moveTo>
                    <a:pt x="2663914" y="252577"/>
                  </a:moveTo>
                  <a:lnTo>
                    <a:pt x="2659545" y="253555"/>
                  </a:lnTo>
                  <a:lnTo>
                    <a:pt x="2660256" y="255739"/>
                  </a:lnTo>
                  <a:lnTo>
                    <a:pt x="2663914" y="252577"/>
                  </a:lnTo>
                  <a:close/>
                </a:path>
                <a:path w="3413760" h="295909">
                  <a:moveTo>
                    <a:pt x="2663914" y="171742"/>
                  </a:moveTo>
                  <a:lnTo>
                    <a:pt x="2659545" y="172707"/>
                  </a:lnTo>
                  <a:lnTo>
                    <a:pt x="2660256" y="174891"/>
                  </a:lnTo>
                  <a:lnTo>
                    <a:pt x="2663914" y="171742"/>
                  </a:lnTo>
                  <a:close/>
                </a:path>
                <a:path w="3413760" h="295909">
                  <a:moveTo>
                    <a:pt x="2663914" y="90881"/>
                  </a:moveTo>
                  <a:lnTo>
                    <a:pt x="2659545" y="91859"/>
                  </a:lnTo>
                  <a:lnTo>
                    <a:pt x="2660256" y="94043"/>
                  </a:lnTo>
                  <a:lnTo>
                    <a:pt x="2663914" y="90881"/>
                  </a:lnTo>
                  <a:close/>
                </a:path>
                <a:path w="3413760" h="295909">
                  <a:moveTo>
                    <a:pt x="2663914" y="10033"/>
                  </a:moveTo>
                  <a:lnTo>
                    <a:pt x="2659545" y="10998"/>
                  </a:lnTo>
                  <a:lnTo>
                    <a:pt x="2660256" y="13182"/>
                  </a:lnTo>
                  <a:lnTo>
                    <a:pt x="2663914" y="10033"/>
                  </a:lnTo>
                  <a:close/>
                </a:path>
                <a:path w="3413760" h="295909">
                  <a:moveTo>
                    <a:pt x="2672727" y="253555"/>
                  </a:moveTo>
                  <a:lnTo>
                    <a:pt x="2668117" y="254927"/>
                  </a:lnTo>
                  <a:lnTo>
                    <a:pt x="2671991" y="255739"/>
                  </a:lnTo>
                  <a:lnTo>
                    <a:pt x="2672727" y="253555"/>
                  </a:lnTo>
                  <a:close/>
                </a:path>
                <a:path w="3413760" h="295909">
                  <a:moveTo>
                    <a:pt x="2672727" y="172707"/>
                  </a:moveTo>
                  <a:lnTo>
                    <a:pt x="2668117" y="174078"/>
                  </a:lnTo>
                  <a:lnTo>
                    <a:pt x="2671991" y="174891"/>
                  </a:lnTo>
                  <a:lnTo>
                    <a:pt x="2672727" y="172707"/>
                  </a:lnTo>
                  <a:close/>
                </a:path>
                <a:path w="3413760" h="295909">
                  <a:moveTo>
                    <a:pt x="2672727" y="91859"/>
                  </a:moveTo>
                  <a:lnTo>
                    <a:pt x="2668117" y="93230"/>
                  </a:lnTo>
                  <a:lnTo>
                    <a:pt x="2671991" y="94043"/>
                  </a:lnTo>
                  <a:lnTo>
                    <a:pt x="2672727" y="91859"/>
                  </a:lnTo>
                  <a:close/>
                </a:path>
                <a:path w="3413760" h="295909">
                  <a:moveTo>
                    <a:pt x="2672727" y="10998"/>
                  </a:moveTo>
                  <a:lnTo>
                    <a:pt x="2668117" y="12369"/>
                  </a:lnTo>
                  <a:lnTo>
                    <a:pt x="2671991" y="13182"/>
                  </a:lnTo>
                  <a:lnTo>
                    <a:pt x="2672727" y="10998"/>
                  </a:lnTo>
                  <a:close/>
                </a:path>
                <a:path w="3413760" h="295909">
                  <a:moveTo>
                    <a:pt x="2675788" y="243928"/>
                  </a:moveTo>
                  <a:lnTo>
                    <a:pt x="2672638" y="243039"/>
                  </a:lnTo>
                  <a:lnTo>
                    <a:pt x="2669159" y="244906"/>
                  </a:lnTo>
                  <a:lnTo>
                    <a:pt x="2675788" y="243928"/>
                  </a:lnTo>
                  <a:close/>
                </a:path>
                <a:path w="3413760" h="295909">
                  <a:moveTo>
                    <a:pt x="2675788" y="163080"/>
                  </a:moveTo>
                  <a:lnTo>
                    <a:pt x="2672638" y="162204"/>
                  </a:lnTo>
                  <a:lnTo>
                    <a:pt x="2669159" y="164058"/>
                  </a:lnTo>
                  <a:lnTo>
                    <a:pt x="2675788" y="163080"/>
                  </a:lnTo>
                  <a:close/>
                </a:path>
                <a:path w="3413760" h="295909">
                  <a:moveTo>
                    <a:pt x="2675788" y="82232"/>
                  </a:moveTo>
                  <a:lnTo>
                    <a:pt x="2672638" y="81343"/>
                  </a:lnTo>
                  <a:lnTo>
                    <a:pt x="2669159" y="83210"/>
                  </a:lnTo>
                  <a:lnTo>
                    <a:pt x="2675788" y="82232"/>
                  </a:lnTo>
                  <a:close/>
                </a:path>
                <a:path w="3413760" h="295909">
                  <a:moveTo>
                    <a:pt x="2675788" y="1371"/>
                  </a:moveTo>
                  <a:lnTo>
                    <a:pt x="2672638" y="482"/>
                  </a:lnTo>
                  <a:lnTo>
                    <a:pt x="2669159" y="2349"/>
                  </a:lnTo>
                  <a:lnTo>
                    <a:pt x="2675788" y="1371"/>
                  </a:lnTo>
                  <a:close/>
                </a:path>
                <a:path w="3413760" h="295909">
                  <a:moveTo>
                    <a:pt x="2675877" y="233349"/>
                  </a:moveTo>
                  <a:lnTo>
                    <a:pt x="2675788" y="226872"/>
                  </a:lnTo>
                  <a:lnTo>
                    <a:pt x="2675318" y="230035"/>
                  </a:lnTo>
                  <a:lnTo>
                    <a:pt x="2675877" y="233349"/>
                  </a:lnTo>
                  <a:close/>
                </a:path>
                <a:path w="3413760" h="295909">
                  <a:moveTo>
                    <a:pt x="2675877" y="152501"/>
                  </a:moveTo>
                  <a:lnTo>
                    <a:pt x="2675788" y="146024"/>
                  </a:lnTo>
                  <a:lnTo>
                    <a:pt x="2675318" y="149186"/>
                  </a:lnTo>
                  <a:lnTo>
                    <a:pt x="2675877" y="152501"/>
                  </a:lnTo>
                  <a:close/>
                </a:path>
                <a:path w="3413760" h="295909">
                  <a:moveTo>
                    <a:pt x="2675877" y="71640"/>
                  </a:moveTo>
                  <a:lnTo>
                    <a:pt x="2675788" y="65163"/>
                  </a:lnTo>
                  <a:lnTo>
                    <a:pt x="2675318" y="68313"/>
                  </a:lnTo>
                  <a:lnTo>
                    <a:pt x="2675877" y="71640"/>
                  </a:lnTo>
                  <a:close/>
                </a:path>
                <a:path w="3413760" h="295909">
                  <a:moveTo>
                    <a:pt x="2685580" y="265201"/>
                  </a:moveTo>
                  <a:lnTo>
                    <a:pt x="2683383" y="261315"/>
                  </a:lnTo>
                  <a:lnTo>
                    <a:pt x="2681452" y="262610"/>
                  </a:lnTo>
                  <a:lnTo>
                    <a:pt x="2685580" y="265201"/>
                  </a:lnTo>
                  <a:close/>
                </a:path>
                <a:path w="3413760" h="295909">
                  <a:moveTo>
                    <a:pt x="2685580" y="184353"/>
                  </a:moveTo>
                  <a:lnTo>
                    <a:pt x="2683383" y="180467"/>
                  </a:lnTo>
                  <a:lnTo>
                    <a:pt x="2681452" y="181762"/>
                  </a:lnTo>
                  <a:lnTo>
                    <a:pt x="2685580" y="184353"/>
                  </a:lnTo>
                  <a:close/>
                </a:path>
                <a:path w="3413760" h="295909">
                  <a:moveTo>
                    <a:pt x="2685580" y="103505"/>
                  </a:moveTo>
                  <a:lnTo>
                    <a:pt x="2683383" y="99618"/>
                  </a:lnTo>
                  <a:lnTo>
                    <a:pt x="2681452" y="100914"/>
                  </a:lnTo>
                  <a:lnTo>
                    <a:pt x="2685580" y="103505"/>
                  </a:lnTo>
                  <a:close/>
                </a:path>
                <a:path w="3413760" h="295909">
                  <a:moveTo>
                    <a:pt x="2685580" y="22644"/>
                  </a:moveTo>
                  <a:lnTo>
                    <a:pt x="2683383" y="18757"/>
                  </a:lnTo>
                  <a:lnTo>
                    <a:pt x="2681452" y="20053"/>
                  </a:lnTo>
                  <a:lnTo>
                    <a:pt x="2685580" y="22644"/>
                  </a:lnTo>
                  <a:close/>
                </a:path>
                <a:path w="3413760" h="295909">
                  <a:moveTo>
                    <a:pt x="2703525" y="285330"/>
                  </a:moveTo>
                  <a:lnTo>
                    <a:pt x="2703284" y="282981"/>
                  </a:lnTo>
                  <a:lnTo>
                    <a:pt x="2697619" y="286537"/>
                  </a:lnTo>
                  <a:lnTo>
                    <a:pt x="2703525" y="285330"/>
                  </a:lnTo>
                  <a:close/>
                </a:path>
                <a:path w="3413760" h="295909">
                  <a:moveTo>
                    <a:pt x="2703525" y="204482"/>
                  </a:moveTo>
                  <a:lnTo>
                    <a:pt x="2703284" y="202133"/>
                  </a:lnTo>
                  <a:lnTo>
                    <a:pt x="2697619" y="205689"/>
                  </a:lnTo>
                  <a:lnTo>
                    <a:pt x="2703525" y="204482"/>
                  </a:lnTo>
                  <a:close/>
                </a:path>
                <a:path w="3413760" h="295909">
                  <a:moveTo>
                    <a:pt x="2703525" y="123634"/>
                  </a:moveTo>
                  <a:lnTo>
                    <a:pt x="2703284" y="121285"/>
                  </a:lnTo>
                  <a:lnTo>
                    <a:pt x="2697619" y="124841"/>
                  </a:lnTo>
                  <a:lnTo>
                    <a:pt x="2703525" y="123634"/>
                  </a:lnTo>
                  <a:close/>
                </a:path>
                <a:path w="3413760" h="295909">
                  <a:moveTo>
                    <a:pt x="2703525" y="42773"/>
                  </a:moveTo>
                  <a:lnTo>
                    <a:pt x="2703284" y="40424"/>
                  </a:lnTo>
                  <a:lnTo>
                    <a:pt x="2697619" y="43980"/>
                  </a:lnTo>
                  <a:lnTo>
                    <a:pt x="2703525" y="42773"/>
                  </a:lnTo>
                  <a:close/>
                </a:path>
                <a:path w="3413760" h="295909">
                  <a:moveTo>
                    <a:pt x="2707729" y="273761"/>
                  </a:moveTo>
                  <a:lnTo>
                    <a:pt x="2706636" y="265595"/>
                  </a:lnTo>
                  <a:lnTo>
                    <a:pt x="2704579" y="265595"/>
                  </a:lnTo>
                  <a:lnTo>
                    <a:pt x="2707729" y="273761"/>
                  </a:lnTo>
                  <a:close/>
                </a:path>
                <a:path w="3413760" h="295909">
                  <a:moveTo>
                    <a:pt x="2707729" y="192925"/>
                  </a:moveTo>
                  <a:lnTo>
                    <a:pt x="2706636" y="184746"/>
                  </a:lnTo>
                  <a:lnTo>
                    <a:pt x="2704579" y="184746"/>
                  </a:lnTo>
                  <a:lnTo>
                    <a:pt x="2707729" y="192925"/>
                  </a:lnTo>
                  <a:close/>
                </a:path>
                <a:path w="3413760" h="295909">
                  <a:moveTo>
                    <a:pt x="2707729" y="112064"/>
                  </a:moveTo>
                  <a:lnTo>
                    <a:pt x="2706636" y="103898"/>
                  </a:lnTo>
                  <a:lnTo>
                    <a:pt x="2704579" y="103898"/>
                  </a:lnTo>
                  <a:lnTo>
                    <a:pt x="2707729" y="112064"/>
                  </a:lnTo>
                  <a:close/>
                </a:path>
                <a:path w="3413760" h="295909">
                  <a:moveTo>
                    <a:pt x="2707729" y="31216"/>
                  </a:moveTo>
                  <a:lnTo>
                    <a:pt x="2706636" y="23037"/>
                  </a:lnTo>
                  <a:lnTo>
                    <a:pt x="2704579" y="23037"/>
                  </a:lnTo>
                  <a:lnTo>
                    <a:pt x="2707729" y="31216"/>
                  </a:lnTo>
                  <a:close/>
                </a:path>
                <a:path w="3413760" h="295909">
                  <a:moveTo>
                    <a:pt x="2713151" y="293979"/>
                  </a:moveTo>
                  <a:lnTo>
                    <a:pt x="2708783" y="293014"/>
                  </a:lnTo>
                  <a:lnTo>
                    <a:pt x="2708541" y="295351"/>
                  </a:lnTo>
                  <a:lnTo>
                    <a:pt x="2713151" y="293979"/>
                  </a:lnTo>
                  <a:close/>
                </a:path>
                <a:path w="3413760" h="295909">
                  <a:moveTo>
                    <a:pt x="2713151" y="213131"/>
                  </a:moveTo>
                  <a:lnTo>
                    <a:pt x="2708783" y="212166"/>
                  </a:lnTo>
                  <a:lnTo>
                    <a:pt x="2708541" y="214503"/>
                  </a:lnTo>
                  <a:lnTo>
                    <a:pt x="2713151" y="213131"/>
                  </a:lnTo>
                  <a:close/>
                </a:path>
                <a:path w="3413760" h="295909">
                  <a:moveTo>
                    <a:pt x="2713151" y="132283"/>
                  </a:moveTo>
                  <a:lnTo>
                    <a:pt x="2708783" y="131318"/>
                  </a:lnTo>
                  <a:lnTo>
                    <a:pt x="2708541" y="133654"/>
                  </a:lnTo>
                  <a:lnTo>
                    <a:pt x="2713151" y="132283"/>
                  </a:lnTo>
                  <a:close/>
                </a:path>
                <a:path w="3413760" h="295909">
                  <a:moveTo>
                    <a:pt x="2713151" y="51422"/>
                  </a:moveTo>
                  <a:lnTo>
                    <a:pt x="2708783" y="50457"/>
                  </a:lnTo>
                  <a:lnTo>
                    <a:pt x="2708541" y="52806"/>
                  </a:lnTo>
                  <a:lnTo>
                    <a:pt x="2713151" y="51422"/>
                  </a:lnTo>
                  <a:close/>
                </a:path>
                <a:path w="3413760" h="295909">
                  <a:moveTo>
                    <a:pt x="2716225" y="284353"/>
                  </a:moveTo>
                  <a:lnTo>
                    <a:pt x="2713063" y="283464"/>
                  </a:lnTo>
                  <a:lnTo>
                    <a:pt x="2709583" y="285330"/>
                  </a:lnTo>
                  <a:lnTo>
                    <a:pt x="2716225" y="284353"/>
                  </a:lnTo>
                  <a:close/>
                </a:path>
                <a:path w="3413760" h="295909">
                  <a:moveTo>
                    <a:pt x="2716225" y="203504"/>
                  </a:moveTo>
                  <a:lnTo>
                    <a:pt x="2713063" y="202615"/>
                  </a:lnTo>
                  <a:lnTo>
                    <a:pt x="2709583" y="204482"/>
                  </a:lnTo>
                  <a:lnTo>
                    <a:pt x="2716225" y="203504"/>
                  </a:lnTo>
                  <a:close/>
                </a:path>
                <a:path w="3413760" h="295909">
                  <a:moveTo>
                    <a:pt x="2716225" y="122656"/>
                  </a:moveTo>
                  <a:lnTo>
                    <a:pt x="2713063" y="121767"/>
                  </a:lnTo>
                  <a:lnTo>
                    <a:pt x="2709583" y="123634"/>
                  </a:lnTo>
                  <a:lnTo>
                    <a:pt x="2716225" y="122656"/>
                  </a:lnTo>
                  <a:close/>
                </a:path>
                <a:path w="3413760" h="295909">
                  <a:moveTo>
                    <a:pt x="2716225" y="41795"/>
                  </a:moveTo>
                  <a:lnTo>
                    <a:pt x="2713063" y="40906"/>
                  </a:lnTo>
                  <a:lnTo>
                    <a:pt x="2709583" y="42773"/>
                  </a:lnTo>
                  <a:lnTo>
                    <a:pt x="2716225" y="41795"/>
                  </a:lnTo>
                  <a:close/>
                </a:path>
                <a:path w="3413760" h="295909">
                  <a:moveTo>
                    <a:pt x="2727858" y="233349"/>
                  </a:moveTo>
                  <a:lnTo>
                    <a:pt x="2727426" y="229463"/>
                  </a:lnTo>
                  <a:lnTo>
                    <a:pt x="2725115" y="229463"/>
                  </a:lnTo>
                  <a:lnTo>
                    <a:pt x="2727858" y="233349"/>
                  </a:lnTo>
                  <a:close/>
                </a:path>
                <a:path w="3413760" h="295909">
                  <a:moveTo>
                    <a:pt x="2727858" y="152501"/>
                  </a:moveTo>
                  <a:lnTo>
                    <a:pt x="2727426" y="148615"/>
                  </a:lnTo>
                  <a:lnTo>
                    <a:pt x="2725115" y="148615"/>
                  </a:lnTo>
                  <a:lnTo>
                    <a:pt x="2727858" y="152501"/>
                  </a:lnTo>
                  <a:close/>
                </a:path>
                <a:path w="3413760" h="295909">
                  <a:moveTo>
                    <a:pt x="2727858" y="71640"/>
                  </a:moveTo>
                  <a:lnTo>
                    <a:pt x="2727426" y="67754"/>
                  </a:lnTo>
                  <a:lnTo>
                    <a:pt x="2725115" y="67754"/>
                  </a:lnTo>
                  <a:lnTo>
                    <a:pt x="2727858" y="71640"/>
                  </a:lnTo>
                  <a:close/>
                </a:path>
                <a:path w="3413760" h="295909">
                  <a:moveTo>
                    <a:pt x="2743949" y="244906"/>
                  </a:moveTo>
                  <a:lnTo>
                    <a:pt x="2743708" y="242557"/>
                  </a:lnTo>
                  <a:lnTo>
                    <a:pt x="2738056" y="246113"/>
                  </a:lnTo>
                  <a:lnTo>
                    <a:pt x="2743949" y="244906"/>
                  </a:lnTo>
                  <a:close/>
                </a:path>
                <a:path w="3413760" h="295909">
                  <a:moveTo>
                    <a:pt x="2743949" y="164058"/>
                  </a:moveTo>
                  <a:lnTo>
                    <a:pt x="2743708" y="161709"/>
                  </a:lnTo>
                  <a:lnTo>
                    <a:pt x="2738056" y="165265"/>
                  </a:lnTo>
                  <a:lnTo>
                    <a:pt x="2743949" y="164058"/>
                  </a:lnTo>
                  <a:close/>
                </a:path>
                <a:path w="3413760" h="295909">
                  <a:moveTo>
                    <a:pt x="2743949" y="83210"/>
                  </a:moveTo>
                  <a:lnTo>
                    <a:pt x="2743708" y="80873"/>
                  </a:lnTo>
                  <a:lnTo>
                    <a:pt x="2738056" y="84416"/>
                  </a:lnTo>
                  <a:lnTo>
                    <a:pt x="2743949" y="83210"/>
                  </a:lnTo>
                  <a:close/>
                </a:path>
                <a:path w="3413760" h="295909">
                  <a:moveTo>
                    <a:pt x="2743949" y="2349"/>
                  </a:moveTo>
                  <a:lnTo>
                    <a:pt x="2743708" y="0"/>
                  </a:lnTo>
                  <a:lnTo>
                    <a:pt x="2738056" y="3556"/>
                  </a:lnTo>
                  <a:lnTo>
                    <a:pt x="2743949" y="2349"/>
                  </a:lnTo>
                  <a:close/>
                </a:path>
                <a:path w="3413760" h="295909">
                  <a:moveTo>
                    <a:pt x="2744762" y="252577"/>
                  </a:moveTo>
                  <a:lnTo>
                    <a:pt x="2740393" y="253555"/>
                  </a:lnTo>
                  <a:lnTo>
                    <a:pt x="2741130" y="255739"/>
                  </a:lnTo>
                  <a:lnTo>
                    <a:pt x="2744762" y="252577"/>
                  </a:lnTo>
                  <a:close/>
                </a:path>
                <a:path w="3413760" h="295909">
                  <a:moveTo>
                    <a:pt x="2744762" y="171742"/>
                  </a:moveTo>
                  <a:lnTo>
                    <a:pt x="2740393" y="172707"/>
                  </a:lnTo>
                  <a:lnTo>
                    <a:pt x="2741130" y="174891"/>
                  </a:lnTo>
                  <a:lnTo>
                    <a:pt x="2744762" y="171742"/>
                  </a:lnTo>
                  <a:close/>
                </a:path>
                <a:path w="3413760" h="295909">
                  <a:moveTo>
                    <a:pt x="2744762" y="90881"/>
                  </a:moveTo>
                  <a:lnTo>
                    <a:pt x="2740393" y="91859"/>
                  </a:lnTo>
                  <a:lnTo>
                    <a:pt x="2741130" y="94043"/>
                  </a:lnTo>
                  <a:lnTo>
                    <a:pt x="2744762" y="90881"/>
                  </a:lnTo>
                  <a:close/>
                </a:path>
                <a:path w="3413760" h="295909">
                  <a:moveTo>
                    <a:pt x="2744762" y="10033"/>
                  </a:moveTo>
                  <a:lnTo>
                    <a:pt x="2740393" y="10998"/>
                  </a:lnTo>
                  <a:lnTo>
                    <a:pt x="2741130" y="13182"/>
                  </a:lnTo>
                  <a:lnTo>
                    <a:pt x="2744762" y="10033"/>
                  </a:lnTo>
                  <a:close/>
                </a:path>
                <a:path w="3413760" h="295909">
                  <a:moveTo>
                    <a:pt x="2753576" y="253555"/>
                  </a:moveTo>
                  <a:lnTo>
                    <a:pt x="2748965" y="254927"/>
                  </a:lnTo>
                  <a:lnTo>
                    <a:pt x="2752852" y="255739"/>
                  </a:lnTo>
                  <a:lnTo>
                    <a:pt x="2753576" y="253555"/>
                  </a:lnTo>
                  <a:close/>
                </a:path>
                <a:path w="3413760" h="295909">
                  <a:moveTo>
                    <a:pt x="2753576" y="172707"/>
                  </a:moveTo>
                  <a:lnTo>
                    <a:pt x="2748965" y="174078"/>
                  </a:lnTo>
                  <a:lnTo>
                    <a:pt x="2752852" y="174891"/>
                  </a:lnTo>
                  <a:lnTo>
                    <a:pt x="2753576" y="172707"/>
                  </a:lnTo>
                  <a:close/>
                </a:path>
                <a:path w="3413760" h="295909">
                  <a:moveTo>
                    <a:pt x="2753576" y="91859"/>
                  </a:moveTo>
                  <a:lnTo>
                    <a:pt x="2748965" y="93230"/>
                  </a:lnTo>
                  <a:lnTo>
                    <a:pt x="2752852" y="94043"/>
                  </a:lnTo>
                  <a:lnTo>
                    <a:pt x="2753576" y="91859"/>
                  </a:lnTo>
                  <a:close/>
                </a:path>
                <a:path w="3413760" h="295909">
                  <a:moveTo>
                    <a:pt x="2753576" y="10998"/>
                  </a:moveTo>
                  <a:lnTo>
                    <a:pt x="2748965" y="12369"/>
                  </a:lnTo>
                  <a:lnTo>
                    <a:pt x="2752852" y="13182"/>
                  </a:lnTo>
                  <a:lnTo>
                    <a:pt x="2753576" y="10998"/>
                  </a:lnTo>
                  <a:close/>
                </a:path>
                <a:path w="3413760" h="295909">
                  <a:moveTo>
                    <a:pt x="2756649" y="243928"/>
                  </a:moveTo>
                  <a:lnTo>
                    <a:pt x="2753487" y="243039"/>
                  </a:lnTo>
                  <a:lnTo>
                    <a:pt x="2750007" y="244906"/>
                  </a:lnTo>
                  <a:lnTo>
                    <a:pt x="2756649" y="243928"/>
                  </a:lnTo>
                  <a:close/>
                </a:path>
                <a:path w="3413760" h="295909">
                  <a:moveTo>
                    <a:pt x="2756649" y="163080"/>
                  </a:moveTo>
                  <a:lnTo>
                    <a:pt x="2753487" y="162204"/>
                  </a:lnTo>
                  <a:lnTo>
                    <a:pt x="2750007" y="164058"/>
                  </a:lnTo>
                  <a:lnTo>
                    <a:pt x="2756649" y="163080"/>
                  </a:lnTo>
                  <a:close/>
                </a:path>
                <a:path w="3413760" h="295909">
                  <a:moveTo>
                    <a:pt x="2756649" y="82232"/>
                  </a:moveTo>
                  <a:lnTo>
                    <a:pt x="2753487" y="81343"/>
                  </a:lnTo>
                  <a:lnTo>
                    <a:pt x="2750007" y="83210"/>
                  </a:lnTo>
                  <a:lnTo>
                    <a:pt x="2756649" y="82232"/>
                  </a:lnTo>
                  <a:close/>
                </a:path>
                <a:path w="3413760" h="295909">
                  <a:moveTo>
                    <a:pt x="2756649" y="1371"/>
                  </a:moveTo>
                  <a:lnTo>
                    <a:pt x="2753487" y="482"/>
                  </a:lnTo>
                  <a:lnTo>
                    <a:pt x="2750007" y="2349"/>
                  </a:lnTo>
                  <a:lnTo>
                    <a:pt x="2756649" y="1371"/>
                  </a:lnTo>
                  <a:close/>
                </a:path>
                <a:path w="3413760" h="295909">
                  <a:moveTo>
                    <a:pt x="2756725" y="233349"/>
                  </a:moveTo>
                  <a:lnTo>
                    <a:pt x="2756649" y="226872"/>
                  </a:lnTo>
                  <a:lnTo>
                    <a:pt x="2756166" y="230035"/>
                  </a:lnTo>
                  <a:lnTo>
                    <a:pt x="2756725" y="233349"/>
                  </a:lnTo>
                  <a:close/>
                </a:path>
                <a:path w="3413760" h="295909">
                  <a:moveTo>
                    <a:pt x="2756725" y="152501"/>
                  </a:moveTo>
                  <a:lnTo>
                    <a:pt x="2756649" y="146024"/>
                  </a:lnTo>
                  <a:lnTo>
                    <a:pt x="2756166" y="149186"/>
                  </a:lnTo>
                  <a:lnTo>
                    <a:pt x="2756725" y="152501"/>
                  </a:lnTo>
                  <a:close/>
                </a:path>
                <a:path w="3413760" h="295909">
                  <a:moveTo>
                    <a:pt x="2756725" y="71640"/>
                  </a:moveTo>
                  <a:lnTo>
                    <a:pt x="2756649" y="65163"/>
                  </a:lnTo>
                  <a:lnTo>
                    <a:pt x="2756166" y="68313"/>
                  </a:lnTo>
                  <a:lnTo>
                    <a:pt x="2756725" y="71640"/>
                  </a:lnTo>
                  <a:close/>
                </a:path>
                <a:path w="3413760" h="295909">
                  <a:moveTo>
                    <a:pt x="2766428" y="265201"/>
                  </a:moveTo>
                  <a:lnTo>
                    <a:pt x="2764256" y="261315"/>
                  </a:lnTo>
                  <a:lnTo>
                    <a:pt x="2762300" y="262610"/>
                  </a:lnTo>
                  <a:lnTo>
                    <a:pt x="2766428" y="265201"/>
                  </a:lnTo>
                  <a:close/>
                </a:path>
                <a:path w="3413760" h="295909">
                  <a:moveTo>
                    <a:pt x="2766428" y="184353"/>
                  </a:moveTo>
                  <a:lnTo>
                    <a:pt x="2764256" y="180467"/>
                  </a:lnTo>
                  <a:lnTo>
                    <a:pt x="2762300" y="181762"/>
                  </a:lnTo>
                  <a:lnTo>
                    <a:pt x="2766428" y="184353"/>
                  </a:lnTo>
                  <a:close/>
                </a:path>
                <a:path w="3413760" h="295909">
                  <a:moveTo>
                    <a:pt x="2766428" y="103505"/>
                  </a:moveTo>
                  <a:lnTo>
                    <a:pt x="2764256" y="99618"/>
                  </a:lnTo>
                  <a:lnTo>
                    <a:pt x="2762300" y="100914"/>
                  </a:lnTo>
                  <a:lnTo>
                    <a:pt x="2766428" y="103505"/>
                  </a:lnTo>
                  <a:close/>
                </a:path>
                <a:path w="3413760" h="295909">
                  <a:moveTo>
                    <a:pt x="2766428" y="22644"/>
                  </a:moveTo>
                  <a:lnTo>
                    <a:pt x="2764256" y="18757"/>
                  </a:lnTo>
                  <a:lnTo>
                    <a:pt x="2762300" y="20053"/>
                  </a:lnTo>
                  <a:lnTo>
                    <a:pt x="2766428" y="22644"/>
                  </a:lnTo>
                  <a:close/>
                </a:path>
                <a:path w="3413760" h="295909">
                  <a:moveTo>
                    <a:pt x="2784373" y="285330"/>
                  </a:moveTo>
                  <a:lnTo>
                    <a:pt x="2784132" y="282981"/>
                  </a:lnTo>
                  <a:lnTo>
                    <a:pt x="2778480" y="286537"/>
                  </a:lnTo>
                  <a:lnTo>
                    <a:pt x="2784373" y="285330"/>
                  </a:lnTo>
                  <a:close/>
                </a:path>
                <a:path w="3413760" h="295909">
                  <a:moveTo>
                    <a:pt x="2784373" y="204482"/>
                  </a:moveTo>
                  <a:lnTo>
                    <a:pt x="2784132" y="202133"/>
                  </a:lnTo>
                  <a:lnTo>
                    <a:pt x="2778480" y="205689"/>
                  </a:lnTo>
                  <a:lnTo>
                    <a:pt x="2784373" y="204482"/>
                  </a:lnTo>
                  <a:close/>
                </a:path>
                <a:path w="3413760" h="295909">
                  <a:moveTo>
                    <a:pt x="2784373" y="123634"/>
                  </a:moveTo>
                  <a:lnTo>
                    <a:pt x="2784132" y="121285"/>
                  </a:lnTo>
                  <a:lnTo>
                    <a:pt x="2778480" y="124841"/>
                  </a:lnTo>
                  <a:lnTo>
                    <a:pt x="2784373" y="123634"/>
                  </a:lnTo>
                  <a:close/>
                </a:path>
                <a:path w="3413760" h="295909">
                  <a:moveTo>
                    <a:pt x="2784373" y="42773"/>
                  </a:moveTo>
                  <a:lnTo>
                    <a:pt x="2784132" y="40424"/>
                  </a:lnTo>
                  <a:lnTo>
                    <a:pt x="2778480" y="43980"/>
                  </a:lnTo>
                  <a:lnTo>
                    <a:pt x="2784373" y="42773"/>
                  </a:lnTo>
                  <a:close/>
                </a:path>
                <a:path w="3413760" h="295909">
                  <a:moveTo>
                    <a:pt x="2788577" y="273761"/>
                  </a:moveTo>
                  <a:lnTo>
                    <a:pt x="2787485" y="265595"/>
                  </a:lnTo>
                  <a:lnTo>
                    <a:pt x="2785427" y="265595"/>
                  </a:lnTo>
                  <a:lnTo>
                    <a:pt x="2788577" y="273761"/>
                  </a:lnTo>
                  <a:close/>
                </a:path>
                <a:path w="3413760" h="295909">
                  <a:moveTo>
                    <a:pt x="2788577" y="192925"/>
                  </a:moveTo>
                  <a:lnTo>
                    <a:pt x="2787485" y="184746"/>
                  </a:lnTo>
                  <a:lnTo>
                    <a:pt x="2785427" y="184746"/>
                  </a:lnTo>
                  <a:lnTo>
                    <a:pt x="2788577" y="192925"/>
                  </a:lnTo>
                  <a:close/>
                </a:path>
                <a:path w="3413760" h="295909">
                  <a:moveTo>
                    <a:pt x="2788577" y="112064"/>
                  </a:moveTo>
                  <a:lnTo>
                    <a:pt x="2787485" y="103898"/>
                  </a:lnTo>
                  <a:lnTo>
                    <a:pt x="2785427" y="103898"/>
                  </a:lnTo>
                  <a:lnTo>
                    <a:pt x="2788577" y="112064"/>
                  </a:lnTo>
                  <a:close/>
                </a:path>
                <a:path w="3413760" h="295909">
                  <a:moveTo>
                    <a:pt x="2788577" y="31216"/>
                  </a:moveTo>
                  <a:lnTo>
                    <a:pt x="2787485" y="23037"/>
                  </a:lnTo>
                  <a:lnTo>
                    <a:pt x="2785427" y="23037"/>
                  </a:lnTo>
                  <a:lnTo>
                    <a:pt x="2788577" y="31216"/>
                  </a:lnTo>
                  <a:close/>
                </a:path>
                <a:path w="3413760" h="295909">
                  <a:moveTo>
                    <a:pt x="2794000" y="293979"/>
                  </a:moveTo>
                  <a:lnTo>
                    <a:pt x="2789644" y="293014"/>
                  </a:lnTo>
                  <a:lnTo>
                    <a:pt x="2789390" y="295351"/>
                  </a:lnTo>
                  <a:lnTo>
                    <a:pt x="2794000" y="293979"/>
                  </a:lnTo>
                  <a:close/>
                </a:path>
                <a:path w="3413760" h="295909">
                  <a:moveTo>
                    <a:pt x="2794000" y="213131"/>
                  </a:moveTo>
                  <a:lnTo>
                    <a:pt x="2789644" y="212166"/>
                  </a:lnTo>
                  <a:lnTo>
                    <a:pt x="2789390" y="214503"/>
                  </a:lnTo>
                  <a:lnTo>
                    <a:pt x="2794000" y="213131"/>
                  </a:lnTo>
                  <a:close/>
                </a:path>
                <a:path w="3413760" h="295909">
                  <a:moveTo>
                    <a:pt x="2794000" y="132283"/>
                  </a:moveTo>
                  <a:lnTo>
                    <a:pt x="2789644" y="131318"/>
                  </a:lnTo>
                  <a:lnTo>
                    <a:pt x="2789390" y="133654"/>
                  </a:lnTo>
                  <a:lnTo>
                    <a:pt x="2794000" y="132283"/>
                  </a:lnTo>
                  <a:close/>
                </a:path>
                <a:path w="3413760" h="295909">
                  <a:moveTo>
                    <a:pt x="2794000" y="51422"/>
                  </a:moveTo>
                  <a:lnTo>
                    <a:pt x="2789644" y="50457"/>
                  </a:lnTo>
                  <a:lnTo>
                    <a:pt x="2789390" y="52806"/>
                  </a:lnTo>
                  <a:lnTo>
                    <a:pt x="2794000" y="51422"/>
                  </a:lnTo>
                  <a:close/>
                </a:path>
                <a:path w="3413760" h="295909">
                  <a:moveTo>
                    <a:pt x="2797060" y="284353"/>
                  </a:moveTo>
                  <a:lnTo>
                    <a:pt x="2793911" y="283464"/>
                  </a:lnTo>
                  <a:lnTo>
                    <a:pt x="2790444" y="285330"/>
                  </a:lnTo>
                  <a:lnTo>
                    <a:pt x="2797060" y="284353"/>
                  </a:lnTo>
                  <a:close/>
                </a:path>
                <a:path w="3413760" h="295909">
                  <a:moveTo>
                    <a:pt x="2797060" y="203504"/>
                  </a:moveTo>
                  <a:lnTo>
                    <a:pt x="2793911" y="202615"/>
                  </a:lnTo>
                  <a:lnTo>
                    <a:pt x="2790444" y="204482"/>
                  </a:lnTo>
                  <a:lnTo>
                    <a:pt x="2797060" y="203504"/>
                  </a:lnTo>
                  <a:close/>
                </a:path>
                <a:path w="3413760" h="295909">
                  <a:moveTo>
                    <a:pt x="2797060" y="122656"/>
                  </a:moveTo>
                  <a:lnTo>
                    <a:pt x="2793911" y="121767"/>
                  </a:lnTo>
                  <a:lnTo>
                    <a:pt x="2790444" y="123634"/>
                  </a:lnTo>
                  <a:lnTo>
                    <a:pt x="2797060" y="122656"/>
                  </a:lnTo>
                  <a:close/>
                </a:path>
                <a:path w="3413760" h="295909">
                  <a:moveTo>
                    <a:pt x="2797060" y="41795"/>
                  </a:moveTo>
                  <a:lnTo>
                    <a:pt x="2793911" y="40906"/>
                  </a:lnTo>
                  <a:lnTo>
                    <a:pt x="2790444" y="42773"/>
                  </a:lnTo>
                  <a:lnTo>
                    <a:pt x="2797060" y="41795"/>
                  </a:lnTo>
                  <a:close/>
                </a:path>
                <a:path w="3413760" h="295909">
                  <a:moveTo>
                    <a:pt x="2808719" y="233349"/>
                  </a:moveTo>
                  <a:lnTo>
                    <a:pt x="2808274" y="229463"/>
                  </a:lnTo>
                  <a:lnTo>
                    <a:pt x="2805963" y="229463"/>
                  </a:lnTo>
                  <a:lnTo>
                    <a:pt x="2808719" y="233349"/>
                  </a:lnTo>
                  <a:close/>
                </a:path>
                <a:path w="3413760" h="295909">
                  <a:moveTo>
                    <a:pt x="2808719" y="152501"/>
                  </a:moveTo>
                  <a:lnTo>
                    <a:pt x="2808274" y="148615"/>
                  </a:lnTo>
                  <a:lnTo>
                    <a:pt x="2805963" y="148615"/>
                  </a:lnTo>
                  <a:lnTo>
                    <a:pt x="2808719" y="152501"/>
                  </a:lnTo>
                  <a:close/>
                </a:path>
                <a:path w="3413760" h="295909">
                  <a:moveTo>
                    <a:pt x="2808719" y="71640"/>
                  </a:moveTo>
                  <a:lnTo>
                    <a:pt x="2808274" y="67754"/>
                  </a:lnTo>
                  <a:lnTo>
                    <a:pt x="2805963" y="67754"/>
                  </a:lnTo>
                  <a:lnTo>
                    <a:pt x="2808719" y="71640"/>
                  </a:lnTo>
                  <a:close/>
                </a:path>
                <a:path w="3413760" h="295909">
                  <a:moveTo>
                    <a:pt x="2824797" y="244906"/>
                  </a:moveTo>
                  <a:lnTo>
                    <a:pt x="2824569" y="242557"/>
                  </a:lnTo>
                  <a:lnTo>
                    <a:pt x="2818904" y="246113"/>
                  </a:lnTo>
                  <a:lnTo>
                    <a:pt x="2824797" y="244906"/>
                  </a:lnTo>
                  <a:close/>
                </a:path>
                <a:path w="3413760" h="295909">
                  <a:moveTo>
                    <a:pt x="2824797" y="164058"/>
                  </a:moveTo>
                  <a:lnTo>
                    <a:pt x="2824569" y="161709"/>
                  </a:lnTo>
                  <a:lnTo>
                    <a:pt x="2818904" y="165265"/>
                  </a:lnTo>
                  <a:lnTo>
                    <a:pt x="2824797" y="164058"/>
                  </a:lnTo>
                  <a:close/>
                </a:path>
                <a:path w="3413760" h="295909">
                  <a:moveTo>
                    <a:pt x="2824797" y="83210"/>
                  </a:moveTo>
                  <a:lnTo>
                    <a:pt x="2824569" y="80873"/>
                  </a:lnTo>
                  <a:lnTo>
                    <a:pt x="2818904" y="84416"/>
                  </a:lnTo>
                  <a:lnTo>
                    <a:pt x="2824797" y="83210"/>
                  </a:lnTo>
                  <a:close/>
                </a:path>
                <a:path w="3413760" h="295909">
                  <a:moveTo>
                    <a:pt x="2824797" y="2349"/>
                  </a:moveTo>
                  <a:lnTo>
                    <a:pt x="2824569" y="0"/>
                  </a:lnTo>
                  <a:lnTo>
                    <a:pt x="2818904" y="3556"/>
                  </a:lnTo>
                  <a:lnTo>
                    <a:pt x="2824797" y="2349"/>
                  </a:lnTo>
                  <a:close/>
                </a:path>
                <a:path w="3413760" h="295909">
                  <a:moveTo>
                    <a:pt x="2825610" y="252577"/>
                  </a:moveTo>
                  <a:lnTo>
                    <a:pt x="2821254" y="253555"/>
                  </a:lnTo>
                  <a:lnTo>
                    <a:pt x="2821978" y="255739"/>
                  </a:lnTo>
                  <a:lnTo>
                    <a:pt x="2825610" y="252577"/>
                  </a:lnTo>
                  <a:close/>
                </a:path>
                <a:path w="3413760" h="295909">
                  <a:moveTo>
                    <a:pt x="2825610" y="171742"/>
                  </a:moveTo>
                  <a:lnTo>
                    <a:pt x="2821254" y="172707"/>
                  </a:lnTo>
                  <a:lnTo>
                    <a:pt x="2821978" y="174891"/>
                  </a:lnTo>
                  <a:lnTo>
                    <a:pt x="2825610" y="171742"/>
                  </a:lnTo>
                  <a:close/>
                </a:path>
                <a:path w="3413760" h="295909">
                  <a:moveTo>
                    <a:pt x="2825610" y="90881"/>
                  </a:moveTo>
                  <a:lnTo>
                    <a:pt x="2821254" y="91859"/>
                  </a:lnTo>
                  <a:lnTo>
                    <a:pt x="2821978" y="94043"/>
                  </a:lnTo>
                  <a:lnTo>
                    <a:pt x="2825610" y="90881"/>
                  </a:lnTo>
                  <a:close/>
                </a:path>
                <a:path w="3413760" h="295909">
                  <a:moveTo>
                    <a:pt x="2825610" y="10033"/>
                  </a:moveTo>
                  <a:lnTo>
                    <a:pt x="2821254" y="10998"/>
                  </a:lnTo>
                  <a:lnTo>
                    <a:pt x="2821978" y="13182"/>
                  </a:lnTo>
                  <a:lnTo>
                    <a:pt x="2825610" y="10033"/>
                  </a:lnTo>
                  <a:close/>
                </a:path>
                <a:path w="3413760" h="295909">
                  <a:moveTo>
                    <a:pt x="2834424" y="253555"/>
                  </a:moveTo>
                  <a:lnTo>
                    <a:pt x="2829814" y="254927"/>
                  </a:lnTo>
                  <a:lnTo>
                    <a:pt x="2833687" y="255739"/>
                  </a:lnTo>
                  <a:lnTo>
                    <a:pt x="2834424" y="253555"/>
                  </a:lnTo>
                  <a:close/>
                </a:path>
                <a:path w="3413760" h="295909">
                  <a:moveTo>
                    <a:pt x="2834424" y="172707"/>
                  </a:moveTo>
                  <a:lnTo>
                    <a:pt x="2829814" y="174078"/>
                  </a:lnTo>
                  <a:lnTo>
                    <a:pt x="2833687" y="174891"/>
                  </a:lnTo>
                  <a:lnTo>
                    <a:pt x="2834424" y="172707"/>
                  </a:lnTo>
                  <a:close/>
                </a:path>
                <a:path w="3413760" h="295909">
                  <a:moveTo>
                    <a:pt x="2834424" y="91859"/>
                  </a:moveTo>
                  <a:lnTo>
                    <a:pt x="2829814" y="93230"/>
                  </a:lnTo>
                  <a:lnTo>
                    <a:pt x="2833687" y="94043"/>
                  </a:lnTo>
                  <a:lnTo>
                    <a:pt x="2834424" y="91859"/>
                  </a:lnTo>
                  <a:close/>
                </a:path>
                <a:path w="3413760" h="295909">
                  <a:moveTo>
                    <a:pt x="2834424" y="10998"/>
                  </a:moveTo>
                  <a:lnTo>
                    <a:pt x="2829814" y="12369"/>
                  </a:lnTo>
                  <a:lnTo>
                    <a:pt x="2833687" y="13182"/>
                  </a:lnTo>
                  <a:lnTo>
                    <a:pt x="2834424" y="10998"/>
                  </a:lnTo>
                  <a:close/>
                </a:path>
                <a:path w="3413760" h="295909">
                  <a:moveTo>
                    <a:pt x="2837510" y="243928"/>
                  </a:moveTo>
                  <a:lnTo>
                    <a:pt x="2834335" y="243039"/>
                  </a:lnTo>
                  <a:lnTo>
                    <a:pt x="2830868" y="244906"/>
                  </a:lnTo>
                  <a:lnTo>
                    <a:pt x="2837510" y="243928"/>
                  </a:lnTo>
                  <a:close/>
                </a:path>
                <a:path w="3413760" h="295909">
                  <a:moveTo>
                    <a:pt x="2837510" y="163080"/>
                  </a:moveTo>
                  <a:lnTo>
                    <a:pt x="2834335" y="162204"/>
                  </a:lnTo>
                  <a:lnTo>
                    <a:pt x="2830868" y="164058"/>
                  </a:lnTo>
                  <a:lnTo>
                    <a:pt x="2837510" y="163080"/>
                  </a:lnTo>
                  <a:close/>
                </a:path>
                <a:path w="3413760" h="295909">
                  <a:moveTo>
                    <a:pt x="2837510" y="82232"/>
                  </a:moveTo>
                  <a:lnTo>
                    <a:pt x="2834335" y="81343"/>
                  </a:lnTo>
                  <a:lnTo>
                    <a:pt x="2830868" y="83210"/>
                  </a:lnTo>
                  <a:lnTo>
                    <a:pt x="2837510" y="82232"/>
                  </a:lnTo>
                  <a:close/>
                </a:path>
                <a:path w="3413760" h="295909">
                  <a:moveTo>
                    <a:pt x="2837510" y="1371"/>
                  </a:moveTo>
                  <a:lnTo>
                    <a:pt x="2834335" y="482"/>
                  </a:lnTo>
                  <a:lnTo>
                    <a:pt x="2830868" y="2349"/>
                  </a:lnTo>
                  <a:lnTo>
                    <a:pt x="2837510" y="1371"/>
                  </a:lnTo>
                  <a:close/>
                </a:path>
                <a:path w="3413760" h="295909">
                  <a:moveTo>
                    <a:pt x="2837573" y="233349"/>
                  </a:moveTo>
                  <a:lnTo>
                    <a:pt x="2837510" y="226872"/>
                  </a:lnTo>
                  <a:lnTo>
                    <a:pt x="2837015" y="230035"/>
                  </a:lnTo>
                  <a:lnTo>
                    <a:pt x="2837573" y="233349"/>
                  </a:lnTo>
                  <a:close/>
                </a:path>
                <a:path w="3413760" h="295909">
                  <a:moveTo>
                    <a:pt x="2837573" y="152501"/>
                  </a:moveTo>
                  <a:lnTo>
                    <a:pt x="2837510" y="146024"/>
                  </a:lnTo>
                  <a:lnTo>
                    <a:pt x="2837015" y="149186"/>
                  </a:lnTo>
                  <a:lnTo>
                    <a:pt x="2837573" y="152501"/>
                  </a:lnTo>
                  <a:close/>
                </a:path>
                <a:path w="3413760" h="295909">
                  <a:moveTo>
                    <a:pt x="2837573" y="71640"/>
                  </a:moveTo>
                  <a:lnTo>
                    <a:pt x="2837510" y="65163"/>
                  </a:lnTo>
                  <a:lnTo>
                    <a:pt x="2837015" y="68313"/>
                  </a:lnTo>
                  <a:lnTo>
                    <a:pt x="2837573" y="71640"/>
                  </a:lnTo>
                  <a:close/>
                </a:path>
                <a:path w="3413760" h="295909">
                  <a:moveTo>
                    <a:pt x="2847276" y="265201"/>
                  </a:moveTo>
                  <a:lnTo>
                    <a:pt x="2845092" y="261315"/>
                  </a:lnTo>
                  <a:lnTo>
                    <a:pt x="2843149" y="262610"/>
                  </a:lnTo>
                  <a:lnTo>
                    <a:pt x="2847276" y="265201"/>
                  </a:lnTo>
                  <a:close/>
                </a:path>
                <a:path w="3413760" h="295909">
                  <a:moveTo>
                    <a:pt x="2847276" y="184353"/>
                  </a:moveTo>
                  <a:lnTo>
                    <a:pt x="2845092" y="180467"/>
                  </a:lnTo>
                  <a:lnTo>
                    <a:pt x="2843149" y="181762"/>
                  </a:lnTo>
                  <a:lnTo>
                    <a:pt x="2847276" y="184353"/>
                  </a:lnTo>
                  <a:close/>
                </a:path>
                <a:path w="3413760" h="295909">
                  <a:moveTo>
                    <a:pt x="2847276" y="103505"/>
                  </a:moveTo>
                  <a:lnTo>
                    <a:pt x="2845092" y="99618"/>
                  </a:lnTo>
                  <a:lnTo>
                    <a:pt x="2843149" y="100914"/>
                  </a:lnTo>
                  <a:lnTo>
                    <a:pt x="2847276" y="103505"/>
                  </a:lnTo>
                  <a:close/>
                </a:path>
                <a:path w="3413760" h="295909">
                  <a:moveTo>
                    <a:pt x="2847276" y="22644"/>
                  </a:moveTo>
                  <a:lnTo>
                    <a:pt x="2845092" y="18757"/>
                  </a:lnTo>
                  <a:lnTo>
                    <a:pt x="2843149" y="20053"/>
                  </a:lnTo>
                  <a:lnTo>
                    <a:pt x="2847276" y="22644"/>
                  </a:lnTo>
                  <a:close/>
                </a:path>
                <a:path w="3413760" h="295909">
                  <a:moveTo>
                    <a:pt x="2865221" y="285330"/>
                  </a:moveTo>
                  <a:lnTo>
                    <a:pt x="2864993" y="282981"/>
                  </a:lnTo>
                  <a:lnTo>
                    <a:pt x="2859328" y="286537"/>
                  </a:lnTo>
                  <a:lnTo>
                    <a:pt x="2865221" y="285330"/>
                  </a:lnTo>
                  <a:close/>
                </a:path>
                <a:path w="3413760" h="295909">
                  <a:moveTo>
                    <a:pt x="2865221" y="204482"/>
                  </a:moveTo>
                  <a:lnTo>
                    <a:pt x="2864993" y="202133"/>
                  </a:lnTo>
                  <a:lnTo>
                    <a:pt x="2859328" y="205689"/>
                  </a:lnTo>
                  <a:lnTo>
                    <a:pt x="2865221" y="204482"/>
                  </a:lnTo>
                  <a:close/>
                </a:path>
                <a:path w="3413760" h="295909">
                  <a:moveTo>
                    <a:pt x="2865221" y="123634"/>
                  </a:moveTo>
                  <a:lnTo>
                    <a:pt x="2864993" y="121285"/>
                  </a:lnTo>
                  <a:lnTo>
                    <a:pt x="2859328" y="124841"/>
                  </a:lnTo>
                  <a:lnTo>
                    <a:pt x="2865221" y="123634"/>
                  </a:lnTo>
                  <a:close/>
                </a:path>
                <a:path w="3413760" h="295909">
                  <a:moveTo>
                    <a:pt x="2865221" y="42773"/>
                  </a:moveTo>
                  <a:lnTo>
                    <a:pt x="2864993" y="40424"/>
                  </a:lnTo>
                  <a:lnTo>
                    <a:pt x="2859328" y="43980"/>
                  </a:lnTo>
                  <a:lnTo>
                    <a:pt x="2865221" y="42773"/>
                  </a:lnTo>
                  <a:close/>
                </a:path>
                <a:path w="3413760" h="295909">
                  <a:moveTo>
                    <a:pt x="2869425" y="273761"/>
                  </a:moveTo>
                  <a:lnTo>
                    <a:pt x="2868345" y="265595"/>
                  </a:lnTo>
                  <a:lnTo>
                    <a:pt x="2866275" y="265595"/>
                  </a:lnTo>
                  <a:lnTo>
                    <a:pt x="2869425" y="273761"/>
                  </a:lnTo>
                  <a:close/>
                </a:path>
                <a:path w="3413760" h="295909">
                  <a:moveTo>
                    <a:pt x="2869425" y="192925"/>
                  </a:moveTo>
                  <a:lnTo>
                    <a:pt x="2868345" y="184746"/>
                  </a:lnTo>
                  <a:lnTo>
                    <a:pt x="2866275" y="184746"/>
                  </a:lnTo>
                  <a:lnTo>
                    <a:pt x="2869425" y="192925"/>
                  </a:lnTo>
                  <a:close/>
                </a:path>
                <a:path w="3413760" h="295909">
                  <a:moveTo>
                    <a:pt x="2869425" y="112064"/>
                  </a:moveTo>
                  <a:lnTo>
                    <a:pt x="2868345" y="103898"/>
                  </a:lnTo>
                  <a:lnTo>
                    <a:pt x="2866275" y="103898"/>
                  </a:lnTo>
                  <a:lnTo>
                    <a:pt x="2869425" y="112064"/>
                  </a:lnTo>
                  <a:close/>
                </a:path>
                <a:path w="3413760" h="295909">
                  <a:moveTo>
                    <a:pt x="2869425" y="31216"/>
                  </a:moveTo>
                  <a:lnTo>
                    <a:pt x="2868345" y="23037"/>
                  </a:lnTo>
                  <a:lnTo>
                    <a:pt x="2866275" y="23037"/>
                  </a:lnTo>
                  <a:lnTo>
                    <a:pt x="2869425" y="31216"/>
                  </a:lnTo>
                  <a:close/>
                </a:path>
                <a:path w="3413760" h="295909">
                  <a:moveTo>
                    <a:pt x="2874848" y="293979"/>
                  </a:moveTo>
                  <a:lnTo>
                    <a:pt x="2870479" y="293014"/>
                  </a:lnTo>
                  <a:lnTo>
                    <a:pt x="2870238" y="295351"/>
                  </a:lnTo>
                  <a:lnTo>
                    <a:pt x="2874848" y="293979"/>
                  </a:lnTo>
                  <a:close/>
                </a:path>
                <a:path w="3413760" h="295909">
                  <a:moveTo>
                    <a:pt x="2874848" y="213131"/>
                  </a:moveTo>
                  <a:lnTo>
                    <a:pt x="2870479" y="212166"/>
                  </a:lnTo>
                  <a:lnTo>
                    <a:pt x="2870238" y="214503"/>
                  </a:lnTo>
                  <a:lnTo>
                    <a:pt x="2874848" y="213131"/>
                  </a:lnTo>
                  <a:close/>
                </a:path>
                <a:path w="3413760" h="295909">
                  <a:moveTo>
                    <a:pt x="2874848" y="132283"/>
                  </a:moveTo>
                  <a:lnTo>
                    <a:pt x="2870479" y="131318"/>
                  </a:lnTo>
                  <a:lnTo>
                    <a:pt x="2870238" y="133654"/>
                  </a:lnTo>
                  <a:lnTo>
                    <a:pt x="2874848" y="132283"/>
                  </a:lnTo>
                  <a:close/>
                </a:path>
                <a:path w="3413760" h="295909">
                  <a:moveTo>
                    <a:pt x="2874848" y="51422"/>
                  </a:moveTo>
                  <a:lnTo>
                    <a:pt x="2870479" y="50457"/>
                  </a:lnTo>
                  <a:lnTo>
                    <a:pt x="2870238" y="52806"/>
                  </a:lnTo>
                  <a:lnTo>
                    <a:pt x="2874848" y="51422"/>
                  </a:lnTo>
                  <a:close/>
                </a:path>
                <a:path w="3413760" h="295909">
                  <a:moveTo>
                    <a:pt x="2877934" y="284353"/>
                  </a:moveTo>
                  <a:lnTo>
                    <a:pt x="2874759" y="283464"/>
                  </a:lnTo>
                  <a:lnTo>
                    <a:pt x="2871292" y="285330"/>
                  </a:lnTo>
                  <a:lnTo>
                    <a:pt x="2877934" y="284353"/>
                  </a:lnTo>
                  <a:close/>
                </a:path>
                <a:path w="3413760" h="295909">
                  <a:moveTo>
                    <a:pt x="2877934" y="203504"/>
                  </a:moveTo>
                  <a:lnTo>
                    <a:pt x="2874759" y="202615"/>
                  </a:lnTo>
                  <a:lnTo>
                    <a:pt x="2871292" y="204482"/>
                  </a:lnTo>
                  <a:lnTo>
                    <a:pt x="2877934" y="203504"/>
                  </a:lnTo>
                  <a:close/>
                </a:path>
                <a:path w="3413760" h="295909">
                  <a:moveTo>
                    <a:pt x="2877934" y="122656"/>
                  </a:moveTo>
                  <a:lnTo>
                    <a:pt x="2874759" y="121767"/>
                  </a:lnTo>
                  <a:lnTo>
                    <a:pt x="2871292" y="123634"/>
                  </a:lnTo>
                  <a:lnTo>
                    <a:pt x="2877934" y="122656"/>
                  </a:lnTo>
                  <a:close/>
                </a:path>
                <a:path w="3413760" h="295909">
                  <a:moveTo>
                    <a:pt x="2877934" y="41795"/>
                  </a:moveTo>
                  <a:lnTo>
                    <a:pt x="2874759" y="40906"/>
                  </a:lnTo>
                  <a:lnTo>
                    <a:pt x="2871292" y="42773"/>
                  </a:lnTo>
                  <a:lnTo>
                    <a:pt x="2877934" y="41795"/>
                  </a:lnTo>
                  <a:close/>
                </a:path>
                <a:path w="3413760" h="295909">
                  <a:moveTo>
                    <a:pt x="2889567" y="233349"/>
                  </a:moveTo>
                  <a:lnTo>
                    <a:pt x="2889123" y="229463"/>
                  </a:lnTo>
                  <a:lnTo>
                    <a:pt x="2886811" y="229463"/>
                  </a:lnTo>
                  <a:lnTo>
                    <a:pt x="2889567" y="233349"/>
                  </a:lnTo>
                  <a:close/>
                </a:path>
                <a:path w="3413760" h="295909">
                  <a:moveTo>
                    <a:pt x="2889567" y="152501"/>
                  </a:moveTo>
                  <a:lnTo>
                    <a:pt x="2889123" y="148615"/>
                  </a:lnTo>
                  <a:lnTo>
                    <a:pt x="2886811" y="148615"/>
                  </a:lnTo>
                  <a:lnTo>
                    <a:pt x="2889567" y="152501"/>
                  </a:lnTo>
                  <a:close/>
                </a:path>
                <a:path w="3413760" h="295909">
                  <a:moveTo>
                    <a:pt x="2889567" y="71640"/>
                  </a:moveTo>
                  <a:lnTo>
                    <a:pt x="2889123" y="67754"/>
                  </a:lnTo>
                  <a:lnTo>
                    <a:pt x="2886811" y="67754"/>
                  </a:lnTo>
                  <a:lnTo>
                    <a:pt x="2889567" y="71640"/>
                  </a:lnTo>
                  <a:close/>
                </a:path>
                <a:path w="3413760" h="295909">
                  <a:moveTo>
                    <a:pt x="2905658" y="244906"/>
                  </a:moveTo>
                  <a:lnTo>
                    <a:pt x="2905417" y="242557"/>
                  </a:lnTo>
                  <a:lnTo>
                    <a:pt x="2899753" y="246113"/>
                  </a:lnTo>
                  <a:lnTo>
                    <a:pt x="2905658" y="244906"/>
                  </a:lnTo>
                  <a:close/>
                </a:path>
                <a:path w="3413760" h="295909">
                  <a:moveTo>
                    <a:pt x="2905658" y="164058"/>
                  </a:moveTo>
                  <a:lnTo>
                    <a:pt x="2905417" y="161709"/>
                  </a:lnTo>
                  <a:lnTo>
                    <a:pt x="2899753" y="165265"/>
                  </a:lnTo>
                  <a:lnTo>
                    <a:pt x="2905658" y="164058"/>
                  </a:lnTo>
                  <a:close/>
                </a:path>
                <a:path w="3413760" h="295909">
                  <a:moveTo>
                    <a:pt x="2905658" y="83210"/>
                  </a:moveTo>
                  <a:lnTo>
                    <a:pt x="2905417" y="80873"/>
                  </a:lnTo>
                  <a:lnTo>
                    <a:pt x="2899753" y="84416"/>
                  </a:lnTo>
                  <a:lnTo>
                    <a:pt x="2905658" y="83210"/>
                  </a:lnTo>
                  <a:close/>
                </a:path>
                <a:path w="3413760" h="295909">
                  <a:moveTo>
                    <a:pt x="2905658" y="2349"/>
                  </a:moveTo>
                  <a:lnTo>
                    <a:pt x="2905417" y="0"/>
                  </a:lnTo>
                  <a:lnTo>
                    <a:pt x="2899753" y="3556"/>
                  </a:lnTo>
                  <a:lnTo>
                    <a:pt x="2905658" y="2349"/>
                  </a:lnTo>
                  <a:close/>
                </a:path>
                <a:path w="3413760" h="295909">
                  <a:moveTo>
                    <a:pt x="2906471" y="252577"/>
                  </a:moveTo>
                  <a:lnTo>
                    <a:pt x="2902089" y="253555"/>
                  </a:lnTo>
                  <a:lnTo>
                    <a:pt x="2902826" y="255739"/>
                  </a:lnTo>
                  <a:lnTo>
                    <a:pt x="2906471" y="252577"/>
                  </a:lnTo>
                  <a:close/>
                </a:path>
                <a:path w="3413760" h="295909">
                  <a:moveTo>
                    <a:pt x="2906471" y="171742"/>
                  </a:moveTo>
                  <a:lnTo>
                    <a:pt x="2902089" y="172707"/>
                  </a:lnTo>
                  <a:lnTo>
                    <a:pt x="2902826" y="174891"/>
                  </a:lnTo>
                  <a:lnTo>
                    <a:pt x="2906471" y="171742"/>
                  </a:lnTo>
                  <a:close/>
                </a:path>
                <a:path w="3413760" h="295909">
                  <a:moveTo>
                    <a:pt x="2906471" y="90881"/>
                  </a:moveTo>
                  <a:lnTo>
                    <a:pt x="2902089" y="91859"/>
                  </a:lnTo>
                  <a:lnTo>
                    <a:pt x="2902826" y="94043"/>
                  </a:lnTo>
                  <a:lnTo>
                    <a:pt x="2906471" y="90881"/>
                  </a:lnTo>
                  <a:close/>
                </a:path>
                <a:path w="3413760" h="295909">
                  <a:moveTo>
                    <a:pt x="2906471" y="10033"/>
                  </a:moveTo>
                  <a:lnTo>
                    <a:pt x="2902089" y="10998"/>
                  </a:lnTo>
                  <a:lnTo>
                    <a:pt x="2902826" y="13182"/>
                  </a:lnTo>
                  <a:lnTo>
                    <a:pt x="2906471" y="10033"/>
                  </a:lnTo>
                  <a:close/>
                </a:path>
                <a:path w="3413760" h="295909">
                  <a:moveTo>
                    <a:pt x="2915285" y="253555"/>
                  </a:moveTo>
                  <a:lnTo>
                    <a:pt x="2910662" y="254927"/>
                  </a:lnTo>
                  <a:lnTo>
                    <a:pt x="2914548" y="255739"/>
                  </a:lnTo>
                  <a:lnTo>
                    <a:pt x="2915285" y="253555"/>
                  </a:lnTo>
                  <a:close/>
                </a:path>
                <a:path w="3413760" h="295909">
                  <a:moveTo>
                    <a:pt x="2915285" y="172707"/>
                  </a:moveTo>
                  <a:lnTo>
                    <a:pt x="2910662" y="174078"/>
                  </a:lnTo>
                  <a:lnTo>
                    <a:pt x="2914548" y="174891"/>
                  </a:lnTo>
                  <a:lnTo>
                    <a:pt x="2915285" y="172707"/>
                  </a:lnTo>
                  <a:close/>
                </a:path>
                <a:path w="3413760" h="295909">
                  <a:moveTo>
                    <a:pt x="2915285" y="91859"/>
                  </a:moveTo>
                  <a:lnTo>
                    <a:pt x="2910662" y="93230"/>
                  </a:lnTo>
                  <a:lnTo>
                    <a:pt x="2914548" y="94043"/>
                  </a:lnTo>
                  <a:lnTo>
                    <a:pt x="2915285" y="91859"/>
                  </a:lnTo>
                  <a:close/>
                </a:path>
                <a:path w="3413760" h="295909">
                  <a:moveTo>
                    <a:pt x="2915285" y="10998"/>
                  </a:moveTo>
                  <a:lnTo>
                    <a:pt x="2910662" y="12369"/>
                  </a:lnTo>
                  <a:lnTo>
                    <a:pt x="2914548" y="13182"/>
                  </a:lnTo>
                  <a:lnTo>
                    <a:pt x="2915285" y="10998"/>
                  </a:lnTo>
                  <a:close/>
                </a:path>
                <a:path w="3413760" h="295909">
                  <a:moveTo>
                    <a:pt x="2918358" y="243928"/>
                  </a:moveTo>
                  <a:lnTo>
                    <a:pt x="2915196" y="243039"/>
                  </a:lnTo>
                  <a:lnTo>
                    <a:pt x="2911716" y="244906"/>
                  </a:lnTo>
                  <a:lnTo>
                    <a:pt x="2918358" y="243928"/>
                  </a:lnTo>
                  <a:close/>
                </a:path>
                <a:path w="3413760" h="295909">
                  <a:moveTo>
                    <a:pt x="2918358" y="163080"/>
                  </a:moveTo>
                  <a:lnTo>
                    <a:pt x="2915196" y="162204"/>
                  </a:lnTo>
                  <a:lnTo>
                    <a:pt x="2911716" y="164058"/>
                  </a:lnTo>
                  <a:lnTo>
                    <a:pt x="2918358" y="163080"/>
                  </a:lnTo>
                  <a:close/>
                </a:path>
                <a:path w="3413760" h="295909">
                  <a:moveTo>
                    <a:pt x="2918358" y="82232"/>
                  </a:moveTo>
                  <a:lnTo>
                    <a:pt x="2915196" y="81343"/>
                  </a:lnTo>
                  <a:lnTo>
                    <a:pt x="2911716" y="83210"/>
                  </a:lnTo>
                  <a:lnTo>
                    <a:pt x="2918358" y="82232"/>
                  </a:lnTo>
                  <a:close/>
                </a:path>
                <a:path w="3413760" h="295909">
                  <a:moveTo>
                    <a:pt x="2918358" y="1371"/>
                  </a:moveTo>
                  <a:lnTo>
                    <a:pt x="2915196" y="482"/>
                  </a:lnTo>
                  <a:lnTo>
                    <a:pt x="2911716" y="2349"/>
                  </a:lnTo>
                  <a:lnTo>
                    <a:pt x="2918358" y="1371"/>
                  </a:lnTo>
                  <a:close/>
                </a:path>
                <a:path w="3413760" h="295909">
                  <a:moveTo>
                    <a:pt x="2918434" y="233349"/>
                  </a:moveTo>
                  <a:lnTo>
                    <a:pt x="2918358" y="226872"/>
                  </a:lnTo>
                  <a:lnTo>
                    <a:pt x="2917863" y="230035"/>
                  </a:lnTo>
                  <a:lnTo>
                    <a:pt x="2918434" y="233349"/>
                  </a:lnTo>
                  <a:close/>
                </a:path>
                <a:path w="3413760" h="295909">
                  <a:moveTo>
                    <a:pt x="2918434" y="152501"/>
                  </a:moveTo>
                  <a:lnTo>
                    <a:pt x="2918358" y="146024"/>
                  </a:lnTo>
                  <a:lnTo>
                    <a:pt x="2917863" y="149186"/>
                  </a:lnTo>
                  <a:lnTo>
                    <a:pt x="2918434" y="152501"/>
                  </a:lnTo>
                  <a:close/>
                </a:path>
                <a:path w="3413760" h="295909">
                  <a:moveTo>
                    <a:pt x="2918434" y="71640"/>
                  </a:moveTo>
                  <a:lnTo>
                    <a:pt x="2918358" y="65163"/>
                  </a:lnTo>
                  <a:lnTo>
                    <a:pt x="2917863" y="68313"/>
                  </a:lnTo>
                  <a:lnTo>
                    <a:pt x="2918434" y="71640"/>
                  </a:lnTo>
                  <a:close/>
                </a:path>
                <a:path w="3413760" h="295909">
                  <a:moveTo>
                    <a:pt x="2928124" y="265201"/>
                  </a:moveTo>
                  <a:lnTo>
                    <a:pt x="2925953" y="261315"/>
                  </a:lnTo>
                  <a:lnTo>
                    <a:pt x="2924010" y="262610"/>
                  </a:lnTo>
                  <a:lnTo>
                    <a:pt x="2928124" y="265201"/>
                  </a:lnTo>
                  <a:close/>
                </a:path>
                <a:path w="3413760" h="295909">
                  <a:moveTo>
                    <a:pt x="2928124" y="184353"/>
                  </a:moveTo>
                  <a:lnTo>
                    <a:pt x="2925953" y="180467"/>
                  </a:lnTo>
                  <a:lnTo>
                    <a:pt x="2924010" y="181762"/>
                  </a:lnTo>
                  <a:lnTo>
                    <a:pt x="2928124" y="184353"/>
                  </a:lnTo>
                  <a:close/>
                </a:path>
                <a:path w="3413760" h="295909">
                  <a:moveTo>
                    <a:pt x="2928124" y="103505"/>
                  </a:moveTo>
                  <a:lnTo>
                    <a:pt x="2925953" y="99618"/>
                  </a:lnTo>
                  <a:lnTo>
                    <a:pt x="2924010" y="100914"/>
                  </a:lnTo>
                  <a:lnTo>
                    <a:pt x="2928124" y="103505"/>
                  </a:lnTo>
                  <a:close/>
                </a:path>
                <a:path w="3413760" h="295909">
                  <a:moveTo>
                    <a:pt x="2928124" y="22644"/>
                  </a:moveTo>
                  <a:lnTo>
                    <a:pt x="2925953" y="18757"/>
                  </a:lnTo>
                  <a:lnTo>
                    <a:pt x="2924010" y="20053"/>
                  </a:lnTo>
                  <a:lnTo>
                    <a:pt x="2928124" y="22644"/>
                  </a:lnTo>
                  <a:close/>
                </a:path>
                <a:path w="3413760" h="295909">
                  <a:moveTo>
                    <a:pt x="2929991" y="273761"/>
                  </a:moveTo>
                  <a:lnTo>
                    <a:pt x="2927235" y="269887"/>
                  </a:lnTo>
                  <a:lnTo>
                    <a:pt x="2927654" y="273761"/>
                  </a:lnTo>
                  <a:lnTo>
                    <a:pt x="2929991" y="273761"/>
                  </a:lnTo>
                  <a:close/>
                </a:path>
                <a:path w="3413760" h="295909">
                  <a:moveTo>
                    <a:pt x="2929991" y="192925"/>
                  </a:moveTo>
                  <a:lnTo>
                    <a:pt x="2927235" y="189039"/>
                  </a:lnTo>
                  <a:lnTo>
                    <a:pt x="2927654" y="192925"/>
                  </a:lnTo>
                  <a:lnTo>
                    <a:pt x="2929991" y="192925"/>
                  </a:lnTo>
                  <a:close/>
                </a:path>
                <a:path w="3413760" h="295909">
                  <a:moveTo>
                    <a:pt x="2929991" y="112064"/>
                  </a:moveTo>
                  <a:lnTo>
                    <a:pt x="2927235" y="108191"/>
                  </a:lnTo>
                  <a:lnTo>
                    <a:pt x="2927654" y="112064"/>
                  </a:lnTo>
                  <a:lnTo>
                    <a:pt x="2929991" y="112064"/>
                  </a:lnTo>
                  <a:close/>
                </a:path>
                <a:path w="3413760" h="295909">
                  <a:moveTo>
                    <a:pt x="2929991" y="31216"/>
                  </a:moveTo>
                  <a:lnTo>
                    <a:pt x="2927235" y="27330"/>
                  </a:lnTo>
                  <a:lnTo>
                    <a:pt x="2927654" y="31216"/>
                  </a:lnTo>
                  <a:lnTo>
                    <a:pt x="2929991" y="31216"/>
                  </a:lnTo>
                  <a:close/>
                </a:path>
                <a:path w="3413760" h="295909">
                  <a:moveTo>
                    <a:pt x="2946082" y="285330"/>
                  </a:moveTo>
                  <a:lnTo>
                    <a:pt x="2945841" y="282981"/>
                  </a:lnTo>
                  <a:lnTo>
                    <a:pt x="2940177" y="286537"/>
                  </a:lnTo>
                  <a:lnTo>
                    <a:pt x="2946082" y="285330"/>
                  </a:lnTo>
                  <a:close/>
                </a:path>
                <a:path w="3413760" h="295909">
                  <a:moveTo>
                    <a:pt x="2946082" y="204482"/>
                  </a:moveTo>
                  <a:lnTo>
                    <a:pt x="2945841" y="202133"/>
                  </a:lnTo>
                  <a:lnTo>
                    <a:pt x="2940177" y="205689"/>
                  </a:lnTo>
                  <a:lnTo>
                    <a:pt x="2946082" y="204482"/>
                  </a:lnTo>
                  <a:close/>
                </a:path>
                <a:path w="3413760" h="295909">
                  <a:moveTo>
                    <a:pt x="2946082" y="123634"/>
                  </a:moveTo>
                  <a:lnTo>
                    <a:pt x="2945841" y="121285"/>
                  </a:lnTo>
                  <a:lnTo>
                    <a:pt x="2940177" y="124841"/>
                  </a:lnTo>
                  <a:lnTo>
                    <a:pt x="2946082" y="123634"/>
                  </a:lnTo>
                  <a:close/>
                </a:path>
                <a:path w="3413760" h="295909">
                  <a:moveTo>
                    <a:pt x="2946082" y="42773"/>
                  </a:moveTo>
                  <a:lnTo>
                    <a:pt x="2945841" y="40424"/>
                  </a:lnTo>
                  <a:lnTo>
                    <a:pt x="2940177" y="43980"/>
                  </a:lnTo>
                  <a:lnTo>
                    <a:pt x="2946082" y="42773"/>
                  </a:lnTo>
                  <a:close/>
                </a:path>
                <a:path w="3413760" h="295909">
                  <a:moveTo>
                    <a:pt x="2950286" y="273761"/>
                  </a:moveTo>
                  <a:lnTo>
                    <a:pt x="2949194" y="265595"/>
                  </a:lnTo>
                  <a:lnTo>
                    <a:pt x="2947136" y="265595"/>
                  </a:lnTo>
                  <a:lnTo>
                    <a:pt x="2950286" y="273761"/>
                  </a:lnTo>
                  <a:close/>
                </a:path>
                <a:path w="3413760" h="295909">
                  <a:moveTo>
                    <a:pt x="2950286" y="192925"/>
                  </a:moveTo>
                  <a:lnTo>
                    <a:pt x="2949194" y="184746"/>
                  </a:lnTo>
                  <a:lnTo>
                    <a:pt x="2947136" y="184746"/>
                  </a:lnTo>
                  <a:lnTo>
                    <a:pt x="2950286" y="192925"/>
                  </a:lnTo>
                  <a:close/>
                </a:path>
                <a:path w="3413760" h="295909">
                  <a:moveTo>
                    <a:pt x="2950286" y="112064"/>
                  </a:moveTo>
                  <a:lnTo>
                    <a:pt x="2949194" y="103898"/>
                  </a:lnTo>
                  <a:lnTo>
                    <a:pt x="2947136" y="103898"/>
                  </a:lnTo>
                  <a:lnTo>
                    <a:pt x="2950286" y="112064"/>
                  </a:lnTo>
                  <a:close/>
                </a:path>
                <a:path w="3413760" h="295909">
                  <a:moveTo>
                    <a:pt x="2950286" y="31216"/>
                  </a:moveTo>
                  <a:lnTo>
                    <a:pt x="2949194" y="23037"/>
                  </a:lnTo>
                  <a:lnTo>
                    <a:pt x="2947136" y="23037"/>
                  </a:lnTo>
                  <a:lnTo>
                    <a:pt x="2950286" y="31216"/>
                  </a:lnTo>
                  <a:close/>
                </a:path>
                <a:path w="3413760" h="295909">
                  <a:moveTo>
                    <a:pt x="2955709" y="293979"/>
                  </a:moveTo>
                  <a:lnTo>
                    <a:pt x="2951340" y="293014"/>
                  </a:lnTo>
                  <a:lnTo>
                    <a:pt x="2951086" y="295351"/>
                  </a:lnTo>
                  <a:lnTo>
                    <a:pt x="2955709" y="293979"/>
                  </a:lnTo>
                  <a:close/>
                </a:path>
                <a:path w="3413760" h="295909">
                  <a:moveTo>
                    <a:pt x="2955709" y="213131"/>
                  </a:moveTo>
                  <a:lnTo>
                    <a:pt x="2951340" y="212166"/>
                  </a:lnTo>
                  <a:lnTo>
                    <a:pt x="2951086" y="214503"/>
                  </a:lnTo>
                  <a:lnTo>
                    <a:pt x="2955709" y="213131"/>
                  </a:lnTo>
                  <a:close/>
                </a:path>
                <a:path w="3413760" h="295909">
                  <a:moveTo>
                    <a:pt x="2955709" y="132283"/>
                  </a:moveTo>
                  <a:lnTo>
                    <a:pt x="2951340" y="131318"/>
                  </a:lnTo>
                  <a:lnTo>
                    <a:pt x="2951086" y="133654"/>
                  </a:lnTo>
                  <a:lnTo>
                    <a:pt x="2955709" y="132283"/>
                  </a:lnTo>
                  <a:close/>
                </a:path>
                <a:path w="3413760" h="295909">
                  <a:moveTo>
                    <a:pt x="2955709" y="51422"/>
                  </a:moveTo>
                  <a:lnTo>
                    <a:pt x="2951340" y="50457"/>
                  </a:lnTo>
                  <a:lnTo>
                    <a:pt x="2951086" y="52806"/>
                  </a:lnTo>
                  <a:lnTo>
                    <a:pt x="2955709" y="51422"/>
                  </a:lnTo>
                  <a:close/>
                </a:path>
                <a:path w="3413760" h="295909">
                  <a:moveTo>
                    <a:pt x="2958769" y="284353"/>
                  </a:moveTo>
                  <a:lnTo>
                    <a:pt x="2955620" y="283464"/>
                  </a:lnTo>
                  <a:lnTo>
                    <a:pt x="2952140" y="285330"/>
                  </a:lnTo>
                  <a:lnTo>
                    <a:pt x="2958769" y="284353"/>
                  </a:lnTo>
                  <a:close/>
                </a:path>
                <a:path w="3413760" h="295909">
                  <a:moveTo>
                    <a:pt x="2958769" y="203504"/>
                  </a:moveTo>
                  <a:lnTo>
                    <a:pt x="2955620" y="202615"/>
                  </a:lnTo>
                  <a:lnTo>
                    <a:pt x="2952140" y="204482"/>
                  </a:lnTo>
                  <a:lnTo>
                    <a:pt x="2958769" y="203504"/>
                  </a:lnTo>
                  <a:close/>
                </a:path>
                <a:path w="3413760" h="295909">
                  <a:moveTo>
                    <a:pt x="2958769" y="122656"/>
                  </a:moveTo>
                  <a:lnTo>
                    <a:pt x="2955620" y="121767"/>
                  </a:lnTo>
                  <a:lnTo>
                    <a:pt x="2952140" y="123634"/>
                  </a:lnTo>
                  <a:lnTo>
                    <a:pt x="2958769" y="122656"/>
                  </a:lnTo>
                  <a:close/>
                </a:path>
                <a:path w="3413760" h="295909">
                  <a:moveTo>
                    <a:pt x="2958769" y="41795"/>
                  </a:moveTo>
                  <a:lnTo>
                    <a:pt x="2955620" y="40906"/>
                  </a:lnTo>
                  <a:lnTo>
                    <a:pt x="2952140" y="42773"/>
                  </a:lnTo>
                  <a:lnTo>
                    <a:pt x="2958769" y="41795"/>
                  </a:lnTo>
                  <a:close/>
                </a:path>
                <a:path w="3413760" h="295909">
                  <a:moveTo>
                    <a:pt x="2970415" y="233349"/>
                  </a:moveTo>
                  <a:lnTo>
                    <a:pt x="2969984" y="229463"/>
                  </a:lnTo>
                  <a:lnTo>
                    <a:pt x="2967672" y="229463"/>
                  </a:lnTo>
                  <a:lnTo>
                    <a:pt x="2970415" y="233349"/>
                  </a:lnTo>
                  <a:close/>
                </a:path>
                <a:path w="3413760" h="295909">
                  <a:moveTo>
                    <a:pt x="2970415" y="152501"/>
                  </a:moveTo>
                  <a:lnTo>
                    <a:pt x="2969984" y="148615"/>
                  </a:lnTo>
                  <a:lnTo>
                    <a:pt x="2967672" y="148615"/>
                  </a:lnTo>
                  <a:lnTo>
                    <a:pt x="2970415" y="152501"/>
                  </a:lnTo>
                  <a:close/>
                </a:path>
                <a:path w="3413760" h="295909">
                  <a:moveTo>
                    <a:pt x="2970415" y="71640"/>
                  </a:moveTo>
                  <a:lnTo>
                    <a:pt x="2969984" y="67754"/>
                  </a:lnTo>
                  <a:lnTo>
                    <a:pt x="2967672" y="67754"/>
                  </a:lnTo>
                  <a:lnTo>
                    <a:pt x="2970415" y="71640"/>
                  </a:lnTo>
                  <a:close/>
                </a:path>
                <a:path w="3413760" h="295909">
                  <a:moveTo>
                    <a:pt x="2986506" y="244906"/>
                  </a:moveTo>
                  <a:lnTo>
                    <a:pt x="2986265" y="242557"/>
                  </a:lnTo>
                  <a:lnTo>
                    <a:pt x="2980601" y="246113"/>
                  </a:lnTo>
                  <a:lnTo>
                    <a:pt x="2986506" y="244906"/>
                  </a:lnTo>
                  <a:close/>
                </a:path>
                <a:path w="3413760" h="295909">
                  <a:moveTo>
                    <a:pt x="2986506" y="164058"/>
                  </a:moveTo>
                  <a:lnTo>
                    <a:pt x="2986265" y="161709"/>
                  </a:lnTo>
                  <a:lnTo>
                    <a:pt x="2980601" y="165265"/>
                  </a:lnTo>
                  <a:lnTo>
                    <a:pt x="2986506" y="164058"/>
                  </a:lnTo>
                  <a:close/>
                </a:path>
                <a:path w="3413760" h="295909">
                  <a:moveTo>
                    <a:pt x="2986506" y="83210"/>
                  </a:moveTo>
                  <a:lnTo>
                    <a:pt x="2986265" y="80873"/>
                  </a:lnTo>
                  <a:lnTo>
                    <a:pt x="2980601" y="84416"/>
                  </a:lnTo>
                  <a:lnTo>
                    <a:pt x="2986506" y="83210"/>
                  </a:lnTo>
                  <a:close/>
                </a:path>
                <a:path w="3413760" h="295909">
                  <a:moveTo>
                    <a:pt x="2986506" y="2349"/>
                  </a:moveTo>
                  <a:lnTo>
                    <a:pt x="2986265" y="0"/>
                  </a:lnTo>
                  <a:lnTo>
                    <a:pt x="2980601" y="3556"/>
                  </a:lnTo>
                  <a:lnTo>
                    <a:pt x="2986506" y="2349"/>
                  </a:lnTo>
                  <a:close/>
                </a:path>
                <a:path w="3413760" h="295909">
                  <a:moveTo>
                    <a:pt x="2987319" y="252577"/>
                  </a:moveTo>
                  <a:lnTo>
                    <a:pt x="2982950" y="253555"/>
                  </a:lnTo>
                  <a:lnTo>
                    <a:pt x="2983674" y="255739"/>
                  </a:lnTo>
                  <a:lnTo>
                    <a:pt x="2987319" y="252577"/>
                  </a:lnTo>
                  <a:close/>
                </a:path>
                <a:path w="3413760" h="295909">
                  <a:moveTo>
                    <a:pt x="2987319" y="171742"/>
                  </a:moveTo>
                  <a:lnTo>
                    <a:pt x="2982950" y="172707"/>
                  </a:lnTo>
                  <a:lnTo>
                    <a:pt x="2983674" y="174891"/>
                  </a:lnTo>
                  <a:lnTo>
                    <a:pt x="2987319" y="171742"/>
                  </a:lnTo>
                  <a:close/>
                </a:path>
                <a:path w="3413760" h="295909">
                  <a:moveTo>
                    <a:pt x="2987319" y="90881"/>
                  </a:moveTo>
                  <a:lnTo>
                    <a:pt x="2982950" y="91859"/>
                  </a:lnTo>
                  <a:lnTo>
                    <a:pt x="2983674" y="94043"/>
                  </a:lnTo>
                  <a:lnTo>
                    <a:pt x="2987319" y="90881"/>
                  </a:lnTo>
                  <a:close/>
                </a:path>
                <a:path w="3413760" h="295909">
                  <a:moveTo>
                    <a:pt x="2987319" y="10033"/>
                  </a:moveTo>
                  <a:lnTo>
                    <a:pt x="2982950" y="10998"/>
                  </a:lnTo>
                  <a:lnTo>
                    <a:pt x="2983674" y="13182"/>
                  </a:lnTo>
                  <a:lnTo>
                    <a:pt x="2987319" y="10033"/>
                  </a:lnTo>
                  <a:close/>
                </a:path>
                <a:path w="3413760" h="295909">
                  <a:moveTo>
                    <a:pt x="2996133" y="253555"/>
                  </a:moveTo>
                  <a:lnTo>
                    <a:pt x="2991523" y="254927"/>
                  </a:lnTo>
                  <a:lnTo>
                    <a:pt x="2995409" y="255739"/>
                  </a:lnTo>
                  <a:lnTo>
                    <a:pt x="2996133" y="253555"/>
                  </a:lnTo>
                  <a:close/>
                </a:path>
                <a:path w="3413760" h="295909">
                  <a:moveTo>
                    <a:pt x="2996133" y="172707"/>
                  </a:moveTo>
                  <a:lnTo>
                    <a:pt x="2991523" y="174078"/>
                  </a:lnTo>
                  <a:lnTo>
                    <a:pt x="2995409" y="174891"/>
                  </a:lnTo>
                  <a:lnTo>
                    <a:pt x="2996133" y="172707"/>
                  </a:lnTo>
                  <a:close/>
                </a:path>
                <a:path w="3413760" h="295909">
                  <a:moveTo>
                    <a:pt x="2996133" y="91859"/>
                  </a:moveTo>
                  <a:lnTo>
                    <a:pt x="2991523" y="93230"/>
                  </a:lnTo>
                  <a:lnTo>
                    <a:pt x="2995409" y="94043"/>
                  </a:lnTo>
                  <a:lnTo>
                    <a:pt x="2996133" y="91859"/>
                  </a:lnTo>
                  <a:close/>
                </a:path>
                <a:path w="3413760" h="295909">
                  <a:moveTo>
                    <a:pt x="2996133" y="10998"/>
                  </a:moveTo>
                  <a:lnTo>
                    <a:pt x="2991523" y="12369"/>
                  </a:lnTo>
                  <a:lnTo>
                    <a:pt x="2995409" y="13182"/>
                  </a:lnTo>
                  <a:lnTo>
                    <a:pt x="2996133" y="10998"/>
                  </a:lnTo>
                  <a:close/>
                </a:path>
                <a:path w="3413760" h="295909">
                  <a:moveTo>
                    <a:pt x="2999206" y="243928"/>
                  </a:moveTo>
                  <a:lnTo>
                    <a:pt x="2996044" y="243039"/>
                  </a:lnTo>
                  <a:lnTo>
                    <a:pt x="2992564" y="244906"/>
                  </a:lnTo>
                  <a:lnTo>
                    <a:pt x="2999206" y="243928"/>
                  </a:lnTo>
                  <a:close/>
                </a:path>
                <a:path w="3413760" h="295909">
                  <a:moveTo>
                    <a:pt x="2999206" y="163080"/>
                  </a:moveTo>
                  <a:lnTo>
                    <a:pt x="2996044" y="162204"/>
                  </a:lnTo>
                  <a:lnTo>
                    <a:pt x="2992564" y="164058"/>
                  </a:lnTo>
                  <a:lnTo>
                    <a:pt x="2999206" y="163080"/>
                  </a:lnTo>
                  <a:close/>
                </a:path>
                <a:path w="3413760" h="295909">
                  <a:moveTo>
                    <a:pt x="2999206" y="82232"/>
                  </a:moveTo>
                  <a:lnTo>
                    <a:pt x="2996044" y="81343"/>
                  </a:lnTo>
                  <a:lnTo>
                    <a:pt x="2992564" y="83210"/>
                  </a:lnTo>
                  <a:lnTo>
                    <a:pt x="2999206" y="82232"/>
                  </a:lnTo>
                  <a:close/>
                </a:path>
                <a:path w="3413760" h="295909">
                  <a:moveTo>
                    <a:pt x="2999206" y="1371"/>
                  </a:moveTo>
                  <a:lnTo>
                    <a:pt x="2996044" y="482"/>
                  </a:lnTo>
                  <a:lnTo>
                    <a:pt x="2992564" y="2349"/>
                  </a:lnTo>
                  <a:lnTo>
                    <a:pt x="2999206" y="1371"/>
                  </a:lnTo>
                  <a:close/>
                </a:path>
                <a:path w="3413760" h="295909">
                  <a:moveTo>
                    <a:pt x="2999282" y="233349"/>
                  </a:moveTo>
                  <a:lnTo>
                    <a:pt x="2999206" y="226872"/>
                  </a:lnTo>
                  <a:lnTo>
                    <a:pt x="2998711" y="230035"/>
                  </a:lnTo>
                  <a:lnTo>
                    <a:pt x="2999282" y="233349"/>
                  </a:lnTo>
                  <a:close/>
                </a:path>
                <a:path w="3413760" h="295909">
                  <a:moveTo>
                    <a:pt x="2999282" y="152501"/>
                  </a:moveTo>
                  <a:lnTo>
                    <a:pt x="2999206" y="146024"/>
                  </a:lnTo>
                  <a:lnTo>
                    <a:pt x="2998711" y="149186"/>
                  </a:lnTo>
                  <a:lnTo>
                    <a:pt x="2999282" y="152501"/>
                  </a:lnTo>
                  <a:close/>
                </a:path>
                <a:path w="3413760" h="295909">
                  <a:moveTo>
                    <a:pt x="2999282" y="71640"/>
                  </a:moveTo>
                  <a:lnTo>
                    <a:pt x="2999206" y="65163"/>
                  </a:lnTo>
                  <a:lnTo>
                    <a:pt x="2998711" y="68313"/>
                  </a:lnTo>
                  <a:lnTo>
                    <a:pt x="2999282" y="71640"/>
                  </a:lnTo>
                  <a:close/>
                </a:path>
                <a:path w="3413760" h="295909">
                  <a:moveTo>
                    <a:pt x="3008985" y="265201"/>
                  </a:moveTo>
                  <a:lnTo>
                    <a:pt x="3006801" y="261315"/>
                  </a:lnTo>
                  <a:lnTo>
                    <a:pt x="3004870" y="262610"/>
                  </a:lnTo>
                  <a:lnTo>
                    <a:pt x="3008985" y="265201"/>
                  </a:lnTo>
                  <a:close/>
                </a:path>
                <a:path w="3413760" h="295909">
                  <a:moveTo>
                    <a:pt x="3008985" y="184353"/>
                  </a:moveTo>
                  <a:lnTo>
                    <a:pt x="3006801" y="180467"/>
                  </a:lnTo>
                  <a:lnTo>
                    <a:pt x="3004870" y="181762"/>
                  </a:lnTo>
                  <a:lnTo>
                    <a:pt x="3008985" y="184353"/>
                  </a:lnTo>
                  <a:close/>
                </a:path>
                <a:path w="3413760" h="295909">
                  <a:moveTo>
                    <a:pt x="3008985" y="103505"/>
                  </a:moveTo>
                  <a:lnTo>
                    <a:pt x="3006801" y="99618"/>
                  </a:lnTo>
                  <a:lnTo>
                    <a:pt x="3004870" y="100914"/>
                  </a:lnTo>
                  <a:lnTo>
                    <a:pt x="3008985" y="103505"/>
                  </a:lnTo>
                  <a:close/>
                </a:path>
                <a:path w="3413760" h="295909">
                  <a:moveTo>
                    <a:pt x="3008985" y="22644"/>
                  </a:moveTo>
                  <a:lnTo>
                    <a:pt x="3006801" y="18757"/>
                  </a:lnTo>
                  <a:lnTo>
                    <a:pt x="3004870" y="20053"/>
                  </a:lnTo>
                  <a:lnTo>
                    <a:pt x="3008985" y="22644"/>
                  </a:lnTo>
                  <a:close/>
                </a:path>
                <a:path w="3413760" h="295909">
                  <a:moveTo>
                    <a:pt x="3026930" y="285330"/>
                  </a:moveTo>
                  <a:lnTo>
                    <a:pt x="3026689" y="282981"/>
                  </a:lnTo>
                  <a:lnTo>
                    <a:pt x="3021025" y="286537"/>
                  </a:lnTo>
                  <a:lnTo>
                    <a:pt x="3026930" y="285330"/>
                  </a:lnTo>
                  <a:close/>
                </a:path>
                <a:path w="3413760" h="295909">
                  <a:moveTo>
                    <a:pt x="3026930" y="204482"/>
                  </a:moveTo>
                  <a:lnTo>
                    <a:pt x="3026689" y="202133"/>
                  </a:lnTo>
                  <a:lnTo>
                    <a:pt x="3021025" y="205689"/>
                  </a:lnTo>
                  <a:lnTo>
                    <a:pt x="3026930" y="204482"/>
                  </a:lnTo>
                  <a:close/>
                </a:path>
                <a:path w="3413760" h="295909">
                  <a:moveTo>
                    <a:pt x="3026930" y="123634"/>
                  </a:moveTo>
                  <a:lnTo>
                    <a:pt x="3026689" y="121285"/>
                  </a:lnTo>
                  <a:lnTo>
                    <a:pt x="3021025" y="124841"/>
                  </a:lnTo>
                  <a:lnTo>
                    <a:pt x="3026930" y="123634"/>
                  </a:lnTo>
                  <a:close/>
                </a:path>
                <a:path w="3413760" h="295909">
                  <a:moveTo>
                    <a:pt x="3026930" y="42773"/>
                  </a:moveTo>
                  <a:lnTo>
                    <a:pt x="3026689" y="40424"/>
                  </a:lnTo>
                  <a:lnTo>
                    <a:pt x="3021025" y="43980"/>
                  </a:lnTo>
                  <a:lnTo>
                    <a:pt x="3026930" y="42773"/>
                  </a:lnTo>
                  <a:close/>
                </a:path>
                <a:path w="3413760" h="295909">
                  <a:moveTo>
                    <a:pt x="3031147" y="273761"/>
                  </a:moveTo>
                  <a:lnTo>
                    <a:pt x="3030042" y="265595"/>
                  </a:lnTo>
                  <a:lnTo>
                    <a:pt x="3027984" y="265595"/>
                  </a:lnTo>
                  <a:lnTo>
                    <a:pt x="3031147" y="273761"/>
                  </a:lnTo>
                  <a:close/>
                </a:path>
                <a:path w="3413760" h="295909">
                  <a:moveTo>
                    <a:pt x="3031147" y="192925"/>
                  </a:moveTo>
                  <a:lnTo>
                    <a:pt x="3030042" y="184746"/>
                  </a:lnTo>
                  <a:lnTo>
                    <a:pt x="3027984" y="184746"/>
                  </a:lnTo>
                  <a:lnTo>
                    <a:pt x="3031147" y="192925"/>
                  </a:lnTo>
                  <a:close/>
                </a:path>
                <a:path w="3413760" h="295909">
                  <a:moveTo>
                    <a:pt x="3031147" y="112064"/>
                  </a:moveTo>
                  <a:lnTo>
                    <a:pt x="3030042" y="103898"/>
                  </a:lnTo>
                  <a:lnTo>
                    <a:pt x="3027984" y="103898"/>
                  </a:lnTo>
                  <a:lnTo>
                    <a:pt x="3031147" y="112064"/>
                  </a:lnTo>
                  <a:close/>
                </a:path>
                <a:path w="3413760" h="295909">
                  <a:moveTo>
                    <a:pt x="3031147" y="31216"/>
                  </a:moveTo>
                  <a:lnTo>
                    <a:pt x="3030042" y="23037"/>
                  </a:lnTo>
                  <a:lnTo>
                    <a:pt x="3027984" y="23037"/>
                  </a:lnTo>
                  <a:lnTo>
                    <a:pt x="3031147" y="31216"/>
                  </a:lnTo>
                  <a:close/>
                </a:path>
                <a:path w="3413760" h="295909">
                  <a:moveTo>
                    <a:pt x="3036557" y="293979"/>
                  </a:moveTo>
                  <a:lnTo>
                    <a:pt x="3032175" y="293014"/>
                  </a:lnTo>
                  <a:lnTo>
                    <a:pt x="3031947" y="295351"/>
                  </a:lnTo>
                  <a:lnTo>
                    <a:pt x="3036557" y="293979"/>
                  </a:lnTo>
                  <a:close/>
                </a:path>
                <a:path w="3413760" h="295909">
                  <a:moveTo>
                    <a:pt x="3036557" y="213131"/>
                  </a:moveTo>
                  <a:lnTo>
                    <a:pt x="3032175" y="212166"/>
                  </a:lnTo>
                  <a:lnTo>
                    <a:pt x="3031947" y="214503"/>
                  </a:lnTo>
                  <a:lnTo>
                    <a:pt x="3036557" y="213131"/>
                  </a:lnTo>
                  <a:close/>
                </a:path>
                <a:path w="3413760" h="295909">
                  <a:moveTo>
                    <a:pt x="3036557" y="132283"/>
                  </a:moveTo>
                  <a:lnTo>
                    <a:pt x="3032175" y="131318"/>
                  </a:lnTo>
                  <a:lnTo>
                    <a:pt x="3031947" y="133654"/>
                  </a:lnTo>
                  <a:lnTo>
                    <a:pt x="3036557" y="132283"/>
                  </a:lnTo>
                  <a:close/>
                </a:path>
                <a:path w="3413760" h="295909">
                  <a:moveTo>
                    <a:pt x="3036557" y="51422"/>
                  </a:moveTo>
                  <a:lnTo>
                    <a:pt x="3032175" y="50457"/>
                  </a:lnTo>
                  <a:lnTo>
                    <a:pt x="3031947" y="52806"/>
                  </a:lnTo>
                  <a:lnTo>
                    <a:pt x="3036557" y="51422"/>
                  </a:lnTo>
                  <a:close/>
                </a:path>
                <a:path w="3413760" h="295909">
                  <a:moveTo>
                    <a:pt x="3039630" y="284353"/>
                  </a:moveTo>
                  <a:lnTo>
                    <a:pt x="3036481" y="283464"/>
                  </a:lnTo>
                  <a:lnTo>
                    <a:pt x="3033001" y="285330"/>
                  </a:lnTo>
                  <a:lnTo>
                    <a:pt x="3039630" y="284353"/>
                  </a:lnTo>
                  <a:close/>
                </a:path>
                <a:path w="3413760" h="295909">
                  <a:moveTo>
                    <a:pt x="3039630" y="203504"/>
                  </a:moveTo>
                  <a:lnTo>
                    <a:pt x="3036481" y="202615"/>
                  </a:lnTo>
                  <a:lnTo>
                    <a:pt x="3033001" y="204482"/>
                  </a:lnTo>
                  <a:lnTo>
                    <a:pt x="3039630" y="203504"/>
                  </a:lnTo>
                  <a:close/>
                </a:path>
                <a:path w="3413760" h="295909">
                  <a:moveTo>
                    <a:pt x="3039630" y="122656"/>
                  </a:moveTo>
                  <a:lnTo>
                    <a:pt x="3036481" y="121767"/>
                  </a:lnTo>
                  <a:lnTo>
                    <a:pt x="3033001" y="123634"/>
                  </a:lnTo>
                  <a:lnTo>
                    <a:pt x="3039630" y="122656"/>
                  </a:lnTo>
                  <a:close/>
                </a:path>
                <a:path w="3413760" h="295909">
                  <a:moveTo>
                    <a:pt x="3039630" y="41795"/>
                  </a:moveTo>
                  <a:lnTo>
                    <a:pt x="3036481" y="40906"/>
                  </a:lnTo>
                  <a:lnTo>
                    <a:pt x="3033001" y="42773"/>
                  </a:lnTo>
                  <a:lnTo>
                    <a:pt x="3039630" y="41795"/>
                  </a:lnTo>
                  <a:close/>
                </a:path>
                <a:path w="3413760" h="295909">
                  <a:moveTo>
                    <a:pt x="3051264" y="233349"/>
                  </a:moveTo>
                  <a:lnTo>
                    <a:pt x="3050832" y="229463"/>
                  </a:lnTo>
                  <a:lnTo>
                    <a:pt x="3048533" y="229463"/>
                  </a:lnTo>
                  <a:lnTo>
                    <a:pt x="3051264" y="233349"/>
                  </a:lnTo>
                  <a:close/>
                </a:path>
                <a:path w="3413760" h="295909">
                  <a:moveTo>
                    <a:pt x="3051264" y="152501"/>
                  </a:moveTo>
                  <a:lnTo>
                    <a:pt x="3050832" y="148615"/>
                  </a:lnTo>
                  <a:lnTo>
                    <a:pt x="3048533" y="148615"/>
                  </a:lnTo>
                  <a:lnTo>
                    <a:pt x="3051264" y="152501"/>
                  </a:lnTo>
                  <a:close/>
                </a:path>
                <a:path w="3413760" h="295909">
                  <a:moveTo>
                    <a:pt x="3051264" y="71640"/>
                  </a:moveTo>
                  <a:lnTo>
                    <a:pt x="3050832" y="67754"/>
                  </a:lnTo>
                  <a:lnTo>
                    <a:pt x="3048533" y="67754"/>
                  </a:lnTo>
                  <a:lnTo>
                    <a:pt x="3051264" y="71640"/>
                  </a:lnTo>
                  <a:close/>
                </a:path>
                <a:path w="3413760" h="295909">
                  <a:moveTo>
                    <a:pt x="3067354" y="244906"/>
                  </a:moveTo>
                  <a:lnTo>
                    <a:pt x="3067113" y="242557"/>
                  </a:lnTo>
                  <a:lnTo>
                    <a:pt x="3061462" y="246113"/>
                  </a:lnTo>
                  <a:lnTo>
                    <a:pt x="3067354" y="244906"/>
                  </a:lnTo>
                  <a:close/>
                </a:path>
                <a:path w="3413760" h="295909">
                  <a:moveTo>
                    <a:pt x="3067354" y="164058"/>
                  </a:moveTo>
                  <a:lnTo>
                    <a:pt x="3067113" y="161709"/>
                  </a:lnTo>
                  <a:lnTo>
                    <a:pt x="3061462" y="165265"/>
                  </a:lnTo>
                  <a:lnTo>
                    <a:pt x="3067354" y="164058"/>
                  </a:lnTo>
                  <a:close/>
                </a:path>
                <a:path w="3413760" h="295909">
                  <a:moveTo>
                    <a:pt x="3067354" y="83210"/>
                  </a:moveTo>
                  <a:lnTo>
                    <a:pt x="3067113" y="80873"/>
                  </a:lnTo>
                  <a:lnTo>
                    <a:pt x="3061462" y="84416"/>
                  </a:lnTo>
                  <a:lnTo>
                    <a:pt x="3067354" y="83210"/>
                  </a:lnTo>
                  <a:close/>
                </a:path>
                <a:path w="3413760" h="295909">
                  <a:moveTo>
                    <a:pt x="3067354" y="2349"/>
                  </a:moveTo>
                  <a:lnTo>
                    <a:pt x="3067113" y="0"/>
                  </a:lnTo>
                  <a:lnTo>
                    <a:pt x="3061462" y="3556"/>
                  </a:lnTo>
                  <a:lnTo>
                    <a:pt x="3067354" y="2349"/>
                  </a:lnTo>
                  <a:close/>
                </a:path>
                <a:path w="3413760" h="295909">
                  <a:moveTo>
                    <a:pt x="3068167" y="252577"/>
                  </a:moveTo>
                  <a:lnTo>
                    <a:pt x="3063811" y="253555"/>
                  </a:lnTo>
                  <a:lnTo>
                    <a:pt x="3064535" y="255739"/>
                  </a:lnTo>
                  <a:lnTo>
                    <a:pt x="3068167" y="252577"/>
                  </a:lnTo>
                  <a:close/>
                </a:path>
                <a:path w="3413760" h="295909">
                  <a:moveTo>
                    <a:pt x="3068167" y="171742"/>
                  </a:moveTo>
                  <a:lnTo>
                    <a:pt x="3063811" y="172707"/>
                  </a:lnTo>
                  <a:lnTo>
                    <a:pt x="3064535" y="174891"/>
                  </a:lnTo>
                  <a:lnTo>
                    <a:pt x="3068167" y="171742"/>
                  </a:lnTo>
                  <a:close/>
                </a:path>
                <a:path w="3413760" h="295909">
                  <a:moveTo>
                    <a:pt x="3068167" y="90881"/>
                  </a:moveTo>
                  <a:lnTo>
                    <a:pt x="3063811" y="91859"/>
                  </a:lnTo>
                  <a:lnTo>
                    <a:pt x="3064535" y="94043"/>
                  </a:lnTo>
                  <a:lnTo>
                    <a:pt x="3068167" y="90881"/>
                  </a:lnTo>
                  <a:close/>
                </a:path>
                <a:path w="3413760" h="295909">
                  <a:moveTo>
                    <a:pt x="3068167" y="10033"/>
                  </a:moveTo>
                  <a:lnTo>
                    <a:pt x="3063811" y="10998"/>
                  </a:lnTo>
                  <a:lnTo>
                    <a:pt x="3064535" y="13182"/>
                  </a:lnTo>
                  <a:lnTo>
                    <a:pt x="3068167" y="10033"/>
                  </a:lnTo>
                  <a:close/>
                </a:path>
                <a:path w="3413760" h="295909">
                  <a:moveTo>
                    <a:pt x="3076981" y="253555"/>
                  </a:moveTo>
                  <a:lnTo>
                    <a:pt x="3072371" y="254927"/>
                  </a:lnTo>
                  <a:lnTo>
                    <a:pt x="3076257" y="255739"/>
                  </a:lnTo>
                  <a:lnTo>
                    <a:pt x="3076981" y="253555"/>
                  </a:lnTo>
                  <a:close/>
                </a:path>
                <a:path w="3413760" h="295909">
                  <a:moveTo>
                    <a:pt x="3076981" y="172707"/>
                  </a:moveTo>
                  <a:lnTo>
                    <a:pt x="3072371" y="174078"/>
                  </a:lnTo>
                  <a:lnTo>
                    <a:pt x="3076257" y="174891"/>
                  </a:lnTo>
                  <a:lnTo>
                    <a:pt x="3076981" y="172707"/>
                  </a:lnTo>
                  <a:close/>
                </a:path>
                <a:path w="3413760" h="295909">
                  <a:moveTo>
                    <a:pt x="3076981" y="91859"/>
                  </a:moveTo>
                  <a:lnTo>
                    <a:pt x="3072371" y="93230"/>
                  </a:lnTo>
                  <a:lnTo>
                    <a:pt x="3076257" y="94043"/>
                  </a:lnTo>
                  <a:lnTo>
                    <a:pt x="3076981" y="91859"/>
                  </a:lnTo>
                  <a:close/>
                </a:path>
                <a:path w="3413760" h="295909">
                  <a:moveTo>
                    <a:pt x="3076981" y="10998"/>
                  </a:moveTo>
                  <a:lnTo>
                    <a:pt x="3072371" y="12369"/>
                  </a:lnTo>
                  <a:lnTo>
                    <a:pt x="3076257" y="13182"/>
                  </a:lnTo>
                  <a:lnTo>
                    <a:pt x="3076981" y="10998"/>
                  </a:lnTo>
                  <a:close/>
                </a:path>
                <a:path w="3413760" h="295909">
                  <a:moveTo>
                    <a:pt x="3080054" y="243928"/>
                  </a:moveTo>
                  <a:lnTo>
                    <a:pt x="3076905" y="243039"/>
                  </a:lnTo>
                  <a:lnTo>
                    <a:pt x="3073412" y="244906"/>
                  </a:lnTo>
                  <a:lnTo>
                    <a:pt x="3080054" y="243928"/>
                  </a:lnTo>
                  <a:close/>
                </a:path>
                <a:path w="3413760" h="295909">
                  <a:moveTo>
                    <a:pt x="3080054" y="163080"/>
                  </a:moveTo>
                  <a:lnTo>
                    <a:pt x="3076905" y="162204"/>
                  </a:lnTo>
                  <a:lnTo>
                    <a:pt x="3073412" y="164058"/>
                  </a:lnTo>
                  <a:lnTo>
                    <a:pt x="3080054" y="163080"/>
                  </a:lnTo>
                  <a:close/>
                </a:path>
                <a:path w="3413760" h="295909">
                  <a:moveTo>
                    <a:pt x="3080054" y="82232"/>
                  </a:moveTo>
                  <a:lnTo>
                    <a:pt x="3076905" y="81343"/>
                  </a:lnTo>
                  <a:lnTo>
                    <a:pt x="3073412" y="83210"/>
                  </a:lnTo>
                  <a:lnTo>
                    <a:pt x="3080054" y="82232"/>
                  </a:lnTo>
                  <a:close/>
                </a:path>
                <a:path w="3413760" h="295909">
                  <a:moveTo>
                    <a:pt x="3080054" y="1371"/>
                  </a:moveTo>
                  <a:lnTo>
                    <a:pt x="3076905" y="482"/>
                  </a:lnTo>
                  <a:lnTo>
                    <a:pt x="3073412" y="2349"/>
                  </a:lnTo>
                  <a:lnTo>
                    <a:pt x="3080054" y="1371"/>
                  </a:lnTo>
                  <a:close/>
                </a:path>
                <a:path w="3413760" h="295909">
                  <a:moveTo>
                    <a:pt x="3080131" y="233349"/>
                  </a:moveTo>
                  <a:lnTo>
                    <a:pt x="3080054" y="226872"/>
                  </a:lnTo>
                  <a:lnTo>
                    <a:pt x="3079572" y="230035"/>
                  </a:lnTo>
                  <a:lnTo>
                    <a:pt x="3080131" y="233349"/>
                  </a:lnTo>
                  <a:close/>
                </a:path>
                <a:path w="3413760" h="295909">
                  <a:moveTo>
                    <a:pt x="3080131" y="152501"/>
                  </a:moveTo>
                  <a:lnTo>
                    <a:pt x="3080054" y="146024"/>
                  </a:lnTo>
                  <a:lnTo>
                    <a:pt x="3079572" y="149186"/>
                  </a:lnTo>
                  <a:lnTo>
                    <a:pt x="3080131" y="152501"/>
                  </a:lnTo>
                  <a:close/>
                </a:path>
                <a:path w="3413760" h="295909">
                  <a:moveTo>
                    <a:pt x="3080131" y="71640"/>
                  </a:moveTo>
                  <a:lnTo>
                    <a:pt x="3080054" y="65163"/>
                  </a:lnTo>
                  <a:lnTo>
                    <a:pt x="3079572" y="68313"/>
                  </a:lnTo>
                  <a:lnTo>
                    <a:pt x="3080131" y="71640"/>
                  </a:lnTo>
                  <a:close/>
                </a:path>
                <a:path w="3413760" h="295909">
                  <a:moveTo>
                    <a:pt x="3089833" y="265201"/>
                  </a:moveTo>
                  <a:lnTo>
                    <a:pt x="3087662" y="261315"/>
                  </a:lnTo>
                  <a:lnTo>
                    <a:pt x="3085706" y="262610"/>
                  </a:lnTo>
                  <a:lnTo>
                    <a:pt x="3089833" y="265201"/>
                  </a:lnTo>
                  <a:close/>
                </a:path>
                <a:path w="3413760" h="295909">
                  <a:moveTo>
                    <a:pt x="3089833" y="184353"/>
                  </a:moveTo>
                  <a:lnTo>
                    <a:pt x="3087662" y="180467"/>
                  </a:lnTo>
                  <a:lnTo>
                    <a:pt x="3085706" y="181762"/>
                  </a:lnTo>
                  <a:lnTo>
                    <a:pt x="3089833" y="184353"/>
                  </a:lnTo>
                  <a:close/>
                </a:path>
                <a:path w="3413760" h="295909">
                  <a:moveTo>
                    <a:pt x="3089833" y="103505"/>
                  </a:moveTo>
                  <a:lnTo>
                    <a:pt x="3087662" y="99618"/>
                  </a:lnTo>
                  <a:lnTo>
                    <a:pt x="3085706" y="100914"/>
                  </a:lnTo>
                  <a:lnTo>
                    <a:pt x="3089833" y="103505"/>
                  </a:lnTo>
                  <a:close/>
                </a:path>
                <a:path w="3413760" h="295909">
                  <a:moveTo>
                    <a:pt x="3089833" y="22644"/>
                  </a:moveTo>
                  <a:lnTo>
                    <a:pt x="3087662" y="18757"/>
                  </a:lnTo>
                  <a:lnTo>
                    <a:pt x="3085706" y="20053"/>
                  </a:lnTo>
                  <a:lnTo>
                    <a:pt x="3089833" y="22644"/>
                  </a:lnTo>
                  <a:close/>
                </a:path>
                <a:path w="3413760" h="295909">
                  <a:moveTo>
                    <a:pt x="3107779" y="285330"/>
                  </a:moveTo>
                  <a:lnTo>
                    <a:pt x="3107537" y="282981"/>
                  </a:lnTo>
                  <a:lnTo>
                    <a:pt x="3101886" y="286537"/>
                  </a:lnTo>
                  <a:lnTo>
                    <a:pt x="3107779" y="285330"/>
                  </a:lnTo>
                  <a:close/>
                </a:path>
                <a:path w="3413760" h="295909">
                  <a:moveTo>
                    <a:pt x="3107779" y="204482"/>
                  </a:moveTo>
                  <a:lnTo>
                    <a:pt x="3107537" y="202133"/>
                  </a:lnTo>
                  <a:lnTo>
                    <a:pt x="3101886" y="205689"/>
                  </a:lnTo>
                  <a:lnTo>
                    <a:pt x="3107779" y="204482"/>
                  </a:lnTo>
                  <a:close/>
                </a:path>
                <a:path w="3413760" h="295909">
                  <a:moveTo>
                    <a:pt x="3107779" y="123634"/>
                  </a:moveTo>
                  <a:lnTo>
                    <a:pt x="3107537" y="121285"/>
                  </a:lnTo>
                  <a:lnTo>
                    <a:pt x="3101886" y="124841"/>
                  </a:lnTo>
                  <a:lnTo>
                    <a:pt x="3107779" y="123634"/>
                  </a:lnTo>
                  <a:close/>
                </a:path>
                <a:path w="3413760" h="295909">
                  <a:moveTo>
                    <a:pt x="3107779" y="42773"/>
                  </a:moveTo>
                  <a:lnTo>
                    <a:pt x="3107537" y="40424"/>
                  </a:lnTo>
                  <a:lnTo>
                    <a:pt x="3101886" y="43980"/>
                  </a:lnTo>
                  <a:lnTo>
                    <a:pt x="3107779" y="42773"/>
                  </a:lnTo>
                  <a:close/>
                </a:path>
                <a:path w="3413760" h="295909">
                  <a:moveTo>
                    <a:pt x="3111995" y="273761"/>
                  </a:moveTo>
                  <a:lnTo>
                    <a:pt x="3110890" y="265595"/>
                  </a:lnTo>
                  <a:lnTo>
                    <a:pt x="3108833" y="265595"/>
                  </a:lnTo>
                  <a:lnTo>
                    <a:pt x="3111995" y="273761"/>
                  </a:lnTo>
                  <a:close/>
                </a:path>
                <a:path w="3413760" h="295909">
                  <a:moveTo>
                    <a:pt x="3111995" y="192925"/>
                  </a:moveTo>
                  <a:lnTo>
                    <a:pt x="3110890" y="184746"/>
                  </a:lnTo>
                  <a:lnTo>
                    <a:pt x="3108833" y="184746"/>
                  </a:lnTo>
                  <a:lnTo>
                    <a:pt x="3111995" y="192925"/>
                  </a:lnTo>
                  <a:close/>
                </a:path>
                <a:path w="3413760" h="295909">
                  <a:moveTo>
                    <a:pt x="3111995" y="112064"/>
                  </a:moveTo>
                  <a:lnTo>
                    <a:pt x="3110890" y="103898"/>
                  </a:lnTo>
                  <a:lnTo>
                    <a:pt x="3108833" y="103898"/>
                  </a:lnTo>
                  <a:lnTo>
                    <a:pt x="3111995" y="112064"/>
                  </a:lnTo>
                  <a:close/>
                </a:path>
                <a:path w="3413760" h="295909">
                  <a:moveTo>
                    <a:pt x="3111995" y="31216"/>
                  </a:moveTo>
                  <a:lnTo>
                    <a:pt x="3110890" y="23037"/>
                  </a:lnTo>
                  <a:lnTo>
                    <a:pt x="3108833" y="23037"/>
                  </a:lnTo>
                  <a:lnTo>
                    <a:pt x="3111995" y="31216"/>
                  </a:lnTo>
                  <a:close/>
                </a:path>
                <a:path w="3413760" h="295909">
                  <a:moveTo>
                    <a:pt x="3117405" y="293979"/>
                  </a:moveTo>
                  <a:lnTo>
                    <a:pt x="3113049" y="293014"/>
                  </a:lnTo>
                  <a:lnTo>
                    <a:pt x="3112795" y="295351"/>
                  </a:lnTo>
                  <a:lnTo>
                    <a:pt x="3117405" y="293979"/>
                  </a:lnTo>
                  <a:close/>
                </a:path>
                <a:path w="3413760" h="295909">
                  <a:moveTo>
                    <a:pt x="3117405" y="213131"/>
                  </a:moveTo>
                  <a:lnTo>
                    <a:pt x="3113049" y="212166"/>
                  </a:lnTo>
                  <a:lnTo>
                    <a:pt x="3112795" y="214503"/>
                  </a:lnTo>
                  <a:lnTo>
                    <a:pt x="3117405" y="213131"/>
                  </a:lnTo>
                  <a:close/>
                </a:path>
                <a:path w="3413760" h="295909">
                  <a:moveTo>
                    <a:pt x="3117405" y="132283"/>
                  </a:moveTo>
                  <a:lnTo>
                    <a:pt x="3113049" y="131318"/>
                  </a:lnTo>
                  <a:lnTo>
                    <a:pt x="3112795" y="133654"/>
                  </a:lnTo>
                  <a:lnTo>
                    <a:pt x="3117405" y="132283"/>
                  </a:lnTo>
                  <a:close/>
                </a:path>
                <a:path w="3413760" h="295909">
                  <a:moveTo>
                    <a:pt x="3117405" y="51422"/>
                  </a:moveTo>
                  <a:lnTo>
                    <a:pt x="3113049" y="50457"/>
                  </a:lnTo>
                  <a:lnTo>
                    <a:pt x="3112795" y="52806"/>
                  </a:lnTo>
                  <a:lnTo>
                    <a:pt x="3117405" y="51422"/>
                  </a:lnTo>
                  <a:close/>
                </a:path>
                <a:path w="3413760" h="295909">
                  <a:moveTo>
                    <a:pt x="3120479" y="284353"/>
                  </a:moveTo>
                  <a:lnTo>
                    <a:pt x="3117316" y="283464"/>
                  </a:lnTo>
                  <a:lnTo>
                    <a:pt x="3113849" y="285330"/>
                  </a:lnTo>
                  <a:lnTo>
                    <a:pt x="3120479" y="284353"/>
                  </a:lnTo>
                  <a:close/>
                </a:path>
                <a:path w="3413760" h="295909">
                  <a:moveTo>
                    <a:pt x="3120479" y="203504"/>
                  </a:moveTo>
                  <a:lnTo>
                    <a:pt x="3117316" y="202615"/>
                  </a:lnTo>
                  <a:lnTo>
                    <a:pt x="3113849" y="204482"/>
                  </a:lnTo>
                  <a:lnTo>
                    <a:pt x="3120479" y="203504"/>
                  </a:lnTo>
                  <a:close/>
                </a:path>
                <a:path w="3413760" h="295909">
                  <a:moveTo>
                    <a:pt x="3120479" y="122656"/>
                  </a:moveTo>
                  <a:lnTo>
                    <a:pt x="3117316" y="121767"/>
                  </a:lnTo>
                  <a:lnTo>
                    <a:pt x="3113849" y="123634"/>
                  </a:lnTo>
                  <a:lnTo>
                    <a:pt x="3120479" y="122656"/>
                  </a:lnTo>
                  <a:close/>
                </a:path>
                <a:path w="3413760" h="295909">
                  <a:moveTo>
                    <a:pt x="3120479" y="41795"/>
                  </a:moveTo>
                  <a:lnTo>
                    <a:pt x="3117316" y="40906"/>
                  </a:lnTo>
                  <a:lnTo>
                    <a:pt x="3113849" y="42773"/>
                  </a:lnTo>
                  <a:lnTo>
                    <a:pt x="3120479" y="41795"/>
                  </a:lnTo>
                  <a:close/>
                </a:path>
                <a:path w="3413760" h="295909">
                  <a:moveTo>
                    <a:pt x="3132112" y="233349"/>
                  </a:moveTo>
                  <a:lnTo>
                    <a:pt x="3131680" y="229463"/>
                  </a:lnTo>
                  <a:lnTo>
                    <a:pt x="3129369" y="229463"/>
                  </a:lnTo>
                  <a:lnTo>
                    <a:pt x="3132112" y="233349"/>
                  </a:lnTo>
                  <a:close/>
                </a:path>
                <a:path w="3413760" h="295909">
                  <a:moveTo>
                    <a:pt x="3132112" y="152501"/>
                  </a:moveTo>
                  <a:lnTo>
                    <a:pt x="3131680" y="148615"/>
                  </a:lnTo>
                  <a:lnTo>
                    <a:pt x="3129369" y="148615"/>
                  </a:lnTo>
                  <a:lnTo>
                    <a:pt x="3132112" y="152501"/>
                  </a:lnTo>
                  <a:close/>
                </a:path>
                <a:path w="3413760" h="295909">
                  <a:moveTo>
                    <a:pt x="3132112" y="71640"/>
                  </a:moveTo>
                  <a:lnTo>
                    <a:pt x="3131680" y="67754"/>
                  </a:lnTo>
                  <a:lnTo>
                    <a:pt x="3129369" y="67754"/>
                  </a:lnTo>
                  <a:lnTo>
                    <a:pt x="3132112" y="71640"/>
                  </a:lnTo>
                  <a:close/>
                </a:path>
                <a:path w="3413760" h="295909">
                  <a:moveTo>
                    <a:pt x="3148203" y="244906"/>
                  </a:moveTo>
                  <a:lnTo>
                    <a:pt x="3147974" y="242557"/>
                  </a:lnTo>
                  <a:lnTo>
                    <a:pt x="3142310" y="246113"/>
                  </a:lnTo>
                  <a:lnTo>
                    <a:pt x="3148203" y="244906"/>
                  </a:lnTo>
                  <a:close/>
                </a:path>
                <a:path w="3413760" h="295909">
                  <a:moveTo>
                    <a:pt x="3148203" y="164058"/>
                  </a:moveTo>
                  <a:lnTo>
                    <a:pt x="3147974" y="161709"/>
                  </a:lnTo>
                  <a:lnTo>
                    <a:pt x="3142310" y="165265"/>
                  </a:lnTo>
                  <a:lnTo>
                    <a:pt x="3148203" y="164058"/>
                  </a:lnTo>
                  <a:close/>
                </a:path>
                <a:path w="3413760" h="295909">
                  <a:moveTo>
                    <a:pt x="3148203" y="83210"/>
                  </a:moveTo>
                  <a:lnTo>
                    <a:pt x="3147974" y="80873"/>
                  </a:lnTo>
                  <a:lnTo>
                    <a:pt x="3142310" y="84416"/>
                  </a:lnTo>
                  <a:lnTo>
                    <a:pt x="3148203" y="83210"/>
                  </a:lnTo>
                  <a:close/>
                </a:path>
                <a:path w="3413760" h="295909">
                  <a:moveTo>
                    <a:pt x="3148203" y="2349"/>
                  </a:moveTo>
                  <a:lnTo>
                    <a:pt x="3147974" y="0"/>
                  </a:lnTo>
                  <a:lnTo>
                    <a:pt x="3142310" y="3556"/>
                  </a:lnTo>
                  <a:lnTo>
                    <a:pt x="3148203" y="2349"/>
                  </a:lnTo>
                  <a:close/>
                </a:path>
                <a:path w="3413760" h="295909">
                  <a:moveTo>
                    <a:pt x="3149015" y="252577"/>
                  </a:moveTo>
                  <a:lnTo>
                    <a:pt x="3144659" y="253555"/>
                  </a:lnTo>
                  <a:lnTo>
                    <a:pt x="3145383" y="255739"/>
                  </a:lnTo>
                  <a:lnTo>
                    <a:pt x="3149015" y="252577"/>
                  </a:lnTo>
                  <a:close/>
                </a:path>
                <a:path w="3413760" h="295909">
                  <a:moveTo>
                    <a:pt x="3149015" y="171742"/>
                  </a:moveTo>
                  <a:lnTo>
                    <a:pt x="3144659" y="172707"/>
                  </a:lnTo>
                  <a:lnTo>
                    <a:pt x="3145383" y="174891"/>
                  </a:lnTo>
                  <a:lnTo>
                    <a:pt x="3149015" y="171742"/>
                  </a:lnTo>
                  <a:close/>
                </a:path>
                <a:path w="3413760" h="295909">
                  <a:moveTo>
                    <a:pt x="3149015" y="90881"/>
                  </a:moveTo>
                  <a:lnTo>
                    <a:pt x="3144659" y="91859"/>
                  </a:lnTo>
                  <a:lnTo>
                    <a:pt x="3145383" y="94043"/>
                  </a:lnTo>
                  <a:lnTo>
                    <a:pt x="3149015" y="90881"/>
                  </a:lnTo>
                  <a:close/>
                </a:path>
                <a:path w="3413760" h="295909">
                  <a:moveTo>
                    <a:pt x="3149015" y="10033"/>
                  </a:moveTo>
                  <a:lnTo>
                    <a:pt x="3144659" y="10998"/>
                  </a:lnTo>
                  <a:lnTo>
                    <a:pt x="3145383" y="13182"/>
                  </a:lnTo>
                  <a:lnTo>
                    <a:pt x="3149015" y="10033"/>
                  </a:lnTo>
                  <a:close/>
                </a:path>
                <a:path w="3413760" h="295909">
                  <a:moveTo>
                    <a:pt x="3157829" y="253555"/>
                  </a:moveTo>
                  <a:lnTo>
                    <a:pt x="3153232" y="254927"/>
                  </a:lnTo>
                  <a:lnTo>
                    <a:pt x="3157105" y="255739"/>
                  </a:lnTo>
                  <a:lnTo>
                    <a:pt x="3157829" y="253555"/>
                  </a:lnTo>
                  <a:close/>
                </a:path>
                <a:path w="3413760" h="295909">
                  <a:moveTo>
                    <a:pt x="3157829" y="172707"/>
                  </a:moveTo>
                  <a:lnTo>
                    <a:pt x="3153232" y="174078"/>
                  </a:lnTo>
                  <a:lnTo>
                    <a:pt x="3157105" y="174891"/>
                  </a:lnTo>
                  <a:lnTo>
                    <a:pt x="3157829" y="172707"/>
                  </a:lnTo>
                  <a:close/>
                </a:path>
                <a:path w="3413760" h="295909">
                  <a:moveTo>
                    <a:pt x="3157829" y="91859"/>
                  </a:moveTo>
                  <a:lnTo>
                    <a:pt x="3153232" y="93230"/>
                  </a:lnTo>
                  <a:lnTo>
                    <a:pt x="3157105" y="94043"/>
                  </a:lnTo>
                  <a:lnTo>
                    <a:pt x="3157829" y="91859"/>
                  </a:lnTo>
                  <a:close/>
                </a:path>
                <a:path w="3413760" h="295909">
                  <a:moveTo>
                    <a:pt x="3157829" y="10998"/>
                  </a:moveTo>
                  <a:lnTo>
                    <a:pt x="3153232" y="12369"/>
                  </a:lnTo>
                  <a:lnTo>
                    <a:pt x="3157105" y="13182"/>
                  </a:lnTo>
                  <a:lnTo>
                    <a:pt x="3157829" y="10998"/>
                  </a:lnTo>
                  <a:close/>
                </a:path>
                <a:path w="3413760" h="295909">
                  <a:moveTo>
                    <a:pt x="3160903" y="243928"/>
                  </a:moveTo>
                  <a:lnTo>
                    <a:pt x="3157740" y="243039"/>
                  </a:lnTo>
                  <a:lnTo>
                    <a:pt x="3154273" y="244906"/>
                  </a:lnTo>
                  <a:lnTo>
                    <a:pt x="3160903" y="243928"/>
                  </a:lnTo>
                  <a:close/>
                </a:path>
                <a:path w="3413760" h="295909">
                  <a:moveTo>
                    <a:pt x="3160903" y="163080"/>
                  </a:moveTo>
                  <a:lnTo>
                    <a:pt x="3157740" y="162204"/>
                  </a:lnTo>
                  <a:lnTo>
                    <a:pt x="3154273" y="164058"/>
                  </a:lnTo>
                  <a:lnTo>
                    <a:pt x="3160903" y="163080"/>
                  </a:lnTo>
                  <a:close/>
                </a:path>
                <a:path w="3413760" h="295909">
                  <a:moveTo>
                    <a:pt x="3160903" y="82232"/>
                  </a:moveTo>
                  <a:lnTo>
                    <a:pt x="3157740" y="81343"/>
                  </a:lnTo>
                  <a:lnTo>
                    <a:pt x="3154273" y="83210"/>
                  </a:lnTo>
                  <a:lnTo>
                    <a:pt x="3160903" y="82232"/>
                  </a:lnTo>
                  <a:close/>
                </a:path>
                <a:path w="3413760" h="295909">
                  <a:moveTo>
                    <a:pt x="3160903" y="1371"/>
                  </a:moveTo>
                  <a:lnTo>
                    <a:pt x="3157740" y="482"/>
                  </a:lnTo>
                  <a:lnTo>
                    <a:pt x="3154273" y="2349"/>
                  </a:lnTo>
                  <a:lnTo>
                    <a:pt x="3160903" y="1371"/>
                  </a:lnTo>
                  <a:close/>
                </a:path>
                <a:path w="3413760" h="295909">
                  <a:moveTo>
                    <a:pt x="3160979" y="233349"/>
                  </a:moveTo>
                  <a:lnTo>
                    <a:pt x="3160903" y="226872"/>
                  </a:lnTo>
                  <a:lnTo>
                    <a:pt x="3160420" y="230035"/>
                  </a:lnTo>
                  <a:lnTo>
                    <a:pt x="3160979" y="233349"/>
                  </a:lnTo>
                  <a:close/>
                </a:path>
                <a:path w="3413760" h="295909">
                  <a:moveTo>
                    <a:pt x="3160979" y="152501"/>
                  </a:moveTo>
                  <a:lnTo>
                    <a:pt x="3160903" y="146024"/>
                  </a:lnTo>
                  <a:lnTo>
                    <a:pt x="3160420" y="149186"/>
                  </a:lnTo>
                  <a:lnTo>
                    <a:pt x="3160979" y="152501"/>
                  </a:lnTo>
                  <a:close/>
                </a:path>
                <a:path w="3413760" h="295909">
                  <a:moveTo>
                    <a:pt x="3160979" y="71640"/>
                  </a:moveTo>
                  <a:lnTo>
                    <a:pt x="3160903" y="65163"/>
                  </a:lnTo>
                  <a:lnTo>
                    <a:pt x="3160420" y="68313"/>
                  </a:lnTo>
                  <a:lnTo>
                    <a:pt x="3160979" y="71640"/>
                  </a:lnTo>
                  <a:close/>
                </a:path>
                <a:path w="3413760" h="295909">
                  <a:moveTo>
                    <a:pt x="3170694" y="265201"/>
                  </a:moveTo>
                  <a:lnTo>
                    <a:pt x="3168510" y="261315"/>
                  </a:lnTo>
                  <a:lnTo>
                    <a:pt x="3166567" y="262610"/>
                  </a:lnTo>
                  <a:lnTo>
                    <a:pt x="3170694" y="265201"/>
                  </a:lnTo>
                  <a:close/>
                </a:path>
                <a:path w="3413760" h="295909">
                  <a:moveTo>
                    <a:pt x="3170694" y="184353"/>
                  </a:moveTo>
                  <a:lnTo>
                    <a:pt x="3168510" y="180467"/>
                  </a:lnTo>
                  <a:lnTo>
                    <a:pt x="3166567" y="181762"/>
                  </a:lnTo>
                  <a:lnTo>
                    <a:pt x="3170694" y="184353"/>
                  </a:lnTo>
                  <a:close/>
                </a:path>
                <a:path w="3413760" h="295909">
                  <a:moveTo>
                    <a:pt x="3170694" y="103505"/>
                  </a:moveTo>
                  <a:lnTo>
                    <a:pt x="3168510" y="99618"/>
                  </a:lnTo>
                  <a:lnTo>
                    <a:pt x="3166567" y="100914"/>
                  </a:lnTo>
                  <a:lnTo>
                    <a:pt x="3170694" y="103505"/>
                  </a:lnTo>
                  <a:close/>
                </a:path>
                <a:path w="3413760" h="295909">
                  <a:moveTo>
                    <a:pt x="3170694" y="22644"/>
                  </a:moveTo>
                  <a:lnTo>
                    <a:pt x="3168510" y="18757"/>
                  </a:lnTo>
                  <a:lnTo>
                    <a:pt x="3166567" y="20053"/>
                  </a:lnTo>
                  <a:lnTo>
                    <a:pt x="3170694" y="22644"/>
                  </a:lnTo>
                  <a:close/>
                </a:path>
                <a:path w="3413760" h="295909">
                  <a:moveTo>
                    <a:pt x="3188627" y="285330"/>
                  </a:moveTo>
                  <a:lnTo>
                    <a:pt x="3188398" y="282981"/>
                  </a:lnTo>
                  <a:lnTo>
                    <a:pt x="3182734" y="286537"/>
                  </a:lnTo>
                  <a:lnTo>
                    <a:pt x="3188627" y="285330"/>
                  </a:lnTo>
                  <a:close/>
                </a:path>
                <a:path w="3413760" h="295909">
                  <a:moveTo>
                    <a:pt x="3188627" y="204482"/>
                  </a:moveTo>
                  <a:lnTo>
                    <a:pt x="3188398" y="202133"/>
                  </a:lnTo>
                  <a:lnTo>
                    <a:pt x="3182734" y="205689"/>
                  </a:lnTo>
                  <a:lnTo>
                    <a:pt x="3188627" y="204482"/>
                  </a:lnTo>
                  <a:close/>
                </a:path>
                <a:path w="3413760" h="295909">
                  <a:moveTo>
                    <a:pt x="3188627" y="123634"/>
                  </a:moveTo>
                  <a:lnTo>
                    <a:pt x="3188398" y="121285"/>
                  </a:lnTo>
                  <a:lnTo>
                    <a:pt x="3182734" y="124841"/>
                  </a:lnTo>
                  <a:lnTo>
                    <a:pt x="3188627" y="123634"/>
                  </a:lnTo>
                  <a:close/>
                </a:path>
                <a:path w="3413760" h="295909">
                  <a:moveTo>
                    <a:pt x="3188627" y="42773"/>
                  </a:moveTo>
                  <a:lnTo>
                    <a:pt x="3188398" y="40424"/>
                  </a:lnTo>
                  <a:lnTo>
                    <a:pt x="3182734" y="43980"/>
                  </a:lnTo>
                  <a:lnTo>
                    <a:pt x="3188627" y="42773"/>
                  </a:lnTo>
                  <a:close/>
                </a:path>
                <a:path w="3413760" h="295909">
                  <a:moveTo>
                    <a:pt x="3192843" y="273761"/>
                  </a:moveTo>
                  <a:lnTo>
                    <a:pt x="3191751" y="265595"/>
                  </a:lnTo>
                  <a:lnTo>
                    <a:pt x="3189681" y="265595"/>
                  </a:lnTo>
                  <a:lnTo>
                    <a:pt x="3192843" y="273761"/>
                  </a:lnTo>
                  <a:close/>
                </a:path>
                <a:path w="3413760" h="295909">
                  <a:moveTo>
                    <a:pt x="3192843" y="192925"/>
                  </a:moveTo>
                  <a:lnTo>
                    <a:pt x="3191751" y="184746"/>
                  </a:lnTo>
                  <a:lnTo>
                    <a:pt x="3189681" y="184746"/>
                  </a:lnTo>
                  <a:lnTo>
                    <a:pt x="3192843" y="192925"/>
                  </a:lnTo>
                  <a:close/>
                </a:path>
                <a:path w="3413760" h="295909">
                  <a:moveTo>
                    <a:pt x="3192843" y="112064"/>
                  </a:moveTo>
                  <a:lnTo>
                    <a:pt x="3191751" y="103898"/>
                  </a:lnTo>
                  <a:lnTo>
                    <a:pt x="3189681" y="103898"/>
                  </a:lnTo>
                  <a:lnTo>
                    <a:pt x="3192843" y="112064"/>
                  </a:lnTo>
                  <a:close/>
                </a:path>
                <a:path w="3413760" h="295909">
                  <a:moveTo>
                    <a:pt x="3192843" y="31216"/>
                  </a:moveTo>
                  <a:lnTo>
                    <a:pt x="3191751" y="23037"/>
                  </a:lnTo>
                  <a:lnTo>
                    <a:pt x="3189681" y="23037"/>
                  </a:lnTo>
                  <a:lnTo>
                    <a:pt x="3192843" y="31216"/>
                  </a:lnTo>
                  <a:close/>
                </a:path>
                <a:path w="3413760" h="295909">
                  <a:moveTo>
                    <a:pt x="3198253" y="293979"/>
                  </a:moveTo>
                  <a:lnTo>
                    <a:pt x="3193885" y="293014"/>
                  </a:lnTo>
                  <a:lnTo>
                    <a:pt x="3193643" y="295351"/>
                  </a:lnTo>
                  <a:lnTo>
                    <a:pt x="3198253" y="293979"/>
                  </a:lnTo>
                  <a:close/>
                </a:path>
                <a:path w="3413760" h="295909">
                  <a:moveTo>
                    <a:pt x="3198253" y="213131"/>
                  </a:moveTo>
                  <a:lnTo>
                    <a:pt x="3193885" y="212166"/>
                  </a:lnTo>
                  <a:lnTo>
                    <a:pt x="3193643" y="214503"/>
                  </a:lnTo>
                  <a:lnTo>
                    <a:pt x="3198253" y="213131"/>
                  </a:lnTo>
                  <a:close/>
                </a:path>
                <a:path w="3413760" h="295909">
                  <a:moveTo>
                    <a:pt x="3198253" y="132283"/>
                  </a:moveTo>
                  <a:lnTo>
                    <a:pt x="3193885" y="131318"/>
                  </a:lnTo>
                  <a:lnTo>
                    <a:pt x="3193643" y="133654"/>
                  </a:lnTo>
                  <a:lnTo>
                    <a:pt x="3198253" y="132283"/>
                  </a:lnTo>
                  <a:close/>
                </a:path>
                <a:path w="3413760" h="295909">
                  <a:moveTo>
                    <a:pt x="3198253" y="51422"/>
                  </a:moveTo>
                  <a:lnTo>
                    <a:pt x="3193885" y="50457"/>
                  </a:lnTo>
                  <a:lnTo>
                    <a:pt x="3193643" y="52806"/>
                  </a:lnTo>
                  <a:lnTo>
                    <a:pt x="3198253" y="51422"/>
                  </a:lnTo>
                  <a:close/>
                </a:path>
                <a:path w="3413760" h="295909">
                  <a:moveTo>
                    <a:pt x="3201339" y="284353"/>
                  </a:moveTo>
                  <a:lnTo>
                    <a:pt x="3198177" y="283464"/>
                  </a:lnTo>
                  <a:lnTo>
                    <a:pt x="3194710" y="285330"/>
                  </a:lnTo>
                  <a:lnTo>
                    <a:pt x="3201339" y="284353"/>
                  </a:lnTo>
                  <a:close/>
                </a:path>
                <a:path w="3413760" h="295909">
                  <a:moveTo>
                    <a:pt x="3201339" y="203504"/>
                  </a:moveTo>
                  <a:lnTo>
                    <a:pt x="3198177" y="202615"/>
                  </a:lnTo>
                  <a:lnTo>
                    <a:pt x="3194710" y="204482"/>
                  </a:lnTo>
                  <a:lnTo>
                    <a:pt x="3201339" y="203504"/>
                  </a:lnTo>
                  <a:close/>
                </a:path>
                <a:path w="3413760" h="295909">
                  <a:moveTo>
                    <a:pt x="3201339" y="122656"/>
                  </a:moveTo>
                  <a:lnTo>
                    <a:pt x="3198177" y="121767"/>
                  </a:lnTo>
                  <a:lnTo>
                    <a:pt x="3194710" y="123634"/>
                  </a:lnTo>
                  <a:lnTo>
                    <a:pt x="3201339" y="122656"/>
                  </a:lnTo>
                  <a:close/>
                </a:path>
                <a:path w="3413760" h="295909">
                  <a:moveTo>
                    <a:pt x="3201339" y="41795"/>
                  </a:moveTo>
                  <a:lnTo>
                    <a:pt x="3198177" y="40906"/>
                  </a:lnTo>
                  <a:lnTo>
                    <a:pt x="3194710" y="42773"/>
                  </a:lnTo>
                  <a:lnTo>
                    <a:pt x="3201339" y="41795"/>
                  </a:lnTo>
                  <a:close/>
                </a:path>
                <a:path w="3413760" h="295909">
                  <a:moveTo>
                    <a:pt x="3212973" y="233349"/>
                  </a:moveTo>
                  <a:lnTo>
                    <a:pt x="3212528" y="229463"/>
                  </a:lnTo>
                  <a:lnTo>
                    <a:pt x="3210217" y="229463"/>
                  </a:lnTo>
                  <a:lnTo>
                    <a:pt x="3212973" y="233349"/>
                  </a:lnTo>
                  <a:close/>
                </a:path>
                <a:path w="3413760" h="295909">
                  <a:moveTo>
                    <a:pt x="3212973" y="152501"/>
                  </a:moveTo>
                  <a:lnTo>
                    <a:pt x="3212528" y="148615"/>
                  </a:lnTo>
                  <a:lnTo>
                    <a:pt x="3210217" y="148615"/>
                  </a:lnTo>
                  <a:lnTo>
                    <a:pt x="3212973" y="152501"/>
                  </a:lnTo>
                  <a:close/>
                </a:path>
                <a:path w="3413760" h="295909">
                  <a:moveTo>
                    <a:pt x="3212973" y="71640"/>
                  </a:moveTo>
                  <a:lnTo>
                    <a:pt x="3212528" y="67754"/>
                  </a:lnTo>
                  <a:lnTo>
                    <a:pt x="3210217" y="67754"/>
                  </a:lnTo>
                  <a:lnTo>
                    <a:pt x="3212973" y="71640"/>
                  </a:lnTo>
                  <a:close/>
                </a:path>
                <a:path w="3413760" h="295909">
                  <a:moveTo>
                    <a:pt x="3229064" y="244906"/>
                  </a:moveTo>
                  <a:lnTo>
                    <a:pt x="3228822" y="242557"/>
                  </a:lnTo>
                  <a:lnTo>
                    <a:pt x="3223158" y="246113"/>
                  </a:lnTo>
                  <a:lnTo>
                    <a:pt x="3229064" y="244906"/>
                  </a:lnTo>
                  <a:close/>
                </a:path>
                <a:path w="3413760" h="295909">
                  <a:moveTo>
                    <a:pt x="3229064" y="164058"/>
                  </a:moveTo>
                  <a:lnTo>
                    <a:pt x="3228822" y="161709"/>
                  </a:lnTo>
                  <a:lnTo>
                    <a:pt x="3223158" y="165265"/>
                  </a:lnTo>
                  <a:lnTo>
                    <a:pt x="3229064" y="164058"/>
                  </a:lnTo>
                  <a:close/>
                </a:path>
                <a:path w="3413760" h="295909">
                  <a:moveTo>
                    <a:pt x="3229064" y="83210"/>
                  </a:moveTo>
                  <a:lnTo>
                    <a:pt x="3228822" y="80873"/>
                  </a:lnTo>
                  <a:lnTo>
                    <a:pt x="3223158" y="84416"/>
                  </a:lnTo>
                  <a:lnTo>
                    <a:pt x="3229064" y="83210"/>
                  </a:lnTo>
                  <a:close/>
                </a:path>
                <a:path w="3413760" h="295909">
                  <a:moveTo>
                    <a:pt x="3229064" y="2349"/>
                  </a:moveTo>
                  <a:lnTo>
                    <a:pt x="3228822" y="0"/>
                  </a:lnTo>
                  <a:lnTo>
                    <a:pt x="3223158" y="3556"/>
                  </a:lnTo>
                  <a:lnTo>
                    <a:pt x="3229064" y="2349"/>
                  </a:lnTo>
                  <a:close/>
                </a:path>
                <a:path w="3413760" h="295909">
                  <a:moveTo>
                    <a:pt x="3229876" y="252577"/>
                  </a:moveTo>
                  <a:lnTo>
                    <a:pt x="3225508" y="253555"/>
                  </a:lnTo>
                  <a:lnTo>
                    <a:pt x="3226231" y="255739"/>
                  </a:lnTo>
                  <a:lnTo>
                    <a:pt x="3229876" y="252577"/>
                  </a:lnTo>
                  <a:close/>
                </a:path>
                <a:path w="3413760" h="295909">
                  <a:moveTo>
                    <a:pt x="3229876" y="171742"/>
                  </a:moveTo>
                  <a:lnTo>
                    <a:pt x="3225508" y="172707"/>
                  </a:lnTo>
                  <a:lnTo>
                    <a:pt x="3226231" y="174891"/>
                  </a:lnTo>
                  <a:lnTo>
                    <a:pt x="3229876" y="171742"/>
                  </a:lnTo>
                  <a:close/>
                </a:path>
                <a:path w="3413760" h="295909">
                  <a:moveTo>
                    <a:pt x="3229876" y="90881"/>
                  </a:moveTo>
                  <a:lnTo>
                    <a:pt x="3225508" y="91859"/>
                  </a:lnTo>
                  <a:lnTo>
                    <a:pt x="3226231" y="94043"/>
                  </a:lnTo>
                  <a:lnTo>
                    <a:pt x="3229876" y="90881"/>
                  </a:lnTo>
                  <a:close/>
                </a:path>
                <a:path w="3413760" h="295909">
                  <a:moveTo>
                    <a:pt x="3229876" y="10033"/>
                  </a:moveTo>
                  <a:lnTo>
                    <a:pt x="3225508" y="10998"/>
                  </a:lnTo>
                  <a:lnTo>
                    <a:pt x="3226231" y="13182"/>
                  </a:lnTo>
                  <a:lnTo>
                    <a:pt x="3229876" y="10033"/>
                  </a:lnTo>
                  <a:close/>
                </a:path>
                <a:path w="3413760" h="295909">
                  <a:moveTo>
                    <a:pt x="3238690" y="253555"/>
                  </a:moveTo>
                  <a:lnTo>
                    <a:pt x="3234067" y="254927"/>
                  </a:lnTo>
                  <a:lnTo>
                    <a:pt x="3237954" y="255739"/>
                  </a:lnTo>
                  <a:lnTo>
                    <a:pt x="3238690" y="253555"/>
                  </a:lnTo>
                  <a:close/>
                </a:path>
                <a:path w="3413760" h="295909">
                  <a:moveTo>
                    <a:pt x="3238690" y="172707"/>
                  </a:moveTo>
                  <a:lnTo>
                    <a:pt x="3234067" y="174078"/>
                  </a:lnTo>
                  <a:lnTo>
                    <a:pt x="3237954" y="174891"/>
                  </a:lnTo>
                  <a:lnTo>
                    <a:pt x="3238690" y="172707"/>
                  </a:lnTo>
                  <a:close/>
                </a:path>
                <a:path w="3413760" h="295909">
                  <a:moveTo>
                    <a:pt x="3238690" y="91859"/>
                  </a:moveTo>
                  <a:lnTo>
                    <a:pt x="3234067" y="93230"/>
                  </a:lnTo>
                  <a:lnTo>
                    <a:pt x="3237954" y="94043"/>
                  </a:lnTo>
                  <a:lnTo>
                    <a:pt x="3238690" y="91859"/>
                  </a:lnTo>
                  <a:close/>
                </a:path>
                <a:path w="3413760" h="295909">
                  <a:moveTo>
                    <a:pt x="3238690" y="10998"/>
                  </a:moveTo>
                  <a:lnTo>
                    <a:pt x="3234067" y="12369"/>
                  </a:lnTo>
                  <a:lnTo>
                    <a:pt x="3237954" y="13182"/>
                  </a:lnTo>
                  <a:lnTo>
                    <a:pt x="3238690" y="10998"/>
                  </a:lnTo>
                  <a:close/>
                </a:path>
                <a:path w="3413760" h="295909">
                  <a:moveTo>
                    <a:pt x="3241764" y="243928"/>
                  </a:moveTo>
                  <a:lnTo>
                    <a:pt x="3238614" y="243039"/>
                  </a:lnTo>
                  <a:lnTo>
                    <a:pt x="3235121" y="244906"/>
                  </a:lnTo>
                  <a:lnTo>
                    <a:pt x="3241764" y="243928"/>
                  </a:lnTo>
                  <a:close/>
                </a:path>
                <a:path w="3413760" h="295909">
                  <a:moveTo>
                    <a:pt x="3241764" y="163080"/>
                  </a:moveTo>
                  <a:lnTo>
                    <a:pt x="3238614" y="162204"/>
                  </a:lnTo>
                  <a:lnTo>
                    <a:pt x="3235121" y="164058"/>
                  </a:lnTo>
                  <a:lnTo>
                    <a:pt x="3241764" y="163080"/>
                  </a:lnTo>
                  <a:close/>
                </a:path>
                <a:path w="3413760" h="295909">
                  <a:moveTo>
                    <a:pt x="3241764" y="82232"/>
                  </a:moveTo>
                  <a:lnTo>
                    <a:pt x="3238614" y="81343"/>
                  </a:lnTo>
                  <a:lnTo>
                    <a:pt x="3235121" y="83210"/>
                  </a:lnTo>
                  <a:lnTo>
                    <a:pt x="3241764" y="82232"/>
                  </a:lnTo>
                  <a:close/>
                </a:path>
                <a:path w="3413760" h="295909">
                  <a:moveTo>
                    <a:pt x="3241764" y="1371"/>
                  </a:moveTo>
                  <a:lnTo>
                    <a:pt x="3238614" y="482"/>
                  </a:lnTo>
                  <a:lnTo>
                    <a:pt x="3235121" y="2349"/>
                  </a:lnTo>
                  <a:lnTo>
                    <a:pt x="3241764" y="1371"/>
                  </a:lnTo>
                  <a:close/>
                </a:path>
                <a:path w="3413760" h="295909">
                  <a:moveTo>
                    <a:pt x="3241840" y="233349"/>
                  </a:moveTo>
                  <a:lnTo>
                    <a:pt x="3241764" y="226872"/>
                  </a:lnTo>
                  <a:lnTo>
                    <a:pt x="3241268" y="230035"/>
                  </a:lnTo>
                  <a:lnTo>
                    <a:pt x="3241840" y="233349"/>
                  </a:lnTo>
                  <a:close/>
                </a:path>
                <a:path w="3413760" h="295909">
                  <a:moveTo>
                    <a:pt x="3241840" y="152501"/>
                  </a:moveTo>
                  <a:lnTo>
                    <a:pt x="3241764" y="146024"/>
                  </a:lnTo>
                  <a:lnTo>
                    <a:pt x="3241268" y="149186"/>
                  </a:lnTo>
                  <a:lnTo>
                    <a:pt x="3241840" y="152501"/>
                  </a:lnTo>
                  <a:close/>
                </a:path>
                <a:path w="3413760" h="295909">
                  <a:moveTo>
                    <a:pt x="3241840" y="71640"/>
                  </a:moveTo>
                  <a:lnTo>
                    <a:pt x="3241764" y="65163"/>
                  </a:lnTo>
                  <a:lnTo>
                    <a:pt x="3241268" y="68313"/>
                  </a:lnTo>
                  <a:lnTo>
                    <a:pt x="3241840" y="71640"/>
                  </a:lnTo>
                  <a:close/>
                </a:path>
                <a:path w="3413760" h="295909">
                  <a:moveTo>
                    <a:pt x="3251530" y="265201"/>
                  </a:moveTo>
                  <a:lnTo>
                    <a:pt x="3249358" y="261315"/>
                  </a:lnTo>
                  <a:lnTo>
                    <a:pt x="3247415" y="262610"/>
                  </a:lnTo>
                  <a:lnTo>
                    <a:pt x="3251530" y="265201"/>
                  </a:lnTo>
                  <a:close/>
                </a:path>
                <a:path w="3413760" h="295909">
                  <a:moveTo>
                    <a:pt x="3251530" y="184353"/>
                  </a:moveTo>
                  <a:lnTo>
                    <a:pt x="3249358" y="180467"/>
                  </a:lnTo>
                  <a:lnTo>
                    <a:pt x="3247415" y="181762"/>
                  </a:lnTo>
                  <a:lnTo>
                    <a:pt x="3251530" y="184353"/>
                  </a:lnTo>
                  <a:close/>
                </a:path>
                <a:path w="3413760" h="295909">
                  <a:moveTo>
                    <a:pt x="3251530" y="103505"/>
                  </a:moveTo>
                  <a:lnTo>
                    <a:pt x="3249358" y="99618"/>
                  </a:lnTo>
                  <a:lnTo>
                    <a:pt x="3247415" y="100914"/>
                  </a:lnTo>
                  <a:lnTo>
                    <a:pt x="3251530" y="103505"/>
                  </a:lnTo>
                  <a:close/>
                </a:path>
                <a:path w="3413760" h="295909">
                  <a:moveTo>
                    <a:pt x="3251530" y="22644"/>
                  </a:moveTo>
                  <a:lnTo>
                    <a:pt x="3249358" y="18757"/>
                  </a:lnTo>
                  <a:lnTo>
                    <a:pt x="3247415" y="20053"/>
                  </a:lnTo>
                  <a:lnTo>
                    <a:pt x="3251530" y="22644"/>
                  </a:lnTo>
                  <a:close/>
                </a:path>
                <a:path w="3413760" h="295909">
                  <a:moveTo>
                    <a:pt x="3253397" y="273761"/>
                  </a:moveTo>
                  <a:lnTo>
                    <a:pt x="3250641" y="269887"/>
                  </a:lnTo>
                  <a:lnTo>
                    <a:pt x="3251060" y="273761"/>
                  </a:lnTo>
                  <a:lnTo>
                    <a:pt x="3253397" y="273761"/>
                  </a:lnTo>
                  <a:close/>
                </a:path>
                <a:path w="3413760" h="295909">
                  <a:moveTo>
                    <a:pt x="3253397" y="192925"/>
                  </a:moveTo>
                  <a:lnTo>
                    <a:pt x="3250641" y="189039"/>
                  </a:lnTo>
                  <a:lnTo>
                    <a:pt x="3251060" y="192925"/>
                  </a:lnTo>
                  <a:lnTo>
                    <a:pt x="3253397" y="192925"/>
                  </a:lnTo>
                  <a:close/>
                </a:path>
                <a:path w="3413760" h="295909">
                  <a:moveTo>
                    <a:pt x="3253397" y="112064"/>
                  </a:moveTo>
                  <a:lnTo>
                    <a:pt x="3250641" y="108191"/>
                  </a:lnTo>
                  <a:lnTo>
                    <a:pt x="3251060" y="112064"/>
                  </a:lnTo>
                  <a:lnTo>
                    <a:pt x="3253397" y="112064"/>
                  </a:lnTo>
                  <a:close/>
                </a:path>
                <a:path w="3413760" h="295909">
                  <a:moveTo>
                    <a:pt x="3253397" y="31216"/>
                  </a:moveTo>
                  <a:lnTo>
                    <a:pt x="3250641" y="27330"/>
                  </a:lnTo>
                  <a:lnTo>
                    <a:pt x="3251060" y="31216"/>
                  </a:lnTo>
                  <a:lnTo>
                    <a:pt x="3253397" y="31216"/>
                  </a:lnTo>
                  <a:close/>
                </a:path>
                <a:path w="3413760" h="295909">
                  <a:moveTo>
                    <a:pt x="3269488" y="285330"/>
                  </a:moveTo>
                  <a:lnTo>
                    <a:pt x="3269246" y="282981"/>
                  </a:lnTo>
                  <a:lnTo>
                    <a:pt x="3263582" y="286537"/>
                  </a:lnTo>
                  <a:lnTo>
                    <a:pt x="3269488" y="285330"/>
                  </a:lnTo>
                  <a:close/>
                </a:path>
                <a:path w="3413760" h="295909">
                  <a:moveTo>
                    <a:pt x="3269488" y="204482"/>
                  </a:moveTo>
                  <a:lnTo>
                    <a:pt x="3269246" y="202133"/>
                  </a:lnTo>
                  <a:lnTo>
                    <a:pt x="3263582" y="205689"/>
                  </a:lnTo>
                  <a:lnTo>
                    <a:pt x="3269488" y="204482"/>
                  </a:lnTo>
                  <a:close/>
                </a:path>
                <a:path w="3413760" h="295909">
                  <a:moveTo>
                    <a:pt x="3269488" y="123634"/>
                  </a:moveTo>
                  <a:lnTo>
                    <a:pt x="3269246" y="121285"/>
                  </a:lnTo>
                  <a:lnTo>
                    <a:pt x="3263582" y="124841"/>
                  </a:lnTo>
                  <a:lnTo>
                    <a:pt x="3269488" y="123634"/>
                  </a:lnTo>
                  <a:close/>
                </a:path>
                <a:path w="3413760" h="295909">
                  <a:moveTo>
                    <a:pt x="3269488" y="42773"/>
                  </a:moveTo>
                  <a:lnTo>
                    <a:pt x="3269246" y="40424"/>
                  </a:lnTo>
                  <a:lnTo>
                    <a:pt x="3263582" y="43980"/>
                  </a:lnTo>
                  <a:lnTo>
                    <a:pt x="3269488" y="42773"/>
                  </a:lnTo>
                  <a:close/>
                </a:path>
                <a:path w="3413760" h="295909">
                  <a:moveTo>
                    <a:pt x="3273691" y="273761"/>
                  </a:moveTo>
                  <a:lnTo>
                    <a:pt x="3272599" y="265595"/>
                  </a:lnTo>
                  <a:lnTo>
                    <a:pt x="3270529" y="265595"/>
                  </a:lnTo>
                  <a:lnTo>
                    <a:pt x="3273691" y="273761"/>
                  </a:lnTo>
                  <a:close/>
                </a:path>
                <a:path w="3413760" h="295909">
                  <a:moveTo>
                    <a:pt x="3273691" y="192925"/>
                  </a:moveTo>
                  <a:lnTo>
                    <a:pt x="3272599" y="184746"/>
                  </a:lnTo>
                  <a:lnTo>
                    <a:pt x="3270529" y="184746"/>
                  </a:lnTo>
                  <a:lnTo>
                    <a:pt x="3273691" y="192925"/>
                  </a:lnTo>
                  <a:close/>
                </a:path>
                <a:path w="3413760" h="295909">
                  <a:moveTo>
                    <a:pt x="3273691" y="112064"/>
                  </a:moveTo>
                  <a:lnTo>
                    <a:pt x="3272599" y="103898"/>
                  </a:lnTo>
                  <a:lnTo>
                    <a:pt x="3270529" y="103898"/>
                  </a:lnTo>
                  <a:lnTo>
                    <a:pt x="3273691" y="112064"/>
                  </a:lnTo>
                  <a:close/>
                </a:path>
                <a:path w="3413760" h="295909">
                  <a:moveTo>
                    <a:pt x="3273691" y="31216"/>
                  </a:moveTo>
                  <a:lnTo>
                    <a:pt x="3272599" y="23037"/>
                  </a:lnTo>
                  <a:lnTo>
                    <a:pt x="3270529" y="23037"/>
                  </a:lnTo>
                  <a:lnTo>
                    <a:pt x="3273691" y="31216"/>
                  </a:lnTo>
                  <a:close/>
                </a:path>
                <a:path w="3413760" h="295909">
                  <a:moveTo>
                    <a:pt x="3279114" y="293979"/>
                  </a:moveTo>
                  <a:lnTo>
                    <a:pt x="3274745" y="293014"/>
                  </a:lnTo>
                  <a:lnTo>
                    <a:pt x="3274491" y="295351"/>
                  </a:lnTo>
                  <a:lnTo>
                    <a:pt x="3279114" y="293979"/>
                  </a:lnTo>
                  <a:close/>
                </a:path>
                <a:path w="3413760" h="295909">
                  <a:moveTo>
                    <a:pt x="3279114" y="213131"/>
                  </a:moveTo>
                  <a:lnTo>
                    <a:pt x="3274745" y="212166"/>
                  </a:lnTo>
                  <a:lnTo>
                    <a:pt x="3274491" y="214503"/>
                  </a:lnTo>
                  <a:lnTo>
                    <a:pt x="3279114" y="213131"/>
                  </a:lnTo>
                  <a:close/>
                </a:path>
                <a:path w="3413760" h="295909">
                  <a:moveTo>
                    <a:pt x="3279114" y="132283"/>
                  </a:moveTo>
                  <a:lnTo>
                    <a:pt x="3274745" y="131318"/>
                  </a:lnTo>
                  <a:lnTo>
                    <a:pt x="3274491" y="133654"/>
                  </a:lnTo>
                  <a:lnTo>
                    <a:pt x="3279114" y="132283"/>
                  </a:lnTo>
                  <a:close/>
                </a:path>
                <a:path w="3413760" h="295909">
                  <a:moveTo>
                    <a:pt x="3279114" y="51422"/>
                  </a:moveTo>
                  <a:lnTo>
                    <a:pt x="3274745" y="50457"/>
                  </a:lnTo>
                  <a:lnTo>
                    <a:pt x="3274491" y="52806"/>
                  </a:lnTo>
                  <a:lnTo>
                    <a:pt x="3279114" y="51422"/>
                  </a:lnTo>
                  <a:close/>
                </a:path>
                <a:path w="3413760" h="295909">
                  <a:moveTo>
                    <a:pt x="3282188" y="284353"/>
                  </a:moveTo>
                  <a:lnTo>
                    <a:pt x="3279025" y="283464"/>
                  </a:lnTo>
                  <a:lnTo>
                    <a:pt x="3275546" y="285330"/>
                  </a:lnTo>
                  <a:lnTo>
                    <a:pt x="3282188" y="284353"/>
                  </a:lnTo>
                  <a:close/>
                </a:path>
                <a:path w="3413760" h="295909">
                  <a:moveTo>
                    <a:pt x="3282188" y="203504"/>
                  </a:moveTo>
                  <a:lnTo>
                    <a:pt x="3279025" y="202615"/>
                  </a:lnTo>
                  <a:lnTo>
                    <a:pt x="3275546" y="204482"/>
                  </a:lnTo>
                  <a:lnTo>
                    <a:pt x="3282188" y="203504"/>
                  </a:lnTo>
                  <a:close/>
                </a:path>
                <a:path w="3413760" h="295909">
                  <a:moveTo>
                    <a:pt x="3282188" y="122656"/>
                  </a:moveTo>
                  <a:lnTo>
                    <a:pt x="3279025" y="121767"/>
                  </a:lnTo>
                  <a:lnTo>
                    <a:pt x="3275546" y="123634"/>
                  </a:lnTo>
                  <a:lnTo>
                    <a:pt x="3282188" y="122656"/>
                  </a:lnTo>
                  <a:close/>
                </a:path>
                <a:path w="3413760" h="295909">
                  <a:moveTo>
                    <a:pt x="3282188" y="41795"/>
                  </a:moveTo>
                  <a:lnTo>
                    <a:pt x="3279025" y="40906"/>
                  </a:lnTo>
                  <a:lnTo>
                    <a:pt x="3275546" y="42773"/>
                  </a:lnTo>
                  <a:lnTo>
                    <a:pt x="3282188" y="41795"/>
                  </a:lnTo>
                  <a:close/>
                </a:path>
                <a:path w="3413760" h="295909">
                  <a:moveTo>
                    <a:pt x="3293821" y="233349"/>
                  </a:moveTo>
                  <a:lnTo>
                    <a:pt x="3293389" y="229463"/>
                  </a:lnTo>
                  <a:lnTo>
                    <a:pt x="3291078" y="229463"/>
                  </a:lnTo>
                  <a:lnTo>
                    <a:pt x="3293821" y="233349"/>
                  </a:lnTo>
                  <a:close/>
                </a:path>
                <a:path w="3413760" h="295909">
                  <a:moveTo>
                    <a:pt x="3293821" y="152501"/>
                  </a:moveTo>
                  <a:lnTo>
                    <a:pt x="3293389" y="148615"/>
                  </a:lnTo>
                  <a:lnTo>
                    <a:pt x="3291078" y="148615"/>
                  </a:lnTo>
                  <a:lnTo>
                    <a:pt x="3293821" y="152501"/>
                  </a:lnTo>
                  <a:close/>
                </a:path>
                <a:path w="3413760" h="295909">
                  <a:moveTo>
                    <a:pt x="3293821" y="71640"/>
                  </a:moveTo>
                  <a:lnTo>
                    <a:pt x="3293389" y="67754"/>
                  </a:lnTo>
                  <a:lnTo>
                    <a:pt x="3291078" y="67754"/>
                  </a:lnTo>
                  <a:lnTo>
                    <a:pt x="3293821" y="71640"/>
                  </a:lnTo>
                  <a:close/>
                </a:path>
                <a:path w="3413760" h="295909">
                  <a:moveTo>
                    <a:pt x="3309924" y="244906"/>
                  </a:moveTo>
                  <a:lnTo>
                    <a:pt x="3309670" y="242557"/>
                  </a:lnTo>
                  <a:lnTo>
                    <a:pt x="3304006" y="246113"/>
                  </a:lnTo>
                  <a:lnTo>
                    <a:pt x="3309924" y="244906"/>
                  </a:lnTo>
                  <a:close/>
                </a:path>
                <a:path w="3413760" h="295909">
                  <a:moveTo>
                    <a:pt x="3309924" y="164058"/>
                  </a:moveTo>
                  <a:lnTo>
                    <a:pt x="3309670" y="161709"/>
                  </a:lnTo>
                  <a:lnTo>
                    <a:pt x="3304006" y="165265"/>
                  </a:lnTo>
                  <a:lnTo>
                    <a:pt x="3309924" y="164058"/>
                  </a:lnTo>
                  <a:close/>
                </a:path>
                <a:path w="3413760" h="295909">
                  <a:moveTo>
                    <a:pt x="3309924" y="83210"/>
                  </a:moveTo>
                  <a:lnTo>
                    <a:pt x="3309670" y="80873"/>
                  </a:lnTo>
                  <a:lnTo>
                    <a:pt x="3304006" y="84416"/>
                  </a:lnTo>
                  <a:lnTo>
                    <a:pt x="3309924" y="83210"/>
                  </a:lnTo>
                  <a:close/>
                </a:path>
                <a:path w="3413760" h="295909">
                  <a:moveTo>
                    <a:pt x="3309924" y="2349"/>
                  </a:moveTo>
                  <a:lnTo>
                    <a:pt x="3309670" y="0"/>
                  </a:lnTo>
                  <a:lnTo>
                    <a:pt x="3304006" y="3556"/>
                  </a:lnTo>
                  <a:lnTo>
                    <a:pt x="3309924" y="2349"/>
                  </a:lnTo>
                  <a:close/>
                </a:path>
                <a:path w="3413760" h="295909">
                  <a:moveTo>
                    <a:pt x="3310725" y="252577"/>
                  </a:moveTo>
                  <a:lnTo>
                    <a:pt x="3306356" y="253555"/>
                  </a:lnTo>
                  <a:lnTo>
                    <a:pt x="3307080" y="255739"/>
                  </a:lnTo>
                  <a:lnTo>
                    <a:pt x="3310725" y="252577"/>
                  </a:lnTo>
                  <a:close/>
                </a:path>
                <a:path w="3413760" h="295909">
                  <a:moveTo>
                    <a:pt x="3310725" y="171742"/>
                  </a:moveTo>
                  <a:lnTo>
                    <a:pt x="3306356" y="172707"/>
                  </a:lnTo>
                  <a:lnTo>
                    <a:pt x="3307080" y="174891"/>
                  </a:lnTo>
                  <a:lnTo>
                    <a:pt x="3310725" y="171742"/>
                  </a:lnTo>
                  <a:close/>
                </a:path>
                <a:path w="3413760" h="295909">
                  <a:moveTo>
                    <a:pt x="3310725" y="90881"/>
                  </a:moveTo>
                  <a:lnTo>
                    <a:pt x="3306356" y="91859"/>
                  </a:lnTo>
                  <a:lnTo>
                    <a:pt x="3307080" y="94043"/>
                  </a:lnTo>
                  <a:lnTo>
                    <a:pt x="3310725" y="90881"/>
                  </a:lnTo>
                  <a:close/>
                </a:path>
                <a:path w="3413760" h="295909">
                  <a:moveTo>
                    <a:pt x="3310725" y="10033"/>
                  </a:moveTo>
                  <a:lnTo>
                    <a:pt x="3306356" y="10998"/>
                  </a:lnTo>
                  <a:lnTo>
                    <a:pt x="3307080" y="13182"/>
                  </a:lnTo>
                  <a:lnTo>
                    <a:pt x="3310725" y="10033"/>
                  </a:lnTo>
                  <a:close/>
                </a:path>
                <a:path w="3413760" h="295909">
                  <a:moveTo>
                    <a:pt x="3319538" y="253555"/>
                  </a:moveTo>
                  <a:lnTo>
                    <a:pt x="3314941" y="254927"/>
                  </a:lnTo>
                  <a:lnTo>
                    <a:pt x="3318814" y="255739"/>
                  </a:lnTo>
                  <a:lnTo>
                    <a:pt x="3319538" y="253555"/>
                  </a:lnTo>
                  <a:close/>
                </a:path>
                <a:path w="3413760" h="295909">
                  <a:moveTo>
                    <a:pt x="3319538" y="172707"/>
                  </a:moveTo>
                  <a:lnTo>
                    <a:pt x="3314941" y="174078"/>
                  </a:lnTo>
                  <a:lnTo>
                    <a:pt x="3318814" y="174891"/>
                  </a:lnTo>
                  <a:lnTo>
                    <a:pt x="3319538" y="172707"/>
                  </a:lnTo>
                  <a:close/>
                </a:path>
                <a:path w="3413760" h="295909">
                  <a:moveTo>
                    <a:pt x="3319538" y="91859"/>
                  </a:moveTo>
                  <a:lnTo>
                    <a:pt x="3314941" y="93230"/>
                  </a:lnTo>
                  <a:lnTo>
                    <a:pt x="3318814" y="94043"/>
                  </a:lnTo>
                  <a:lnTo>
                    <a:pt x="3319538" y="91859"/>
                  </a:lnTo>
                  <a:close/>
                </a:path>
                <a:path w="3413760" h="295909">
                  <a:moveTo>
                    <a:pt x="3319538" y="10998"/>
                  </a:moveTo>
                  <a:lnTo>
                    <a:pt x="3314941" y="12369"/>
                  </a:lnTo>
                  <a:lnTo>
                    <a:pt x="3318814" y="13182"/>
                  </a:lnTo>
                  <a:lnTo>
                    <a:pt x="3319538" y="10998"/>
                  </a:lnTo>
                  <a:close/>
                </a:path>
                <a:path w="3413760" h="295909">
                  <a:moveTo>
                    <a:pt x="3322612" y="243928"/>
                  </a:moveTo>
                  <a:lnTo>
                    <a:pt x="3319462" y="243039"/>
                  </a:lnTo>
                  <a:lnTo>
                    <a:pt x="3315970" y="244906"/>
                  </a:lnTo>
                  <a:lnTo>
                    <a:pt x="3322612" y="243928"/>
                  </a:lnTo>
                  <a:close/>
                </a:path>
                <a:path w="3413760" h="295909">
                  <a:moveTo>
                    <a:pt x="3322612" y="163080"/>
                  </a:moveTo>
                  <a:lnTo>
                    <a:pt x="3319462" y="162204"/>
                  </a:lnTo>
                  <a:lnTo>
                    <a:pt x="3315970" y="164058"/>
                  </a:lnTo>
                  <a:lnTo>
                    <a:pt x="3322612" y="163080"/>
                  </a:lnTo>
                  <a:close/>
                </a:path>
                <a:path w="3413760" h="295909">
                  <a:moveTo>
                    <a:pt x="3322612" y="82232"/>
                  </a:moveTo>
                  <a:lnTo>
                    <a:pt x="3319462" y="81343"/>
                  </a:lnTo>
                  <a:lnTo>
                    <a:pt x="3315970" y="83210"/>
                  </a:lnTo>
                  <a:lnTo>
                    <a:pt x="3322612" y="82232"/>
                  </a:lnTo>
                  <a:close/>
                </a:path>
                <a:path w="3413760" h="295909">
                  <a:moveTo>
                    <a:pt x="3322612" y="1371"/>
                  </a:moveTo>
                  <a:lnTo>
                    <a:pt x="3319462" y="482"/>
                  </a:lnTo>
                  <a:lnTo>
                    <a:pt x="3315970" y="2349"/>
                  </a:lnTo>
                  <a:lnTo>
                    <a:pt x="3322612" y="1371"/>
                  </a:lnTo>
                  <a:close/>
                </a:path>
                <a:path w="3413760" h="295909">
                  <a:moveTo>
                    <a:pt x="3322688" y="233349"/>
                  </a:moveTo>
                  <a:lnTo>
                    <a:pt x="3322612" y="226872"/>
                  </a:lnTo>
                  <a:lnTo>
                    <a:pt x="3322116" y="230035"/>
                  </a:lnTo>
                  <a:lnTo>
                    <a:pt x="3322688" y="233349"/>
                  </a:lnTo>
                  <a:close/>
                </a:path>
                <a:path w="3413760" h="295909">
                  <a:moveTo>
                    <a:pt x="3322688" y="152501"/>
                  </a:moveTo>
                  <a:lnTo>
                    <a:pt x="3322612" y="146024"/>
                  </a:lnTo>
                  <a:lnTo>
                    <a:pt x="3322116" y="149186"/>
                  </a:lnTo>
                  <a:lnTo>
                    <a:pt x="3322688" y="152501"/>
                  </a:lnTo>
                  <a:close/>
                </a:path>
                <a:path w="3413760" h="295909">
                  <a:moveTo>
                    <a:pt x="3322688" y="71640"/>
                  </a:moveTo>
                  <a:lnTo>
                    <a:pt x="3322612" y="65163"/>
                  </a:lnTo>
                  <a:lnTo>
                    <a:pt x="3322116" y="68313"/>
                  </a:lnTo>
                  <a:lnTo>
                    <a:pt x="3322688" y="71640"/>
                  </a:lnTo>
                  <a:close/>
                </a:path>
                <a:path w="3413760" h="295909">
                  <a:moveTo>
                    <a:pt x="3332391" y="265201"/>
                  </a:moveTo>
                  <a:lnTo>
                    <a:pt x="3330206" y="261315"/>
                  </a:lnTo>
                  <a:lnTo>
                    <a:pt x="3328276" y="262610"/>
                  </a:lnTo>
                  <a:lnTo>
                    <a:pt x="3332391" y="265201"/>
                  </a:lnTo>
                  <a:close/>
                </a:path>
                <a:path w="3413760" h="295909">
                  <a:moveTo>
                    <a:pt x="3332391" y="184353"/>
                  </a:moveTo>
                  <a:lnTo>
                    <a:pt x="3330206" y="180467"/>
                  </a:lnTo>
                  <a:lnTo>
                    <a:pt x="3328276" y="181762"/>
                  </a:lnTo>
                  <a:lnTo>
                    <a:pt x="3332391" y="184353"/>
                  </a:lnTo>
                  <a:close/>
                </a:path>
                <a:path w="3413760" h="295909">
                  <a:moveTo>
                    <a:pt x="3332391" y="103505"/>
                  </a:moveTo>
                  <a:lnTo>
                    <a:pt x="3330206" y="99618"/>
                  </a:lnTo>
                  <a:lnTo>
                    <a:pt x="3328276" y="100914"/>
                  </a:lnTo>
                  <a:lnTo>
                    <a:pt x="3332391" y="103505"/>
                  </a:lnTo>
                  <a:close/>
                </a:path>
                <a:path w="3413760" h="295909">
                  <a:moveTo>
                    <a:pt x="3332391" y="22644"/>
                  </a:moveTo>
                  <a:lnTo>
                    <a:pt x="3330206" y="18757"/>
                  </a:lnTo>
                  <a:lnTo>
                    <a:pt x="3328276" y="20053"/>
                  </a:lnTo>
                  <a:lnTo>
                    <a:pt x="3332391" y="22644"/>
                  </a:lnTo>
                  <a:close/>
                </a:path>
                <a:path w="3413760" h="295909">
                  <a:moveTo>
                    <a:pt x="3350336" y="285330"/>
                  </a:moveTo>
                  <a:lnTo>
                    <a:pt x="3350095" y="282981"/>
                  </a:lnTo>
                  <a:lnTo>
                    <a:pt x="3344430" y="286537"/>
                  </a:lnTo>
                  <a:lnTo>
                    <a:pt x="3350336" y="285330"/>
                  </a:lnTo>
                  <a:close/>
                </a:path>
                <a:path w="3413760" h="295909">
                  <a:moveTo>
                    <a:pt x="3350336" y="204482"/>
                  </a:moveTo>
                  <a:lnTo>
                    <a:pt x="3350095" y="202133"/>
                  </a:lnTo>
                  <a:lnTo>
                    <a:pt x="3344430" y="205689"/>
                  </a:lnTo>
                  <a:lnTo>
                    <a:pt x="3350336" y="204482"/>
                  </a:lnTo>
                  <a:close/>
                </a:path>
                <a:path w="3413760" h="295909">
                  <a:moveTo>
                    <a:pt x="3350336" y="123634"/>
                  </a:moveTo>
                  <a:lnTo>
                    <a:pt x="3350095" y="121285"/>
                  </a:lnTo>
                  <a:lnTo>
                    <a:pt x="3344430" y="124841"/>
                  </a:lnTo>
                  <a:lnTo>
                    <a:pt x="3350336" y="123634"/>
                  </a:lnTo>
                  <a:close/>
                </a:path>
                <a:path w="3413760" h="295909">
                  <a:moveTo>
                    <a:pt x="3350336" y="42773"/>
                  </a:moveTo>
                  <a:lnTo>
                    <a:pt x="3350095" y="40424"/>
                  </a:lnTo>
                  <a:lnTo>
                    <a:pt x="3344430" y="43980"/>
                  </a:lnTo>
                  <a:lnTo>
                    <a:pt x="3350336" y="42773"/>
                  </a:lnTo>
                  <a:close/>
                </a:path>
                <a:path w="3413760" h="295909">
                  <a:moveTo>
                    <a:pt x="3354552" y="273761"/>
                  </a:moveTo>
                  <a:lnTo>
                    <a:pt x="3353447" y="265595"/>
                  </a:lnTo>
                  <a:lnTo>
                    <a:pt x="3351403" y="265595"/>
                  </a:lnTo>
                  <a:lnTo>
                    <a:pt x="3354552" y="273761"/>
                  </a:lnTo>
                  <a:close/>
                </a:path>
                <a:path w="3413760" h="295909">
                  <a:moveTo>
                    <a:pt x="3354552" y="192925"/>
                  </a:moveTo>
                  <a:lnTo>
                    <a:pt x="3353447" y="184746"/>
                  </a:lnTo>
                  <a:lnTo>
                    <a:pt x="3351403" y="184746"/>
                  </a:lnTo>
                  <a:lnTo>
                    <a:pt x="3354552" y="192925"/>
                  </a:lnTo>
                  <a:close/>
                </a:path>
                <a:path w="3413760" h="295909">
                  <a:moveTo>
                    <a:pt x="3354552" y="112064"/>
                  </a:moveTo>
                  <a:lnTo>
                    <a:pt x="3353447" y="103898"/>
                  </a:lnTo>
                  <a:lnTo>
                    <a:pt x="3351403" y="103898"/>
                  </a:lnTo>
                  <a:lnTo>
                    <a:pt x="3354552" y="112064"/>
                  </a:lnTo>
                  <a:close/>
                </a:path>
                <a:path w="3413760" h="295909">
                  <a:moveTo>
                    <a:pt x="3354552" y="31216"/>
                  </a:moveTo>
                  <a:lnTo>
                    <a:pt x="3353447" y="23037"/>
                  </a:lnTo>
                  <a:lnTo>
                    <a:pt x="3351403" y="23037"/>
                  </a:lnTo>
                  <a:lnTo>
                    <a:pt x="3354552" y="31216"/>
                  </a:lnTo>
                  <a:close/>
                </a:path>
                <a:path w="3413760" h="295909">
                  <a:moveTo>
                    <a:pt x="3359962" y="293979"/>
                  </a:moveTo>
                  <a:lnTo>
                    <a:pt x="3355594" y="293014"/>
                  </a:lnTo>
                  <a:lnTo>
                    <a:pt x="3355352" y="295351"/>
                  </a:lnTo>
                  <a:lnTo>
                    <a:pt x="3359962" y="293979"/>
                  </a:lnTo>
                  <a:close/>
                </a:path>
                <a:path w="3413760" h="295909">
                  <a:moveTo>
                    <a:pt x="3359962" y="213131"/>
                  </a:moveTo>
                  <a:lnTo>
                    <a:pt x="3355594" y="212166"/>
                  </a:lnTo>
                  <a:lnTo>
                    <a:pt x="3355352" y="214503"/>
                  </a:lnTo>
                  <a:lnTo>
                    <a:pt x="3359962" y="213131"/>
                  </a:lnTo>
                  <a:close/>
                </a:path>
                <a:path w="3413760" h="295909">
                  <a:moveTo>
                    <a:pt x="3359962" y="132283"/>
                  </a:moveTo>
                  <a:lnTo>
                    <a:pt x="3355594" y="131318"/>
                  </a:lnTo>
                  <a:lnTo>
                    <a:pt x="3355352" y="133654"/>
                  </a:lnTo>
                  <a:lnTo>
                    <a:pt x="3359962" y="132283"/>
                  </a:lnTo>
                  <a:close/>
                </a:path>
                <a:path w="3413760" h="295909">
                  <a:moveTo>
                    <a:pt x="3359962" y="51422"/>
                  </a:moveTo>
                  <a:lnTo>
                    <a:pt x="3355594" y="50457"/>
                  </a:lnTo>
                  <a:lnTo>
                    <a:pt x="3355352" y="52806"/>
                  </a:lnTo>
                  <a:lnTo>
                    <a:pt x="3359962" y="51422"/>
                  </a:lnTo>
                  <a:close/>
                </a:path>
                <a:path w="3413760" h="295909">
                  <a:moveTo>
                    <a:pt x="3363036" y="284353"/>
                  </a:moveTo>
                  <a:lnTo>
                    <a:pt x="3359886" y="283464"/>
                  </a:lnTo>
                  <a:lnTo>
                    <a:pt x="3356406" y="285330"/>
                  </a:lnTo>
                  <a:lnTo>
                    <a:pt x="3363036" y="284353"/>
                  </a:lnTo>
                  <a:close/>
                </a:path>
                <a:path w="3413760" h="295909">
                  <a:moveTo>
                    <a:pt x="3363036" y="203504"/>
                  </a:moveTo>
                  <a:lnTo>
                    <a:pt x="3359886" y="202615"/>
                  </a:lnTo>
                  <a:lnTo>
                    <a:pt x="3356406" y="204482"/>
                  </a:lnTo>
                  <a:lnTo>
                    <a:pt x="3363036" y="203504"/>
                  </a:lnTo>
                  <a:close/>
                </a:path>
                <a:path w="3413760" h="295909">
                  <a:moveTo>
                    <a:pt x="3363036" y="122656"/>
                  </a:moveTo>
                  <a:lnTo>
                    <a:pt x="3359886" y="121767"/>
                  </a:lnTo>
                  <a:lnTo>
                    <a:pt x="3356406" y="123634"/>
                  </a:lnTo>
                  <a:lnTo>
                    <a:pt x="3363036" y="122656"/>
                  </a:lnTo>
                  <a:close/>
                </a:path>
                <a:path w="3413760" h="295909">
                  <a:moveTo>
                    <a:pt x="3363036" y="41795"/>
                  </a:moveTo>
                  <a:lnTo>
                    <a:pt x="3359886" y="40906"/>
                  </a:lnTo>
                  <a:lnTo>
                    <a:pt x="3356406" y="42773"/>
                  </a:lnTo>
                  <a:lnTo>
                    <a:pt x="3363036" y="41795"/>
                  </a:lnTo>
                  <a:close/>
                </a:path>
                <a:path w="3413760" h="295909">
                  <a:moveTo>
                    <a:pt x="3374669" y="233349"/>
                  </a:moveTo>
                  <a:lnTo>
                    <a:pt x="3374250" y="229463"/>
                  </a:lnTo>
                  <a:lnTo>
                    <a:pt x="3371939" y="229463"/>
                  </a:lnTo>
                  <a:lnTo>
                    <a:pt x="3374669" y="233349"/>
                  </a:lnTo>
                  <a:close/>
                </a:path>
                <a:path w="3413760" h="295909">
                  <a:moveTo>
                    <a:pt x="3374669" y="152501"/>
                  </a:moveTo>
                  <a:lnTo>
                    <a:pt x="3374250" y="148615"/>
                  </a:lnTo>
                  <a:lnTo>
                    <a:pt x="3371939" y="148615"/>
                  </a:lnTo>
                  <a:lnTo>
                    <a:pt x="3374669" y="152501"/>
                  </a:lnTo>
                  <a:close/>
                </a:path>
                <a:path w="3413760" h="295909">
                  <a:moveTo>
                    <a:pt x="3374669" y="71640"/>
                  </a:moveTo>
                  <a:lnTo>
                    <a:pt x="3374250" y="67754"/>
                  </a:lnTo>
                  <a:lnTo>
                    <a:pt x="3371939" y="67754"/>
                  </a:lnTo>
                  <a:lnTo>
                    <a:pt x="3374669" y="71640"/>
                  </a:lnTo>
                  <a:close/>
                </a:path>
                <a:path w="3413760" h="295909">
                  <a:moveTo>
                    <a:pt x="3390760" y="244906"/>
                  </a:moveTo>
                  <a:lnTo>
                    <a:pt x="3390519" y="242557"/>
                  </a:lnTo>
                  <a:lnTo>
                    <a:pt x="3384854" y="246113"/>
                  </a:lnTo>
                  <a:lnTo>
                    <a:pt x="3390760" y="244906"/>
                  </a:lnTo>
                  <a:close/>
                </a:path>
                <a:path w="3413760" h="295909">
                  <a:moveTo>
                    <a:pt x="3390760" y="164058"/>
                  </a:moveTo>
                  <a:lnTo>
                    <a:pt x="3390519" y="161709"/>
                  </a:lnTo>
                  <a:lnTo>
                    <a:pt x="3384854" y="165265"/>
                  </a:lnTo>
                  <a:lnTo>
                    <a:pt x="3390760" y="164058"/>
                  </a:lnTo>
                  <a:close/>
                </a:path>
                <a:path w="3413760" h="295909">
                  <a:moveTo>
                    <a:pt x="3390760" y="83210"/>
                  </a:moveTo>
                  <a:lnTo>
                    <a:pt x="3390519" y="80873"/>
                  </a:lnTo>
                  <a:lnTo>
                    <a:pt x="3384854" y="84416"/>
                  </a:lnTo>
                  <a:lnTo>
                    <a:pt x="3390760" y="83210"/>
                  </a:lnTo>
                  <a:close/>
                </a:path>
                <a:path w="3413760" h="295909">
                  <a:moveTo>
                    <a:pt x="3390760" y="2349"/>
                  </a:moveTo>
                  <a:lnTo>
                    <a:pt x="3390519" y="0"/>
                  </a:lnTo>
                  <a:lnTo>
                    <a:pt x="3384854" y="3556"/>
                  </a:lnTo>
                  <a:lnTo>
                    <a:pt x="3390760" y="2349"/>
                  </a:lnTo>
                  <a:close/>
                </a:path>
                <a:path w="3413760" h="295909">
                  <a:moveTo>
                    <a:pt x="3391573" y="252577"/>
                  </a:moveTo>
                  <a:lnTo>
                    <a:pt x="3387217" y="253555"/>
                  </a:lnTo>
                  <a:lnTo>
                    <a:pt x="3387941" y="255739"/>
                  </a:lnTo>
                  <a:lnTo>
                    <a:pt x="3391573" y="252577"/>
                  </a:lnTo>
                  <a:close/>
                </a:path>
                <a:path w="3413760" h="295909">
                  <a:moveTo>
                    <a:pt x="3391573" y="171742"/>
                  </a:moveTo>
                  <a:lnTo>
                    <a:pt x="3387217" y="172707"/>
                  </a:lnTo>
                  <a:lnTo>
                    <a:pt x="3387941" y="174891"/>
                  </a:lnTo>
                  <a:lnTo>
                    <a:pt x="3391573" y="171742"/>
                  </a:lnTo>
                  <a:close/>
                </a:path>
                <a:path w="3413760" h="295909">
                  <a:moveTo>
                    <a:pt x="3391573" y="90881"/>
                  </a:moveTo>
                  <a:lnTo>
                    <a:pt x="3387217" y="91859"/>
                  </a:lnTo>
                  <a:lnTo>
                    <a:pt x="3387941" y="94043"/>
                  </a:lnTo>
                  <a:lnTo>
                    <a:pt x="3391573" y="90881"/>
                  </a:lnTo>
                  <a:close/>
                </a:path>
                <a:path w="3413760" h="295909">
                  <a:moveTo>
                    <a:pt x="3391573" y="10033"/>
                  </a:moveTo>
                  <a:lnTo>
                    <a:pt x="3387217" y="10998"/>
                  </a:lnTo>
                  <a:lnTo>
                    <a:pt x="3387941" y="13182"/>
                  </a:lnTo>
                  <a:lnTo>
                    <a:pt x="3391573" y="10033"/>
                  </a:lnTo>
                  <a:close/>
                </a:path>
                <a:path w="3413760" h="295909">
                  <a:moveTo>
                    <a:pt x="3400387" y="253555"/>
                  </a:moveTo>
                  <a:lnTo>
                    <a:pt x="3395776" y="254927"/>
                  </a:lnTo>
                  <a:lnTo>
                    <a:pt x="3399663" y="255739"/>
                  </a:lnTo>
                  <a:lnTo>
                    <a:pt x="3400387" y="253555"/>
                  </a:lnTo>
                  <a:close/>
                </a:path>
                <a:path w="3413760" h="295909">
                  <a:moveTo>
                    <a:pt x="3400387" y="172707"/>
                  </a:moveTo>
                  <a:lnTo>
                    <a:pt x="3395776" y="174078"/>
                  </a:lnTo>
                  <a:lnTo>
                    <a:pt x="3399663" y="174891"/>
                  </a:lnTo>
                  <a:lnTo>
                    <a:pt x="3400387" y="172707"/>
                  </a:lnTo>
                  <a:close/>
                </a:path>
                <a:path w="3413760" h="295909">
                  <a:moveTo>
                    <a:pt x="3400387" y="91859"/>
                  </a:moveTo>
                  <a:lnTo>
                    <a:pt x="3395776" y="93230"/>
                  </a:lnTo>
                  <a:lnTo>
                    <a:pt x="3399663" y="94043"/>
                  </a:lnTo>
                  <a:lnTo>
                    <a:pt x="3400387" y="91859"/>
                  </a:lnTo>
                  <a:close/>
                </a:path>
                <a:path w="3413760" h="295909">
                  <a:moveTo>
                    <a:pt x="3400387" y="10998"/>
                  </a:moveTo>
                  <a:lnTo>
                    <a:pt x="3395776" y="12369"/>
                  </a:lnTo>
                  <a:lnTo>
                    <a:pt x="3399663" y="13182"/>
                  </a:lnTo>
                  <a:lnTo>
                    <a:pt x="3400387" y="10998"/>
                  </a:lnTo>
                  <a:close/>
                </a:path>
                <a:path w="3413760" h="295909">
                  <a:moveTo>
                    <a:pt x="3403460" y="243928"/>
                  </a:moveTo>
                  <a:lnTo>
                    <a:pt x="3400310" y="243039"/>
                  </a:lnTo>
                  <a:lnTo>
                    <a:pt x="3396831" y="244906"/>
                  </a:lnTo>
                  <a:lnTo>
                    <a:pt x="3403460" y="243928"/>
                  </a:lnTo>
                  <a:close/>
                </a:path>
                <a:path w="3413760" h="295909">
                  <a:moveTo>
                    <a:pt x="3403460" y="163080"/>
                  </a:moveTo>
                  <a:lnTo>
                    <a:pt x="3400310" y="162204"/>
                  </a:lnTo>
                  <a:lnTo>
                    <a:pt x="3396831" y="164058"/>
                  </a:lnTo>
                  <a:lnTo>
                    <a:pt x="3403460" y="163080"/>
                  </a:lnTo>
                  <a:close/>
                </a:path>
                <a:path w="3413760" h="295909">
                  <a:moveTo>
                    <a:pt x="3403460" y="82232"/>
                  </a:moveTo>
                  <a:lnTo>
                    <a:pt x="3400310" y="81343"/>
                  </a:lnTo>
                  <a:lnTo>
                    <a:pt x="3396831" y="83210"/>
                  </a:lnTo>
                  <a:lnTo>
                    <a:pt x="3403460" y="82232"/>
                  </a:lnTo>
                  <a:close/>
                </a:path>
                <a:path w="3413760" h="295909">
                  <a:moveTo>
                    <a:pt x="3403460" y="1371"/>
                  </a:moveTo>
                  <a:lnTo>
                    <a:pt x="3400310" y="482"/>
                  </a:lnTo>
                  <a:lnTo>
                    <a:pt x="3396831" y="2349"/>
                  </a:lnTo>
                  <a:lnTo>
                    <a:pt x="3403460" y="1371"/>
                  </a:lnTo>
                  <a:close/>
                </a:path>
                <a:path w="3413760" h="295909">
                  <a:moveTo>
                    <a:pt x="3403549" y="233349"/>
                  </a:moveTo>
                  <a:lnTo>
                    <a:pt x="3403460" y="226872"/>
                  </a:lnTo>
                  <a:lnTo>
                    <a:pt x="3402977" y="230035"/>
                  </a:lnTo>
                  <a:lnTo>
                    <a:pt x="3403549" y="233349"/>
                  </a:lnTo>
                  <a:close/>
                </a:path>
                <a:path w="3413760" h="295909">
                  <a:moveTo>
                    <a:pt x="3403549" y="152501"/>
                  </a:moveTo>
                  <a:lnTo>
                    <a:pt x="3403460" y="146024"/>
                  </a:lnTo>
                  <a:lnTo>
                    <a:pt x="3402977" y="149186"/>
                  </a:lnTo>
                  <a:lnTo>
                    <a:pt x="3403549" y="152501"/>
                  </a:lnTo>
                  <a:close/>
                </a:path>
                <a:path w="3413760" h="295909">
                  <a:moveTo>
                    <a:pt x="3403549" y="71640"/>
                  </a:moveTo>
                  <a:lnTo>
                    <a:pt x="3403460" y="65163"/>
                  </a:lnTo>
                  <a:lnTo>
                    <a:pt x="3402977" y="68313"/>
                  </a:lnTo>
                  <a:lnTo>
                    <a:pt x="3403549" y="71640"/>
                  </a:lnTo>
                  <a:close/>
                </a:path>
                <a:path w="3413760" h="295909">
                  <a:moveTo>
                    <a:pt x="3413239" y="265201"/>
                  </a:moveTo>
                  <a:lnTo>
                    <a:pt x="3411067" y="261315"/>
                  </a:lnTo>
                  <a:lnTo>
                    <a:pt x="3409111" y="262610"/>
                  </a:lnTo>
                  <a:lnTo>
                    <a:pt x="3413239" y="265201"/>
                  </a:lnTo>
                  <a:close/>
                </a:path>
                <a:path w="3413760" h="295909">
                  <a:moveTo>
                    <a:pt x="3413239" y="184353"/>
                  </a:moveTo>
                  <a:lnTo>
                    <a:pt x="3411067" y="180467"/>
                  </a:lnTo>
                  <a:lnTo>
                    <a:pt x="3409111" y="181762"/>
                  </a:lnTo>
                  <a:lnTo>
                    <a:pt x="3413239" y="184353"/>
                  </a:lnTo>
                  <a:close/>
                </a:path>
                <a:path w="3413760" h="295909">
                  <a:moveTo>
                    <a:pt x="3413239" y="103505"/>
                  </a:moveTo>
                  <a:lnTo>
                    <a:pt x="3411067" y="99618"/>
                  </a:lnTo>
                  <a:lnTo>
                    <a:pt x="3409111" y="100914"/>
                  </a:lnTo>
                  <a:lnTo>
                    <a:pt x="3413239" y="103505"/>
                  </a:lnTo>
                  <a:close/>
                </a:path>
                <a:path w="3413760" h="295909">
                  <a:moveTo>
                    <a:pt x="3413239" y="22644"/>
                  </a:moveTo>
                  <a:lnTo>
                    <a:pt x="3411067" y="18757"/>
                  </a:lnTo>
                  <a:lnTo>
                    <a:pt x="3409111" y="20053"/>
                  </a:lnTo>
                  <a:lnTo>
                    <a:pt x="3413239" y="2264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479062" y="230301"/>
              <a:ext cx="2594240" cy="408725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828238" y="421170"/>
              <a:ext cx="1378645" cy="131281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209651" y="320765"/>
              <a:ext cx="1668358" cy="322926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47250" y="712240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80">
                  <a:moveTo>
                    <a:pt x="7465466" y="2392324"/>
                  </a:moveTo>
                  <a:lnTo>
                    <a:pt x="0" y="2392324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24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47250" y="3139178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24"/>
                  </a:moveTo>
                  <a:lnTo>
                    <a:pt x="0" y="2392324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24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47250" y="5566110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37"/>
                  </a:moveTo>
                  <a:lnTo>
                    <a:pt x="0" y="2392337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37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47250" y="7993063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24"/>
                  </a:moveTo>
                  <a:lnTo>
                    <a:pt x="0" y="2392324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24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02933" y="10390022"/>
              <a:ext cx="127635" cy="61594"/>
            </a:xfrm>
            <a:custGeom>
              <a:avLst/>
              <a:gdLst/>
              <a:ahLst/>
              <a:cxnLst/>
              <a:rect l="l" t="t" r="r" b="b"/>
              <a:pathLst>
                <a:path w="127635" h="61595">
                  <a:moveTo>
                    <a:pt x="19177" y="2997"/>
                  </a:moveTo>
                  <a:lnTo>
                    <a:pt x="0" y="30530"/>
                  </a:lnTo>
                  <a:lnTo>
                    <a:pt x="1473" y="41440"/>
                  </a:lnTo>
                  <a:lnTo>
                    <a:pt x="5156" y="49809"/>
                  </a:lnTo>
                  <a:lnTo>
                    <a:pt x="10007" y="56172"/>
                  </a:lnTo>
                  <a:lnTo>
                    <a:pt x="14960" y="61061"/>
                  </a:lnTo>
                  <a:lnTo>
                    <a:pt x="19177" y="58077"/>
                  </a:lnTo>
                  <a:lnTo>
                    <a:pt x="14909" y="53733"/>
                  </a:lnTo>
                  <a:lnTo>
                    <a:pt x="10617" y="47980"/>
                  </a:lnTo>
                  <a:lnTo>
                    <a:pt x="7302" y="40386"/>
                  </a:lnTo>
                  <a:lnTo>
                    <a:pt x="5969" y="30530"/>
                  </a:lnTo>
                  <a:lnTo>
                    <a:pt x="7302" y="20675"/>
                  </a:lnTo>
                  <a:lnTo>
                    <a:pt x="10617" y="13081"/>
                  </a:lnTo>
                  <a:lnTo>
                    <a:pt x="14909" y="7327"/>
                  </a:lnTo>
                  <a:lnTo>
                    <a:pt x="19177" y="2997"/>
                  </a:lnTo>
                  <a:close/>
                </a:path>
                <a:path w="127635" h="61595">
                  <a:moveTo>
                    <a:pt x="70281" y="8267"/>
                  </a:moveTo>
                  <a:lnTo>
                    <a:pt x="64795" y="8267"/>
                  </a:lnTo>
                  <a:lnTo>
                    <a:pt x="63677" y="11696"/>
                  </a:lnTo>
                  <a:lnTo>
                    <a:pt x="61925" y="16598"/>
                  </a:lnTo>
                  <a:lnTo>
                    <a:pt x="49428" y="17043"/>
                  </a:lnTo>
                  <a:lnTo>
                    <a:pt x="49428" y="21501"/>
                  </a:lnTo>
                  <a:lnTo>
                    <a:pt x="61849" y="21501"/>
                  </a:lnTo>
                  <a:lnTo>
                    <a:pt x="61849" y="54698"/>
                  </a:lnTo>
                  <a:lnTo>
                    <a:pt x="70281" y="54698"/>
                  </a:lnTo>
                  <a:lnTo>
                    <a:pt x="70281" y="8267"/>
                  </a:lnTo>
                  <a:close/>
                </a:path>
                <a:path w="127635" h="61595">
                  <a:moveTo>
                    <a:pt x="127342" y="30530"/>
                  </a:moveTo>
                  <a:lnTo>
                    <a:pt x="125857" y="19621"/>
                  </a:lnTo>
                  <a:lnTo>
                    <a:pt x="122161" y="11252"/>
                  </a:lnTo>
                  <a:lnTo>
                    <a:pt x="117297" y="4889"/>
                  </a:lnTo>
                  <a:lnTo>
                    <a:pt x="112382" y="0"/>
                  </a:lnTo>
                  <a:lnTo>
                    <a:pt x="108165" y="2984"/>
                  </a:lnTo>
                  <a:lnTo>
                    <a:pt x="112433" y="7327"/>
                  </a:lnTo>
                  <a:lnTo>
                    <a:pt x="116725" y="13081"/>
                  </a:lnTo>
                  <a:lnTo>
                    <a:pt x="120040" y="20675"/>
                  </a:lnTo>
                  <a:lnTo>
                    <a:pt x="121373" y="30530"/>
                  </a:lnTo>
                  <a:lnTo>
                    <a:pt x="120040" y="40386"/>
                  </a:lnTo>
                  <a:lnTo>
                    <a:pt x="116725" y="47980"/>
                  </a:lnTo>
                  <a:lnTo>
                    <a:pt x="112433" y="53733"/>
                  </a:lnTo>
                  <a:lnTo>
                    <a:pt x="108165" y="58077"/>
                  </a:lnTo>
                  <a:lnTo>
                    <a:pt x="112382" y="61061"/>
                  </a:lnTo>
                  <a:lnTo>
                    <a:pt x="117297" y="56172"/>
                  </a:lnTo>
                  <a:lnTo>
                    <a:pt x="122161" y="49809"/>
                  </a:lnTo>
                  <a:lnTo>
                    <a:pt x="125857" y="41440"/>
                  </a:lnTo>
                  <a:lnTo>
                    <a:pt x="127342" y="3053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45" y="2691981"/>
            <a:ext cx="2764155" cy="360045"/>
            <a:chOff x="99745" y="2691981"/>
            <a:chExt cx="2764155" cy="360045"/>
          </a:xfrm>
        </p:grpSpPr>
        <p:sp>
          <p:nvSpPr>
            <p:cNvPr id="3" name="object 3"/>
            <p:cNvSpPr/>
            <p:nvPr/>
          </p:nvSpPr>
          <p:spPr>
            <a:xfrm>
              <a:off x="99745" y="2691981"/>
              <a:ext cx="2764155" cy="360045"/>
            </a:xfrm>
            <a:custGeom>
              <a:avLst/>
              <a:gdLst/>
              <a:ahLst/>
              <a:cxnLst/>
              <a:rect l="l" t="t" r="r" b="b"/>
              <a:pathLst>
                <a:path w="2764155" h="360044">
                  <a:moveTo>
                    <a:pt x="2763570" y="0"/>
                  </a:moveTo>
                  <a:lnTo>
                    <a:pt x="0" y="0"/>
                  </a:lnTo>
                  <a:lnTo>
                    <a:pt x="0" y="359727"/>
                  </a:lnTo>
                  <a:lnTo>
                    <a:pt x="2763570" y="359727"/>
                  </a:lnTo>
                  <a:lnTo>
                    <a:pt x="27635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88999" y="2745066"/>
              <a:ext cx="827405" cy="262255"/>
            </a:xfrm>
            <a:custGeom>
              <a:avLst/>
              <a:gdLst/>
              <a:ahLst/>
              <a:cxnLst/>
              <a:rect l="l" t="t" r="r" b="b"/>
              <a:pathLst>
                <a:path w="827405" h="262255">
                  <a:moveTo>
                    <a:pt x="199834" y="172910"/>
                  </a:moveTo>
                  <a:lnTo>
                    <a:pt x="199301" y="171792"/>
                  </a:lnTo>
                  <a:lnTo>
                    <a:pt x="198513" y="170967"/>
                  </a:lnTo>
                  <a:lnTo>
                    <a:pt x="170688" y="145986"/>
                  </a:lnTo>
                  <a:lnTo>
                    <a:pt x="139585" y="165074"/>
                  </a:lnTo>
                  <a:lnTo>
                    <a:pt x="138049" y="165989"/>
                  </a:lnTo>
                  <a:lnTo>
                    <a:pt x="105333" y="179489"/>
                  </a:lnTo>
                  <a:lnTo>
                    <a:pt x="74282" y="187896"/>
                  </a:lnTo>
                  <a:lnTo>
                    <a:pt x="47155" y="192379"/>
                  </a:lnTo>
                  <a:lnTo>
                    <a:pt x="54140" y="198793"/>
                  </a:lnTo>
                  <a:lnTo>
                    <a:pt x="59372" y="204978"/>
                  </a:lnTo>
                  <a:lnTo>
                    <a:pt x="63652" y="211937"/>
                  </a:lnTo>
                  <a:lnTo>
                    <a:pt x="67805" y="220687"/>
                  </a:lnTo>
                  <a:lnTo>
                    <a:pt x="111226" y="210921"/>
                  </a:lnTo>
                  <a:lnTo>
                    <a:pt x="145249" y="199263"/>
                  </a:lnTo>
                  <a:lnTo>
                    <a:pt x="171564" y="187134"/>
                  </a:lnTo>
                  <a:lnTo>
                    <a:pt x="191884" y="175958"/>
                  </a:lnTo>
                  <a:lnTo>
                    <a:pt x="195326" y="177076"/>
                  </a:lnTo>
                  <a:lnTo>
                    <a:pt x="197713" y="177076"/>
                  </a:lnTo>
                  <a:lnTo>
                    <a:pt x="199834" y="176517"/>
                  </a:lnTo>
                  <a:lnTo>
                    <a:pt x="199834" y="175958"/>
                  </a:lnTo>
                  <a:lnTo>
                    <a:pt x="199834" y="172910"/>
                  </a:lnTo>
                  <a:close/>
                </a:path>
                <a:path w="827405" h="262255">
                  <a:moveTo>
                    <a:pt x="234276" y="203987"/>
                  </a:moveTo>
                  <a:lnTo>
                    <a:pt x="234099" y="202717"/>
                  </a:lnTo>
                  <a:lnTo>
                    <a:pt x="234010" y="202044"/>
                  </a:lnTo>
                  <a:lnTo>
                    <a:pt x="203542" y="176517"/>
                  </a:lnTo>
                  <a:lnTo>
                    <a:pt x="161086" y="202717"/>
                  </a:lnTo>
                  <a:lnTo>
                    <a:pt x="114261" y="218122"/>
                  </a:lnTo>
                  <a:lnTo>
                    <a:pt x="113957" y="218122"/>
                  </a:lnTo>
                  <a:lnTo>
                    <a:pt x="68059" y="225031"/>
                  </a:lnTo>
                  <a:lnTo>
                    <a:pt x="25933" y="226250"/>
                  </a:lnTo>
                  <a:lnTo>
                    <a:pt x="34188" y="238518"/>
                  </a:lnTo>
                  <a:lnTo>
                    <a:pt x="39027" y="247650"/>
                  </a:lnTo>
                  <a:lnTo>
                    <a:pt x="41490" y="254546"/>
                  </a:lnTo>
                  <a:lnTo>
                    <a:pt x="42532" y="259740"/>
                  </a:lnTo>
                  <a:lnTo>
                    <a:pt x="42608" y="260108"/>
                  </a:lnTo>
                  <a:lnTo>
                    <a:pt x="91059" y="256082"/>
                  </a:lnTo>
                  <a:lnTo>
                    <a:pt x="156108" y="241515"/>
                  </a:lnTo>
                  <a:lnTo>
                    <a:pt x="207302" y="218122"/>
                  </a:lnTo>
                  <a:lnTo>
                    <a:pt x="226060" y="205651"/>
                  </a:lnTo>
                  <a:lnTo>
                    <a:pt x="228168" y="206489"/>
                  </a:lnTo>
                  <a:lnTo>
                    <a:pt x="230035" y="207314"/>
                  </a:lnTo>
                  <a:lnTo>
                    <a:pt x="233743" y="207314"/>
                  </a:lnTo>
                  <a:lnTo>
                    <a:pt x="234276" y="205930"/>
                  </a:lnTo>
                  <a:lnTo>
                    <a:pt x="234276" y="205651"/>
                  </a:lnTo>
                  <a:lnTo>
                    <a:pt x="234276" y="203987"/>
                  </a:lnTo>
                  <a:close/>
                </a:path>
                <a:path w="827405" h="262255">
                  <a:moveTo>
                    <a:pt x="256578" y="149021"/>
                  </a:moveTo>
                  <a:lnTo>
                    <a:pt x="247980" y="145757"/>
                  </a:lnTo>
                  <a:lnTo>
                    <a:pt x="234911" y="139725"/>
                  </a:lnTo>
                  <a:lnTo>
                    <a:pt x="219151" y="130365"/>
                  </a:lnTo>
                  <a:lnTo>
                    <a:pt x="202590" y="117170"/>
                  </a:lnTo>
                  <a:lnTo>
                    <a:pt x="249440" y="117170"/>
                  </a:lnTo>
                  <a:lnTo>
                    <a:pt x="249453" y="83299"/>
                  </a:lnTo>
                  <a:lnTo>
                    <a:pt x="213614" y="83299"/>
                  </a:lnTo>
                  <a:lnTo>
                    <a:pt x="220052" y="77216"/>
                  </a:lnTo>
                  <a:lnTo>
                    <a:pt x="226504" y="71247"/>
                  </a:lnTo>
                  <a:lnTo>
                    <a:pt x="233095" y="65366"/>
                  </a:lnTo>
                  <a:lnTo>
                    <a:pt x="233946" y="64655"/>
                  </a:lnTo>
                  <a:lnTo>
                    <a:pt x="239928" y="59639"/>
                  </a:lnTo>
                  <a:lnTo>
                    <a:pt x="228892" y="47853"/>
                  </a:lnTo>
                  <a:lnTo>
                    <a:pt x="221703" y="40817"/>
                  </a:lnTo>
                  <a:lnTo>
                    <a:pt x="219989" y="39141"/>
                  </a:lnTo>
                  <a:lnTo>
                    <a:pt x="213436" y="32727"/>
                  </a:lnTo>
                  <a:lnTo>
                    <a:pt x="205232" y="25590"/>
                  </a:lnTo>
                  <a:lnTo>
                    <a:pt x="205232" y="83299"/>
                  </a:lnTo>
                  <a:lnTo>
                    <a:pt x="126199" y="83299"/>
                  </a:lnTo>
                  <a:lnTo>
                    <a:pt x="130187" y="74942"/>
                  </a:lnTo>
                  <a:lnTo>
                    <a:pt x="138938" y="74383"/>
                  </a:lnTo>
                  <a:lnTo>
                    <a:pt x="138938" y="69672"/>
                  </a:lnTo>
                  <a:lnTo>
                    <a:pt x="138938" y="69100"/>
                  </a:lnTo>
                  <a:lnTo>
                    <a:pt x="137617" y="68275"/>
                  </a:lnTo>
                  <a:lnTo>
                    <a:pt x="136817" y="67437"/>
                  </a:lnTo>
                  <a:lnTo>
                    <a:pt x="189560" y="64655"/>
                  </a:lnTo>
                  <a:lnTo>
                    <a:pt x="198043" y="74091"/>
                  </a:lnTo>
                  <a:lnTo>
                    <a:pt x="202018" y="79082"/>
                  </a:lnTo>
                  <a:lnTo>
                    <a:pt x="205232" y="83299"/>
                  </a:lnTo>
                  <a:lnTo>
                    <a:pt x="205232" y="25590"/>
                  </a:lnTo>
                  <a:lnTo>
                    <a:pt x="195605" y="17195"/>
                  </a:lnTo>
                  <a:lnTo>
                    <a:pt x="177419" y="4140"/>
                  </a:lnTo>
                  <a:lnTo>
                    <a:pt x="148501" y="27190"/>
                  </a:lnTo>
                  <a:lnTo>
                    <a:pt x="153276" y="30518"/>
                  </a:lnTo>
                  <a:lnTo>
                    <a:pt x="157251" y="33578"/>
                  </a:lnTo>
                  <a:lnTo>
                    <a:pt x="162547" y="38290"/>
                  </a:lnTo>
                  <a:lnTo>
                    <a:pt x="115366" y="39141"/>
                  </a:lnTo>
                  <a:lnTo>
                    <a:pt x="118643" y="32105"/>
                  </a:lnTo>
                  <a:lnTo>
                    <a:pt x="121069" y="26784"/>
                  </a:lnTo>
                  <a:lnTo>
                    <a:pt x="123507" y="21259"/>
                  </a:lnTo>
                  <a:lnTo>
                    <a:pt x="126746" y="13677"/>
                  </a:lnTo>
                  <a:lnTo>
                    <a:pt x="126314" y="13677"/>
                  </a:lnTo>
                  <a:lnTo>
                    <a:pt x="132080" y="12763"/>
                  </a:lnTo>
                  <a:lnTo>
                    <a:pt x="133680" y="12204"/>
                  </a:lnTo>
                  <a:lnTo>
                    <a:pt x="133680" y="6654"/>
                  </a:lnTo>
                  <a:lnTo>
                    <a:pt x="130759" y="6108"/>
                  </a:lnTo>
                  <a:lnTo>
                    <a:pt x="88620" y="0"/>
                  </a:lnTo>
                  <a:lnTo>
                    <a:pt x="86664" y="6108"/>
                  </a:lnTo>
                  <a:lnTo>
                    <a:pt x="83934" y="13677"/>
                  </a:lnTo>
                  <a:lnTo>
                    <a:pt x="79540" y="24523"/>
                  </a:lnTo>
                  <a:lnTo>
                    <a:pt x="72694" y="40259"/>
                  </a:lnTo>
                  <a:lnTo>
                    <a:pt x="38862" y="40817"/>
                  </a:lnTo>
                  <a:lnTo>
                    <a:pt x="29197" y="40817"/>
                  </a:lnTo>
                  <a:lnTo>
                    <a:pt x="22821" y="40614"/>
                  </a:lnTo>
                  <a:lnTo>
                    <a:pt x="20739" y="40614"/>
                  </a:lnTo>
                  <a:lnTo>
                    <a:pt x="25146" y="72466"/>
                  </a:lnTo>
                  <a:lnTo>
                    <a:pt x="25692" y="77216"/>
                  </a:lnTo>
                  <a:lnTo>
                    <a:pt x="25755" y="77749"/>
                  </a:lnTo>
                  <a:lnTo>
                    <a:pt x="26809" y="78854"/>
                  </a:lnTo>
                  <a:lnTo>
                    <a:pt x="31051" y="78854"/>
                  </a:lnTo>
                  <a:lnTo>
                    <a:pt x="31318" y="78016"/>
                  </a:lnTo>
                  <a:lnTo>
                    <a:pt x="33705" y="73025"/>
                  </a:lnTo>
                  <a:lnTo>
                    <a:pt x="89649" y="69672"/>
                  </a:lnTo>
                  <a:lnTo>
                    <a:pt x="86677" y="77216"/>
                  </a:lnTo>
                  <a:lnTo>
                    <a:pt x="83794" y="82448"/>
                  </a:lnTo>
                  <a:lnTo>
                    <a:pt x="82994" y="83299"/>
                  </a:lnTo>
                  <a:lnTo>
                    <a:pt x="9588" y="83299"/>
                  </a:lnTo>
                  <a:lnTo>
                    <a:pt x="9563" y="117170"/>
                  </a:lnTo>
                  <a:lnTo>
                    <a:pt x="55930" y="117170"/>
                  </a:lnTo>
                  <a:lnTo>
                    <a:pt x="44437" y="127038"/>
                  </a:lnTo>
                  <a:lnTo>
                    <a:pt x="32143" y="135661"/>
                  </a:lnTo>
                  <a:lnTo>
                    <a:pt x="17767" y="143903"/>
                  </a:lnTo>
                  <a:lnTo>
                    <a:pt x="0" y="152692"/>
                  </a:lnTo>
                  <a:lnTo>
                    <a:pt x="11379" y="158902"/>
                  </a:lnTo>
                  <a:lnTo>
                    <a:pt x="20167" y="166789"/>
                  </a:lnTo>
                  <a:lnTo>
                    <a:pt x="26416" y="174561"/>
                  </a:lnTo>
                  <a:lnTo>
                    <a:pt x="30200" y="180454"/>
                  </a:lnTo>
                  <a:lnTo>
                    <a:pt x="36906" y="176834"/>
                  </a:lnTo>
                  <a:lnTo>
                    <a:pt x="44907" y="172148"/>
                  </a:lnTo>
                  <a:lnTo>
                    <a:pt x="53898" y="166281"/>
                  </a:lnTo>
                  <a:lnTo>
                    <a:pt x="63601" y="159067"/>
                  </a:lnTo>
                  <a:lnTo>
                    <a:pt x="68643" y="165074"/>
                  </a:lnTo>
                  <a:lnTo>
                    <a:pt x="72110" y="169621"/>
                  </a:lnTo>
                  <a:lnTo>
                    <a:pt x="75031" y="174371"/>
                  </a:lnTo>
                  <a:lnTo>
                    <a:pt x="78435" y="180987"/>
                  </a:lnTo>
                  <a:lnTo>
                    <a:pt x="100698" y="173647"/>
                  </a:lnTo>
                  <a:lnTo>
                    <a:pt x="120154" y="165989"/>
                  </a:lnTo>
                  <a:lnTo>
                    <a:pt x="134454" y="159067"/>
                  </a:lnTo>
                  <a:lnTo>
                    <a:pt x="138569" y="157086"/>
                  </a:lnTo>
                  <a:lnTo>
                    <a:pt x="149021" y="151015"/>
                  </a:lnTo>
                  <a:lnTo>
                    <a:pt x="157708" y="145986"/>
                  </a:lnTo>
                  <a:lnTo>
                    <a:pt x="160616" y="147104"/>
                  </a:lnTo>
                  <a:lnTo>
                    <a:pt x="163169" y="148285"/>
                  </a:lnTo>
                  <a:lnTo>
                    <a:pt x="165239" y="148285"/>
                  </a:lnTo>
                  <a:lnTo>
                    <a:pt x="166979" y="147383"/>
                  </a:lnTo>
                  <a:lnTo>
                    <a:pt x="166979" y="145986"/>
                  </a:lnTo>
                  <a:lnTo>
                    <a:pt x="166979" y="143497"/>
                  </a:lnTo>
                  <a:lnTo>
                    <a:pt x="166192" y="141833"/>
                  </a:lnTo>
                  <a:lnTo>
                    <a:pt x="165138" y="140995"/>
                  </a:lnTo>
                  <a:lnTo>
                    <a:pt x="139166" y="119075"/>
                  </a:lnTo>
                  <a:lnTo>
                    <a:pt x="130048" y="124929"/>
                  </a:lnTo>
                  <a:lnTo>
                    <a:pt x="115341" y="133375"/>
                  </a:lnTo>
                  <a:lnTo>
                    <a:pt x="96100" y="142659"/>
                  </a:lnTo>
                  <a:lnTo>
                    <a:pt x="73418" y="151015"/>
                  </a:lnTo>
                  <a:lnTo>
                    <a:pt x="80733" y="144360"/>
                  </a:lnTo>
                  <a:lnTo>
                    <a:pt x="88404" y="136677"/>
                  </a:lnTo>
                  <a:lnTo>
                    <a:pt x="96469" y="127711"/>
                  </a:lnTo>
                  <a:lnTo>
                    <a:pt x="104965" y="117170"/>
                  </a:lnTo>
                  <a:lnTo>
                    <a:pt x="151396" y="117170"/>
                  </a:lnTo>
                  <a:lnTo>
                    <a:pt x="182854" y="148285"/>
                  </a:lnTo>
                  <a:lnTo>
                    <a:pt x="231635" y="179019"/>
                  </a:lnTo>
                  <a:lnTo>
                    <a:pt x="235635" y="171792"/>
                  </a:lnTo>
                  <a:lnTo>
                    <a:pt x="235724" y="171640"/>
                  </a:lnTo>
                  <a:lnTo>
                    <a:pt x="241427" y="164338"/>
                  </a:lnTo>
                  <a:lnTo>
                    <a:pt x="248462" y="156870"/>
                  </a:lnTo>
                  <a:lnTo>
                    <a:pt x="256578" y="149021"/>
                  </a:lnTo>
                  <a:close/>
                </a:path>
                <a:path w="827405" h="262255">
                  <a:moveTo>
                    <a:pt x="550138" y="228053"/>
                  </a:moveTo>
                  <a:lnTo>
                    <a:pt x="512635" y="202145"/>
                  </a:lnTo>
                  <a:lnTo>
                    <a:pt x="497420" y="186436"/>
                  </a:lnTo>
                  <a:lnTo>
                    <a:pt x="512051" y="158038"/>
                  </a:lnTo>
                  <a:lnTo>
                    <a:pt x="513740" y="152857"/>
                  </a:lnTo>
                  <a:lnTo>
                    <a:pt x="521081" y="130390"/>
                  </a:lnTo>
                  <a:lnTo>
                    <a:pt x="525995" y="105397"/>
                  </a:lnTo>
                  <a:lnTo>
                    <a:pt x="528231" y="85128"/>
                  </a:lnTo>
                  <a:lnTo>
                    <a:pt x="543077" y="85128"/>
                  </a:lnTo>
                  <a:lnTo>
                    <a:pt x="543102" y="49364"/>
                  </a:lnTo>
                  <a:lnTo>
                    <a:pt x="490855" y="49364"/>
                  </a:lnTo>
                  <a:lnTo>
                    <a:pt x="490855" y="85128"/>
                  </a:lnTo>
                  <a:lnTo>
                    <a:pt x="489775" y="99720"/>
                  </a:lnTo>
                  <a:lnTo>
                    <a:pt x="487197" y="116179"/>
                  </a:lnTo>
                  <a:lnTo>
                    <a:pt x="482333" y="134035"/>
                  </a:lnTo>
                  <a:lnTo>
                    <a:pt x="474383" y="152857"/>
                  </a:lnTo>
                  <a:lnTo>
                    <a:pt x="469963" y="144106"/>
                  </a:lnTo>
                  <a:lnTo>
                    <a:pt x="459092" y="108178"/>
                  </a:lnTo>
                  <a:lnTo>
                    <a:pt x="455612" y="90119"/>
                  </a:lnTo>
                  <a:lnTo>
                    <a:pt x="456145" y="88734"/>
                  </a:lnTo>
                  <a:lnTo>
                    <a:pt x="456933" y="86791"/>
                  </a:lnTo>
                  <a:lnTo>
                    <a:pt x="457466" y="85128"/>
                  </a:lnTo>
                  <a:lnTo>
                    <a:pt x="490855" y="85128"/>
                  </a:lnTo>
                  <a:lnTo>
                    <a:pt x="490855" y="49364"/>
                  </a:lnTo>
                  <a:lnTo>
                    <a:pt x="468083" y="49364"/>
                  </a:lnTo>
                  <a:lnTo>
                    <a:pt x="470052" y="40652"/>
                  </a:lnTo>
                  <a:lnTo>
                    <a:pt x="471589" y="33528"/>
                  </a:lnTo>
                  <a:lnTo>
                    <a:pt x="472770" y="27495"/>
                  </a:lnTo>
                  <a:lnTo>
                    <a:pt x="473671" y="22110"/>
                  </a:lnTo>
                  <a:lnTo>
                    <a:pt x="479513" y="19062"/>
                  </a:lnTo>
                  <a:lnTo>
                    <a:pt x="479513" y="13779"/>
                  </a:lnTo>
                  <a:lnTo>
                    <a:pt x="477647" y="12674"/>
                  </a:lnTo>
                  <a:lnTo>
                    <a:pt x="476059" y="12395"/>
                  </a:lnTo>
                  <a:lnTo>
                    <a:pt x="434721" y="6019"/>
                  </a:lnTo>
                  <a:lnTo>
                    <a:pt x="430809" y="32410"/>
                  </a:lnTo>
                  <a:lnTo>
                    <a:pt x="425145" y="58458"/>
                  </a:lnTo>
                  <a:lnTo>
                    <a:pt x="417296" y="83820"/>
                  </a:lnTo>
                  <a:lnTo>
                    <a:pt x="406819" y="108178"/>
                  </a:lnTo>
                  <a:lnTo>
                    <a:pt x="406831" y="88201"/>
                  </a:lnTo>
                  <a:lnTo>
                    <a:pt x="380860" y="88201"/>
                  </a:lnTo>
                  <a:lnTo>
                    <a:pt x="380885" y="49364"/>
                  </a:lnTo>
                  <a:lnTo>
                    <a:pt x="415074" y="49364"/>
                  </a:lnTo>
                  <a:lnTo>
                    <a:pt x="415099" y="16052"/>
                  </a:lnTo>
                  <a:lnTo>
                    <a:pt x="300596" y="16052"/>
                  </a:lnTo>
                  <a:lnTo>
                    <a:pt x="300583" y="49364"/>
                  </a:lnTo>
                  <a:lnTo>
                    <a:pt x="349605" y="49364"/>
                  </a:lnTo>
                  <a:lnTo>
                    <a:pt x="349529" y="183426"/>
                  </a:lnTo>
                  <a:lnTo>
                    <a:pt x="347408" y="183972"/>
                  </a:lnTo>
                  <a:lnTo>
                    <a:pt x="341566" y="185369"/>
                  </a:lnTo>
                  <a:lnTo>
                    <a:pt x="339458" y="185915"/>
                  </a:lnTo>
                  <a:lnTo>
                    <a:pt x="339521" y="79883"/>
                  </a:lnTo>
                  <a:lnTo>
                    <a:pt x="341109" y="78778"/>
                  </a:lnTo>
                  <a:lnTo>
                    <a:pt x="342963" y="77101"/>
                  </a:lnTo>
                  <a:lnTo>
                    <a:pt x="344830" y="75171"/>
                  </a:lnTo>
                  <a:lnTo>
                    <a:pt x="345351" y="74333"/>
                  </a:lnTo>
                  <a:lnTo>
                    <a:pt x="345351" y="70167"/>
                  </a:lnTo>
                  <a:lnTo>
                    <a:pt x="342696" y="69888"/>
                  </a:lnTo>
                  <a:lnTo>
                    <a:pt x="341122" y="69888"/>
                  </a:lnTo>
                  <a:lnTo>
                    <a:pt x="306666" y="67132"/>
                  </a:lnTo>
                  <a:lnTo>
                    <a:pt x="306578" y="192595"/>
                  </a:lnTo>
                  <a:lnTo>
                    <a:pt x="301015" y="193433"/>
                  </a:lnTo>
                  <a:lnTo>
                    <a:pt x="298361" y="193979"/>
                  </a:lnTo>
                  <a:lnTo>
                    <a:pt x="306552" y="232562"/>
                  </a:lnTo>
                  <a:lnTo>
                    <a:pt x="308673" y="237274"/>
                  </a:lnTo>
                  <a:lnTo>
                    <a:pt x="315823" y="237274"/>
                  </a:lnTo>
                  <a:lnTo>
                    <a:pt x="315963" y="235673"/>
                  </a:lnTo>
                  <a:lnTo>
                    <a:pt x="316090" y="234226"/>
                  </a:lnTo>
                  <a:lnTo>
                    <a:pt x="316585" y="230111"/>
                  </a:lnTo>
                  <a:lnTo>
                    <a:pt x="316623" y="229781"/>
                  </a:lnTo>
                  <a:lnTo>
                    <a:pt x="341350" y="222948"/>
                  </a:lnTo>
                  <a:lnTo>
                    <a:pt x="366610" y="215404"/>
                  </a:lnTo>
                  <a:lnTo>
                    <a:pt x="391121" y="206806"/>
                  </a:lnTo>
                  <a:lnTo>
                    <a:pt x="414985" y="196443"/>
                  </a:lnTo>
                  <a:lnTo>
                    <a:pt x="414769" y="186588"/>
                  </a:lnTo>
                  <a:lnTo>
                    <a:pt x="414794" y="185915"/>
                  </a:lnTo>
                  <a:lnTo>
                    <a:pt x="414858" y="183426"/>
                  </a:lnTo>
                  <a:lnTo>
                    <a:pt x="414972" y="179235"/>
                  </a:lnTo>
                  <a:lnTo>
                    <a:pt x="415404" y="175082"/>
                  </a:lnTo>
                  <a:lnTo>
                    <a:pt x="415582" y="173329"/>
                  </a:lnTo>
                  <a:lnTo>
                    <a:pt x="415658" y="172631"/>
                  </a:lnTo>
                  <a:lnTo>
                    <a:pt x="415709" y="172097"/>
                  </a:lnTo>
                  <a:lnTo>
                    <a:pt x="417118" y="162928"/>
                  </a:lnTo>
                  <a:lnTo>
                    <a:pt x="416953" y="162928"/>
                  </a:lnTo>
                  <a:lnTo>
                    <a:pt x="405980" y="166878"/>
                  </a:lnTo>
                  <a:lnTo>
                    <a:pt x="396887" y="170014"/>
                  </a:lnTo>
                  <a:lnTo>
                    <a:pt x="388835" y="172631"/>
                  </a:lnTo>
                  <a:lnTo>
                    <a:pt x="380809" y="175082"/>
                  </a:lnTo>
                  <a:lnTo>
                    <a:pt x="380847" y="124015"/>
                  </a:lnTo>
                  <a:lnTo>
                    <a:pt x="398335" y="124015"/>
                  </a:lnTo>
                  <a:lnTo>
                    <a:pt x="396214" y="127330"/>
                  </a:lnTo>
                  <a:lnTo>
                    <a:pt x="394093" y="130390"/>
                  </a:lnTo>
                  <a:lnTo>
                    <a:pt x="402996" y="134327"/>
                  </a:lnTo>
                  <a:lnTo>
                    <a:pt x="410387" y="138404"/>
                  </a:lnTo>
                  <a:lnTo>
                    <a:pt x="417791" y="143459"/>
                  </a:lnTo>
                  <a:lnTo>
                    <a:pt x="426681" y="150368"/>
                  </a:lnTo>
                  <a:lnTo>
                    <a:pt x="427736" y="148704"/>
                  </a:lnTo>
                  <a:lnTo>
                    <a:pt x="431190" y="142595"/>
                  </a:lnTo>
                  <a:lnTo>
                    <a:pt x="433311" y="138988"/>
                  </a:lnTo>
                  <a:lnTo>
                    <a:pt x="436981" y="151790"/>
                  </a:lnTo>
                  <a:lnTo>
                    <a:pt x="440994" y="162928"/>
                  </a:lnTo>
                  <a:lnTo>
                    <a:pt x="445592" y="173329"/>
                  </a:lnTo>
                  <a:lnTo>
                    <a:pt x="450773" y="183426"/>
                  </a:lnTo>
                  <a:lnTo>
                    <a:pt x="451015" y="183972"/>
                  </a:lnTo>
                  <a:lnTo>
                    <a:pt x="433679" y="198412"/>
                  </a:lnTo>
                  <a:lnTo>
                    <a:pt x="414515" y="210058"/>
                  </a:lnTo>
                  <a:lnTo>
                    <a:pt x="394068" y="219417"/>
                  </a:lnTo>
                  <a:lnTo>
                    <a:pt x="372821" y="226999"/>
                  </a:lnTo>
                  <a:lnTo>
                    <a:pt x="380568" y="234518"/>
                  </a:lnTo>
                  <a:lnTo>
                    <a:pt x="387070" y="243446"/>
                  </a:lnTo>
                  <a:lnTo>
                    <a:pt x="392264" y="252679"/>
                  </a:lnTo>
                  <a:lnTo>
                    <a:pt x="396125" y="261137"/>
                  </a:lnTo>
                  <a:lnTo>
                    <a:pt x="408774" y="255879"/>
                  </a:lnTo>
                  <a:lnTo>
                    <a:pt x="427507" y="246862"/>
                  </a:lnTo>
                  <a:lnTo>
                    <a:pt x="449783" y="233527"/>
                  </a:lnTo>
                  <a:lnTo>
                    <a:pt x="472909" y="215404"/>
                  </a:lnTo>
                  <a:lnTo>
                    <a:pt x="473113" y="215404"/>
                  </a:lnTo>
                  <a:lnTo>
                    <a:pt x="486498" y="230111"/>
                  </a:lnTo>
                  <a:lnTo>
                    <a:pt x="499948" y="242087"/>
                  </a:lnTo>
                  <a:lnTo>
                    <a:pt x="513448" y="251993"/>
                  </a:lnTo>
                  <a:lnTo>
                    <a:pt x="527062" y="260540"/>
                  </a:lnTo>
                  <a:lnTo>
                    <a:pt x="531571" y="251206"/>
                  </a:lnTo>
                  <a:lnTo>
                    <a:pt x="536625" y="243154"/>
                  </a:lnTo>
                  <a:lnTo>
                    <a:pt x="542658" y="235673"/>
                  </a:lnTo>
                  <a:lnTo>
                    <a:pt x="550138" y="228053"/>
                  </a:lnTo>
                  <a:close/>
                </a:path>
                <a:path w="827405" h="262255">
                  <a:moveTo>
                    <a:pt x="816051" y="58166"/>
                  </a:moveTo>
                  <a:lnTo>
                    <a:pt x="769912" y="58166"/>
                  </a:lnTo>
                  <a:lnTo>
                    <a:pt x="772782" y="53746"/>
                  </a:lnTo>
                  <a:lnTo>
                    <a:pt x="775766" y="48755"/>
                  </a:lnTo>
                  <a:lnTo>
                    <a:pt x="784783" y="33134"/>
                  </a:lnTo>
                  <a:lnTo>
                    <a:pt x="791946" y="33413"/>
                  </a:lnTo>
                  <a:lnTo>
                    <a:pt x="794600" y="33134"/>
                  </a:lnTo>
                  <a:lnTo>
                    <a:pt x="794613" y="27863"/>
                  </a:lnTo>
                  <a:lnTo>
                    <a:pt x="793546" y="27025"/>
                  </a:lnTo>
                  <a:lnTo>
                    <a:pt x="792226" y="26187"/>
                  </a:lnTo>
                  <a:lnTo>
                    <a:pt x="754329" y="5384"/>
                  </a:lnTo>
                  <a:lnTo>
                    <a:pt x="750773" y="11988"/>
                  </a:lnTo>
                  <a:lnTo>
                    <a:pt x="745312" y="21310"/>
                  </a:lnTo>
                  <a:lnTo>
                    <a:pt x="738073" y="32677"/>
                  </a:lnTo>
                  <a:lnTo>
                    <a:pt x="729132" y="45351"/>
                  </a:lnTo>
                  <a:lnTo>
                    <a:pt x="745109" y="54292"/>
                  </a:lnTo>
                  <a:lnTo>
                    <a:pt x="751725" y="58166"/>
                  </a:lnTo>
                  <a:lnTo>
                    <a:pt x="720902" y="58166"/>
                  </a:lnTo>
                  <a:lnTo>
                    <a:pt x="720928" y="15379"/>
                  </a:lnTo>
                  <a:lnTo>
                    <a:pt x="722249" y="14554"/>
                  </a:lnTo>
                  <a:lnTo>
                    <a:pt x="723836" y="13436"/>
                  </a:lnTo>
                  <a:lnTo>
                    <a:pt x="725170" y="12331"/>
                  </a:lnTo>
                  <a:lnTo>
                    <a:pt x="725957" y="11493"/>
                  </a:lnTo>
                  <a:lnTo>
                    <a:pt x="726757" y="10388"/>
                  </a:lnTo>
                  <a:lnTo>
                    <a:pt x="726770" y="6769"/>
                  </a:lnTo>
                  <a:lnTo>
                    <a:pt x="725170" y="5664"/>
                  </a:lnTo>
                  <a:lnTo>
                    <a:pt x="723049" y="5664"/>
                  </a:lnTo>
                  <a:lnTo>
                    <a:pt x="681177" y="3454"/>
                  </a:lnTo>
                  <a:lnTo>
                    <a:pt x="681139" y="58166"/>
                  </a:lnTo>
                  <a:lnTo>
                    <a:pt x="650125" y="58166"/>
                  </a:lnTo>
                  <a:lnTo>
                    <a:pt x="657021" y="53428"/>
                  </a:lnTo>
                  <a:lnTo>
                    <a:pt x="660196" y="51485"/>
                  </a:lnTo>
                  <a:lnTo>
                    <a:pt x="669493" y="46202"/>
                  </a:lnTo>
                  <a:lnTo>
                    <a:pt x="664349" y="35775"/>
                  </a:lnTo>
                  <a:lnTo>
                    <a:pt x="657707" y="24523"/>
                  </a:lnTo>
                  <a:lnTo>
                    <a:pt x="650278" y="13855"/>
                  </a:lnTo>
                  <a:lnTo>
                    <a:pt x="642747" y="5130"/>
                  </a:lnTo>
                  <a:lnTo>
                    <a:pt x="610666" y="25400"/>
                  </a:lnTo>
                  <a:lnTo>
                    <a:pt x="616191" y="32473"/>
                  </a:lnTo>
                  <a:lnTo>
                    <a:pt x="622287" y="41363"/>
                  </a:lnTo>
                  <a:lnTo>
                    <a:pt x="628129" y="50457"/>
                  </a:lnTo>
                  <a:lnTo>
                    <a:pt x="632917" y="58166"/>
                  </a:lnTo>
                  <a:lnTo>
                    <a:pt x="585724" y="58166"/>
                  </a:lnTo>
                  <a:lnTo>
                    <a:pt x="585673" y="130327"/>
                  </a:lnTo>
                  <a:lnTo>
                    <a:pt x="626491" y="130327"/>
                  </a:lnTo>
                  <a:lnTo>
                    <a:pt x="626516" y="89242"/>
                  </a:lnTo>
                  <a:lnTo>
                    <a:pt x="776541" y="89242"/>
                  </a:lnTo>
                  <a:lnTo>
                    <a:pt x="776516" y="128066"/>
                  </a:lnTo>
                  <a:lnTo>
                    <a:pt x="816013" y="128066"/>
                  </a:lnTo>
                  <a:lnTo>
                    <a:pt x="816038" y="89242"/>
                  </a:lnTo>
                  <a:lnTo>
                    <a:pt x="816051" y="58166"/>
                  </a:lnTo>
                  <a:close/>
                </a:path>
                <a:path w="827405" h="262255">
                  <a:moveTo>
                    <a:pt x="826833" y="204673"/>
                  </a:moveTo>
                  <a:lnTo>
                    <a:pt x="822325" y="204076"/>
                  </a:lnTo>
                  <a:lnTo>
                    <a:pt x="816038" y="202349"/>
                  </a:lnTo>
                  <a:lnTo>
                    <a:pt x="806259" y="198399"/>
                  </a:lnTo>
                  <a:lnTo>
                    <a:pt x="791324" y="191084"/>
                  </a:lnTo>
                  <a:lnTo>
                    <a:pt x="789978" y="204076"/>
                  </a:lnTo>
                  <a:lnTo>
                    <a:pt x="789863" y="204673"/>
                  </a:lnTo>
                  <a:lnTo>
                    <a:pt x="787793" y="214020"/>
                  </a:lnTo>
                  <a:lnTo>
                    <a:pt x="784148" y="220091"/>
                  </a:lnTo>
                  <a:lnTo>
                    <a:pt x="778281" y="222186"/>
                  </a:lnTo>
                  <a:lnTo>
                    <a:pt x="744918" y="222186"/>
                  </a:lnTo>
                  <a:lnTo>
                    <a:pt x="741210" y="220230"/>
                  </a:lnTo>
                  <a:lnTo>
                    <a:pt x="741235" y="180022"/>
                  </a:lnTo>
                  <a:lnTo>
                    <a:pt x="772236" y="180022"/>
                  </a:lnTo>
                  <a:lnTo>
                    <a:pt x="772261" y="149186"/>
                  </a:lnTo>
                  <a:lnTo>
                    <a:pt x="772274" y="134200"/>
                  </a:lnTo>
                  <a:lnTo>
                    <a:pt x="772287" y="100342"/>
                  </a:lnTo>
                  <a:lnTo>
                    <a:pt x="735431" y="100342"/>
                  </a:lnTo>
                  <a:lnTo>
                    <a:pt x="735431" y="134200"/>
                  </a:lnTo>
                  <a:lnTo>
                    <a:pt x="735418" y="149186"/>
                  </a:lnTo>
                  <a:lnTo>
                    <a:pt x="667296" y="149186"/>
                  </a:lnTo>
                  <a:lnTo>
                    <a:pt x="667308" y="134200"/>
                  </a:lnTo>
                  <a:lnTo>
                    <a:pt x="735431" y="134200"/>
                  </a:lnTo>
                  <a:lnTo>
                    <a:pt x="735431" y="100342"/>
                  </a:lnTo>
                  <a:lnTo>
                    <a:pt x="630758" y="100342"/>
                  </a:lnTo>
                  <a:lnTo>
                    <a:pt x="630707" y="180022"/>
                  </a:lnTo>
                  <a:lnTo>
                    <a:pt x="650849" y="180022"/>
                  </a:lnTo>
                  <a:lnTo>
                    <a:pt x="640283" y="201790"/>
                  </a:lnTo>
                  <a:lnTo>
                    <a:pt x="624268" y="214998"/>
                  </a:lnTo>
                  <a:lnTo>
                    <a:pt x="604164" y="222567"/>
                  </a:lnTo>
                  <a:lnTo>
                    <a:pt x="581380" y="227495"/>
                  </a:lnTo>
                  <a:lnTo>
                    <a:pt x="589140" y="234861"/>
                  </a:lnTo>
                  <a:lnTo>
                    <a:pt x="595553" y="242481"/>
                  </a:lnTo>
                  <a:lnTo>
                    <a:pt x="600976" y="251155"/>
                  </a:lnTo>
                  <a:lnTo>
                    <a:pt x="605739" y="261632"/>
                  </a:lnTo>
                  <a:lnTo>
                    <a:pt x="624014" y="256400"/>
                  </a:lnTo>
                  <a:lnTo>
                    <a:pt x="646772" y="245592"/>
                  </a:lnTo>
                  <a:lnTo>
                    <a:pt x="669429" y="225933"/>
                  </a:lnTo>
                  <a:lnTo>
                    <a:pt x="687412" y="194157"/>
                  </a:lnTo>
                  <a:lnTo>
                    <a:pt x="692454" y="194157"/>
                  </a:lnTo>
                  <a:lnTo>
                    <a:pt x="695629" y="193865"/>
                  </a:lnTo>
                  <a:lnTo>
                    <a:pt x="695629" y="189166"/>
                  </a:lnTo>
                  <a:lnTo>
                    <a:pt x="694575" y="187769"/>
                  </a:lnTo>
                  <a:lnTo>
                    <a:pt x="676351" y="180022"/>
                  </a:lnTo>
                  <a:lnTo>
                    <a:pt x="704659" y="180022"/>
                  </a:lnTo>
                  <a:lnTo>
                    <a:pt x="704621" y="235508"/>
                  </a:lnTo>
                  <a:lnTo>
                    <a:pt x="707796" y="245224"/>
                  </a:lnTo>
                  <a:lnTo>
                    <a:pt x="720509" y="255219"/>
                  </a:lnTo>
                  <a:lnTo>
                    <a:pt x="724458" y="256400"/>
                  </a:lnTo>
                  <a:lnTo>
                    <a:pt x="788162" y="256400"/>
                  </a:lnTo>
                  <a:lnTo>
                    <a:pt x="820293" y="232879"/>
                  </a:lnTo>
                  <a:lnTo>
                    <a:pt x="822769" y="222186"/>
                  </a:lnTo>
                  <a:lnTo>
                    <a:pt x="826833" y="2046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8763" y="2721799"/>
            <a:ext cx="2130126" cy="3175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2352" y="1475164"/>
            <a:ext cx="1271731" cy="24093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2376" y="1481116"/>
            <a:ext cx="1121223" cy="2401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78171" y="1480798"/>
            <a:ext cx="893898" cy="2403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7916" y="1785261"/>
            <a:ext cx="1274583" cy="12565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08281" y="2087764"/>
            <a:ext cx="983195" cy="1206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669226" y="2087543"/>
            <a:ext cx="1287630" cy="1206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911018" y="1787174"/>
            <a:ext cx="449580" cy="121285"/>
            <a:chOff x="5911018" y="1787174"/>
            <a:chExt cx="449580" cy="121285"/>
          </a:xfrm>
        </p:grpSpPr>
        <p:sp>
          <p:nvSpPr>
            <p:cNvPr id="13" name="object 13"/>
            <p:cNvSpPr/>
            <p:nvPr/>
          </p:nvSpPr>
          <p:spPr>
            <a:xfrm>
              <a:off x="5911018" y="1787174"/>
              <a:ext cx="449580" cy="121285"/>
            </a:xfrm>
            <a:custGeom>
              <a:avLst/>
              <a:gdLst/>
              <a:ahLst/>
              <a:cxnLst/>
              <a:rect l="l" t="t" r="r" b="b"/>
              <a:pathLst>
                <a:path w="449579" h="121285">
                  <a:moveTo>
                    <a:pt x="448970" y="0"/>
                  </a:moveTo>
                  <a:lnTo>
                    <a:pt x="9677" y="0"/>
                  </a:lnTo>
                  <a:lnTo>
                    <a:pt x="0" y="120675"/>
                  </a:lnTo>
                  <a:lnTo>
                    <a:pt x="439293" y="120675"/>
                  </a:lnTo>
                  <a:lnTo>
                    <a:pt x="4489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24872" y="1799533"/>
              <a:ext cx="411694" cy="95364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5233098" y="1801190"/>
            <a:ext cx="664210" cy="95250"/>
          </a:xfrm>
          <a:custGeom>
            <a:avLst/>
            <a:gdLst/>
            <a:ahLst/>
            <a:cxnLst/>
            <a:rect l="l" t="t" r="r" b="b"/>
            <a:pathLst>
              <a:path w="664210" h="95250">
                <a:moveTo>
                  <a:pt x="83997" y="39865"/>
                </a:moveTo>
                <a:lnTo>
                  <a:pt x="50076" y="39865"/>
                </a:lnTo>
                <a:lnTo>
                  <a:pt x="50190" y="38455"/>
                </a:lnTo>
                <a:lnTo>
                  <a:pt x="60693" y="30391"/>
                </a:lnTo>
                <a:lnTo>
                  <a:pt x="68668" y="22847"/>
                </a:lnTo>
                <a:lnTo>
                  <a:pt x="74206" y="16637"/>
                </a:lnTo>
                <a:lnTo>
                  <a:pt x="77431" y="12573"/>
                </a:lnTo>
                <a:lnTo>
                  <a:pt x="71564" y="5130"/>
                </a:lnTo>
                <a:lnTo>
                  <a:pt x="12776" y="5130"/>
                </a:lnTo>
                <a:lnTo>
                  <a:pt x="11722" y="18516"/>
                </a:lnTo>
                <a:lnTo>
                  <a:pt x="52285" y="18516"/>
                </a:lnTo>
                <a:lnTo>
                  <a:pt x="49022" y="22352"/>
                </a:lnTo>
                <a:lnTo>
                  <a:pt x="44361" y="25768"/>
                </a:lnTo>
                <a:lnTo>
                  <a:pt x="37503" y="24968"/>
                </a:lnTo>
                <a:lnTo>
                  <a:pt x="36334" y="39865"/>
                </a:lnTo>
                <a:lnTo>
                  <a:pt x="1079" y="39865"/>
                </a:lnTo>
                <a:lnTo>
                  <a:pt x="0" y="53555"/>
                </a:lnTo>
                <a:lnTo>
                  <a:pt x="35267" y="53555"/>
                </a:lnTo>
                <a:lnTo>
                  <a:pt x="33197" y="79933"/>
                </a:lnTo>
                <a:lnTo>
                  <a:pt x="25374" y="79933"/>
                </a:lnTo>
                <a:lnTo>
                  <a:pt x="20828" y="79527"/>
                </a:lnTo>
                <a:lnTo>
                  <a:pt x="23698" y="85369"/>
                </a:lnTo>
                <a:lnTo>
                  <a:pt x="23939" y="94830"/>
                </a:lnTo>
                <a:lnTo>
                  <a:pt x="36398" y="93891"/>
                </a:lnTo>
                <a:lnTo>
                  <a:pt x="43141" y="90741"/>
                </a:lnTo>
                <a:lnTo>
                  <a:pt x="46012" y="86258"/>
                </a:lnTo>
                <a:lnTo>
                  <a:pt x="46812" y="81343"/>
                </a:lnTo>
                <a:lnTo>
                  <a:pt x="48996" y="53555"/>
                </a:lnTo>
                <a:lnTo>
                  <a:pt x="82918" y="53555"/>
                </a:lnTo>
                <a:lnTo>
                  <a:pt x="83997" y="39865"/>
                </a:lnTo>
                <a:close/>
              </a:path>
              <a:path w="664210" h="95250">
                <a:moveTo>
                  <a:pt x="158000" y="37655"/>
                </a:moveTo>
                <a:lnTo>
                  <a:pt x="157289" y="34429"/>
                </a:lnTo>
                <a:lnTo>
                  <a:pt x="154101" y="20027"/>
                </a:lnTo>
                <a:lnTo>
                  <a:pt x="152323" y="20840"/>
                </a:lnTo>
                <a:lnTo>
                  <a:pt x="143903" y="24155"/>
                </a:lnTo>
                <a:lnTo>
                  <a:pt x="141744" y="25095"/>
                </a:lnTo>
                <a:lnTo>
                  <a:pt x="132943" y="28790"/>
                </a:lnTo>
                <a:lnTo>
                  <a:pt x="127609" y="31508"/>
                </a:lnTo>
                <a:lnTo>
                  <a:pt x="121729" y="34429"/>
                </a:lnTo>
                <a:lnTo>
                  <a:pt x="118402" y="27584"/>
                </a:lnTo>
                <a:lnTo>
                  <a:pt x="120027" y="7035"/>
                </a:lnTo>
                <a:lnTo>
                  <a:pt x="120103" y="6438"/>
                </a:lnTo>
                <a:lnTo>
                  <a:pt x="120307" y="5334"/>
                </a:lnTo>
                <a:lnTo>
                  <a:pt x="120929" y="2311"/>
                </a:lnTo>
                <a:lnTo>
                  <a:pt x="103022" y="6438"/>
                </a:lnTo>
                <a:lnTo>
                  <a:pt x="104063" y="10668"/>
                </a:lnTo>
                <a:lnTo>
                  <a:pt x="104178" y="11176"/>
                </a:lnTo>
                <a:lnTo>
                  <a:pt x="104800" y="24155"/>
                </a:lnTo>
                <a:lnTo>
                  <a:pt x="104851" y="25095"/>
                </a:lnTo>
                <a:lnTo>
                  <a:pt x="105587" y="31508"/>
                </a:lnTo>
                <a:lnTo>
                  <a:pt x="105613" y="31724"/>
                </a:lnTo>
                <a:lnTo>
                  <a:pt x="107137" y="36868"/>
                </a:lnTo>
                <a:lnTo>
                  <a:pt x="109880" y="41275"/>
                </a:lnTo>
                <a:lnTo>
                  <a:pt x="103301" y="45923"/>
                </a:lnTo>
                <a:lnTo>
                  <a:pt x="96469" y="52171"/>
                </a:lnTo>
                <a:lnTo>
                  <a:pt x="90932" y="60007"/>
                </a:lnTo>
                <a:lnTo>
                  <a:pt x="88188" y="69456"/>
                </a:lnTo>
                <a:lnTo>
                  <a:pt x="87769" y="74904"/>
                </a:lnTo>
                <a:lnTo>
                  <a:pt x="87642" y="76530"/>
                </a:lnTo>
                <a:lnTo>
                  <a:pt x="87591" y="77216"/>
                </a:lnTo>
                <a:lnTo>
                  <a:pt x="87477" y="78625"/>
                </a:lnTo>
                <a:lnTo>
                  <a:pt x="92773" y="84264"/>
                </a:lnTo>
                <a:lnTo>
                  <a:pt x="123202" y="92227"/>
                </a:lnTo>
                <a:lnTo>
                  <a:pt x="131025" y="92036"/>
                </a:lnTo>
                <a:lnTo>
                  <a:pt x="138722" y="91452"/>
                </a:lnTo>
                <a:lnTo>
                  <a:pt x="146075" y="90525"/>
                </a:lnTo>
                <a:lnTo>
                  <a:pt x="152857" y="89293"/>
                </a:lnTo>
                <a:lnTo>
                  <a:pt x="152793" y="86779"/>
                </a:lnTo>
                <a:lnTo>
                  <a:pt x="153441" y="78625"/>
                </a:lnTo>
                <a:lnTo>
                  <a:pt x="153555" y="77216"/>
                </a:lnTo>
                <a:lnTo>
                  <a:pt x="155346" y="71374"/>
                </a:lnTo>
                <a:lnTo>
                  <a:pt x="150990" y="72974"/>
                </a:lnTo>
                <a:lnTo>
                  <a:pt x="143992" y="74904"/>
                </a:lnTo>
                <a:lnTo>
                  <a:pt x="134734" y="76530"/>
                </a:lnTo>
                <a:lnTo>
                  <a:pt x="123571" y="77216"/>
                </a:lnTo>
                <a:lnTo>
                  <a:pt x="115316" y="77216"/>
                </a:lnTo>
                <a:lnTo>
                  <a:pt x="104851" y="76530"/>
                </a:lnTo>
                <a:lnTo>
                  <a:pt x="102908" y="76530"/>
                </a:lnTo>
                <a:lnTo>
                  <a:pt x="103454" y="69456"/>
                </a:lnTo>
                <a:lnTo>
                  <a:pt x="103517" y="68567"/>
                </a:lnTo>
                <a:lnTo>
                  <a:pt x="110096" y="57899"/>
                </a:lnTo>
                <a:lnTo>
                  <a:pt x="124764" y="48120"/>
                </a:lnTo>
                <a:lnTo>
                  <a:pt x="142430" y="40843"/>
                </a:lnTo>
                <a:lnTo>
                  <a:pt x="158000" y="37655"/>
                </a:lnTo>
                <a:close/>
              </a:path>
              <a:path w="664210" h="95250">
                <a:moveTo>
                  <a:pt x="158686" y="14097"/>
                </a:moveTo>
                <a:lnTo>
                  <a:pt x="156870" y="9855"/>
                </a:lnTo>
                <a:lnTo>
                  <a:pt x="155384" y="7035"/>
                </a:lnTo>
                <a:lnTo>
                  <a:pt x="153060" y="3416"/>
                </a:lnTo>
                <a:lnTo>
                  <a:pt x="145732" y="8763"/>
                </a:lnTo>
                <a:lnTo>
                  <a:pt x="147789" y="12382"/>
                </a:lnTo>
                <a:lnTo>
                  <a:pt x="149339" y="15392"/>
                </a:lnTo>
                <a:lnTo>
                  <a:pt x="150926" y="19126"/>
                </a:lnTo>
                <a:lnTo>
                  <a:pt x="153339" y="17018"/>
                </a:lnTo>
                <a:lnTo>
                  <a:pt x="155930" y="15392"/>
                </a:lnTo>
                <a:lnTo>
                  <a:pt x="158686" y="14097"/>
                </a:lnTo>
                <a:close/>
              </a:path>
              <a:path w="664210" h="95250">
                <a:moveTo>
                  <a:pt x="169913" y="10668"/>
                </a:moveTo>
                <a:lnTo>
                  <a:pt x="168084" y="6438"/>
                </a:lnTo>
                <a:lnTo>
                  <a:pt x="166598" y="3619"/>
                </a:lnTo>
                <a:lnTo>
                  <a:pt x="164287" y="0"/>
                </a:lnTo>
                <a:lnTo>
                  <a:pt x="156959" y="5334"/>
                </a:lnTo>
                <a:lnTo>
                  <a:pt x="159245" y="9258"/>
                </a:lnTo>
                <a:lnTo>
                  <a:pt x="160642" y="11976"/>
                </a:lnTo>
                <a:lnTo>
                  <a:pt x="162153" y="15709"/>
                </a:lnTo>
                <a:lnTo>
                  <a:pt x="164566" y="13589"/>
                </a:lnTo>
                <a:lnTo>
                  <a:pt x="167157" y="11976"/>
                </a:lnTo>
                <a:lnTo>
                  <a:pt x="169913" y="10668"/>
                </a:lnTo>
                <a:close/>
              </a:path>
              <a:path w="664210" h="95250">
                <a:moveTo>
                  <a:pt x="241020" y="57988"/>
                </a:moveTo>
                <a:lnTo>
                  <a:pt x="237731" y="48425"/>
                </a:lnTo>
                <a:lnTo>
                  <a:pt x="235927" y="43992"/>
                </a:lnTo>
                <a:lnTo>
                  <a:pt x="231419" y="46609"/>
                </a:lnTo>
                <a:lnTo>
                  <a:pt x="227888" y="48120"/>
                </a:lnTo>
                <a:lnTo>
                  <a:pt x="221957" y="49441"/>
                </a:lnTo>
                <a:lnTo>
                  <a:pt x="222351" y="50139"/>
                </a:lnTo>
                <a:lnTo>
                  <a:pt x="225806" y="58699"/>
                </a:lnTo>
                <a:lnTo>
                  <a:pt x="224142" y="79743"/>
                </a:lnTo>
                <a:lnTo>
                  <a:pt x="192201" y="79743"/>
                </a:lnTo>
                <a:lnTo>
                  <a:pt x="193459" y="63728"/>
                </a:lnTo>
                <a:lnTo>
                  <a:pt x="194792" y="59296"/>
                </a:lnTo>
                <a:lnTo>
                  <a:pt x="203111" y="60706"/>
                </a:lnTo>
                <a:lnTo>
                  <a:pt x="214706" y="61722"/>
                </a:lnTo>
                <a:lnTo>
                  <a:pt x="217601" y="52260"/>
                </a:lnTo>
                <a:lnTo>
                  <a:pt x="219735" y="46824"/>
                </a:lnTo>
                <a:lnTo>
                  <a:pt x="208699" y="46723"/>
                </a:lnTo>
                <a:lnTo>
                  <a:pt x="199923" y="45300"/>
                </a:lnTo>
                <a:lnTo>
                  <a:pt x="203860" y="36449"/>
                </a:lnTo>
                <a:lnTo>
                  <a:pt x="211670" y="37553"/>
                </a:lnTo>
                <a:lnTo>
                  <a:pt x="220751" y="37350"/>
                </a:lnTo>
                <a:lnTo>
                  <a:pt x="221348" y="34328"/>
                </a:lnTo>
                <a:lnTo>
                  <a:pt x="223824" y="25666"/>
                </a:lnTo>
                <a:lnTo>
                  <a:pt x="225945" y="21437"/>
                </a:lnTo>
                <a:lnTo>
                  <a:pt x="223418" y="21640"/>
                </a:lnTo>
                <a:lnTo>
                  <a:pt x="215087" y="21437"/>
                </a:lnTo>
                <a:lnTo>
                  <a:pt x="210375" y="20942"/>
                </a:lnTo>
                <a:lnTo>
                  <a:pt x="214147" y="14097"/>
                </a:lnTo>
                <a:lnTo>
                  <a:pt x="216496" y="10375"/>
                </a:lnTo>
                <a:lnTo>
                  <a:pt x="219138" y="9969"/>
                </a:lnTo>
                <a:lnTo>
                  <a:pt x="219316" y="7658"/>
                </a:lnTo>
                <a:lnTo>
                  <a:pt x="217843" y="6946"/>
                </a:lnTo>
                <a:lnTo>
                  <a:pt x="203796" y="800"/>
                </a:lnTo>
                <a:lnTo>
                  <a:pt x="196316" y="18326"/>
                </a:lnTo>
                <a:lnTo>
                  <a:pt x="188061" y="16002"/>
                </a:lnTo>
                <a:lnTo>
                  <a:pt x="180860" y="12788"/>
                </a:lnTo>
                <a:lnTo>
                  <a:pt x="176936" y="28397"/>
                </a:lnTo>
                <a:lnTo>
                  <a:pt x="181698" y="30708"/>
                </a:lnTo>
                <a:lnTo>
                  <a:pt x="185077" y="32118"/>
                </a:lnTo>
                <a:lnTo>
                  <a:pt x="189915" y="33426"/>
                </a:lnTo>
                <a:lnTo>
                  <a:pt x="186524" y="42379"/>
                </a:lnTo>
                <a:lnTo>
                  <a:pt x="180301" y="40474"/>
                </a:lnTo>
                <a:lnTo>
                  <a:pt x="174739" y="38061"/>
                </a:lnTo>
                <a:lnTo>
                  <a:pt x="170522" y="52959"/>
                </a:lnTo>
                <a:lnTo>
                  <a:pt x="174345" y="54571"/>
                </a:lnTo>
                <a:lnTo>
                  <a:pt x="177838" y="55778"/>
                </a:lnTo>
                <a:lnTo>
                  <a:pt x="181902" y="56680"/>
                </a:lnTo>
                <a:lnTo>
                  <a:pt x="180022" y="63322"/>
                </a:lnTo>
                <a:lnTo>
                  <a:pt x="205600" y="94132"/>
                </a:lnTo>
                <a:lnTo>
                  <a:pt x="215734" y="92989"/>
                </a:lnTo>
                <a:lnTo>
                  <a:pt x="226720" y="88798"/>
                </a:lnTo>
                <a:lnTo>
                  <a:pt x="235813" y="80467"/>
                </a:lnTo>
                <a:lnTo>
                  <a:pt x="240322" y="66852"/>
                </a:lnTo>
                <a:lnTo>
                  <a:pt x="241020" y="57988"/>
                </a:lnTo>
                <a:close/>
              </a:path>
              <a:path w="664210" h="95250">
                <a:moveTo>
                  <a:pt x="333095" y="40678"/>
                </a:moveTo>
                <a:lnTo>
                  <a:pt x="252056" y="40678"/>
                </a:lnTo>
                <a:lnTo>
                  <a:pt x="250723" y="57594"/>
                </a:lnTo>
                <a:lnTo>
                  <a:pt x="331774" y="57594"/>
                </a:lnTo>
                <a:lnTo>
                  <a:pt x="333095" y="40678"/>
                </a:lnTo>
                <a:close/>
              </a:path>
              <a:path w="664210" h="95250">
                <a:moveTo>
                  <a:pt x="408076" y="82054"/>
                </a:moveTo>
                <a:lnTo>
                  <a:pt x="388366" y="66408"/>
                </a:lnTo>
                <a:lnTo>
                  <a:pt x="379171" y="49022"/>
                </a:lnTo>
                <a:lnTo>
                  <a:pt x="377088" y="29425"/>
                </a:lnTo>
                <a:lnTo>
                  <a:pt x="378701" y="7150"/>
                </a:lnTo>
                <a:lnTo>
                  <a:pt x="380657" y="6146"/>
                </a:lnTo>
                <a:lnTo>
                  <a:pt x="380961" y="5740"/>
                </a:lnTo>
                <a:lnTo>
                  <a:pt x="380936" y="3721"/>
                </a:lnTo>
                <a:lnTo>
                  <a:pt x="378980" y="3530"/>
                </a:lnTo>
                <a:lnTo>
                  <a:pt x="364705" y="2425"/>
                </a:lnTo>
                <a:lnTo>
                  <a:pt x="363423" y="19583"/>
                </a:lnTo>
                <a:lnTo>
                  <a:pt x="361708" y="32512"/>
                </a:lnTo>
                <a:lnTo>
                  <a:pt x="345122" y="67945"/>
                </a:lnTo>
                <a:lnTo>
                  <a:pt x="322795" y="82359"/>
                </a:lnTo>
                <a:lnTo>
                  <a:pt x="326618" y="85077"/>
                </a:lnTo>
                <a:lnTo>
                  <a:pt x="328879" y="87299"/>
                </a:lnTo>
                <a:lnTo>
                  <a:pt x="333159" y="94437"/>
                </a:lnTo>
                <a:lnTo>
                  <a:pt x="340855" y="90220"/>
                </a:lnTo>
                <a:lnTo>
                  <a:pt x="367868" y="59309"/>
                </a:lnTo>
                <a:lnTo>
                  <a:pt x="374675" y="73190"/>
                </a:lnTo>
                <a:lnTo>
                  <a:pt x="386105" y="86588"/>
                </a:lnTo>
                <a:lnTo>
                  <a:pt x="390880" y="90817"/>
                </a:lnTo>
                <a:lnTo>
                  <a:pt x="397573" y="94538"/>
                </a:lnTo>
                <a:lnTo>
                  <a:pt x="400634" y="88798"/>
                </a:lnTo>
                <a:lnTo>
                  <a:pt x="403098" y="86080"/>
                </a:lnTo>
                <a:lnTo>
                  <a:pt x="408076" y="82054"/>
                </a:lnTo>
                <a:close/>
              </a:path>
              <a:path w="664210" h="95250">
                <a:moveTo>
                  <a:pt x="441452" y="11188"/>
                </a:moveTo>
                <a:lnTo>
                  <a:pt x="440753" y="10871"/>
                </a:lnTo>
                <a:lnTo>
                  <a:pt x="439102" y="10172"/>
                </a:lnTo>
                <a:lnTo>
                  <a:pt x="425742" y="4330"/>
                </a:lnTo>
                <a:lnTo>
                  <a:pt x="416331" y="51054"/>
                </a:lnTo>
                <a:lnTo>
                  <a:pt x="416204" y="54673"/>
                </a:lnTo>
                <a:lnTo>
                  <a:pt x="416115" y="57188"/>
                </a:lnTo>
                <a:lnTo>
                  <a:pt x="416026" y="59715"/>
                </a:lnTo>
                <a:lnTo>
                  <a:pt x="415925" y="62331"/>
                </a:lnTo>
                <a:lnTo>
                  <a:pt x="415848" y="64287"/>
                </a:lnTo>
                <a:lnTo>
                  <a:pt x="416483" y="74993"/>
                </a:lnTo>
                <a:lnTo>
                  <a:pt x="417830" y="83794"/>
                </a:lnTo>
                <a:lnTo>
                  <a:pt x="419519" y="91325"/>
                </a:lnTo>
                <a:lnTo>
                  <a:pt x="432574" y="87490"/>
                </a:lnTo>
                <a:lnTo>
                  <a:pt x="432650" y="83794"/>
                </a:lnTo>
                <a:lnTo>
                  <a:pt x="432727" y="79844"/>
                </a:lnTo>
                <a:lnTo>
                  <a:pt x="437769" y="68160"/>
                </a:lnTo>
                <a:lnTo>
                  <a:pt x="440385" y="63436"/>
                </a:lnTo>
                <a:lnTo>
                  <a:pt x="439521" y="62725"/>
                </a:lnTo>
                <a:lnTo>
                  <a:pt x="439039" y="62331"/>
                </a:lnTo>
                <a:lnTo>
                  <a:pt x="436372" y="59715"/>
                </a:lnTo>
                <a:lnTo>
                  <a:pt x="434136" y="55181"/>
                </a:lnTo>
                <a:lnTo>
                  <a:pt x="432892" y="57188"/>
                </a:lnTo>
                <a:lnTo>
                  <a:pt x="429768" y="62725"/>
                </a:lnTo>
                <a:lnTo>
                  <a:pt x="429514" y="59715"/>
                </a:lnTo>
                <a:lnTo>
                  <a:pt x="429437" y="58801"/>
                </a:lnTo>
                <a:lnTo>
                  <a:pt x="429729" y="55181"/>
                </a:lnTo>
                <a:lnTo>
                  <a:pt x="429768" y="54673"/>
                </a:lnTo>
                <a:lnTo>
                  <a:pt x="431419" y="40513"/>
                </a:lnTo>
                <a:lnTo>
                  <a:pt x="433666" y="29311"/>
                </a:lnTo>
                <a:lnTo>
                  <a:pt x="436257" y="20396"/>
                </a:lnTo>
                <a:lnTo>
                  <a:pt x="438873" y="13093"/>
                </a:lnTo>
                <a:lnTo>
                  <a:pt x="438607" y="13093"/>
                </a:lnTo>
                <a:lnTo>
                  <a:pt x="441312" y="12788"/>
                </a:lnTo>
                <a:lnTo>
                  <a:pt x="441401" y="11887"/>
                </a:lnTo>
                <a:lnTo>
                  <a:pt x="441452" y="11188"/>
                </a:lnTo>
                <a:close/>
              </a:path>
              <a:path w="664210" h="95250">
                <a:moveTo>
                  <a:pt x="489915" y="27089"/>
                </a:moveTo>
                <a:lnTo>
                  <a:pt x="489483" y="22250"/>
                </a:lnTo>
                <a:lnTo>
                  <a:pt x="489750" y="14998"/>
                </a:lnTo>
                <a:lnTo>
                  <a:pt x="489851" y="11785"/>
                </a:lnTo>
                <a:lnTo>
                  <a:pt x="486308" y="12661"/>
                </a:lnTo>
                <a:lnTo>
                  <a:pt x="480783" y="13728"/>
                </a:lnTo>
                <a:lnTo>
                  <a:pt x="472541" y="14693"/>
                </a:lnTo>
                <a:lnTo>
                  <a:pt x="471284" y="14693"/>
                </a:lnTo>
                <a:lnTo>
                  <a:pt x="463219" y="14998"/>
                </a:lnTo>
                <a:lnTo>
                  <a:pt x="457835" y="14998"/>
                </a:lnTo>
                <a:lnTo>
                  <a:pt x="454266" y="14693"/>
                </a:lnTo>
                <a:lnTo>
                  <a:pt x="451586" y="14693"/>
                </a:lnTo>
                <a:lnTo>
                  <a:pt x="450608" y="27089"/>
                </a:lnTo>
                <a:lnTo>
                  <a:pt x="450545" y="27901"/>
                </a:lnTo>
                <a:lnTo>
                  <a:pt x="450469" y="28905"/>
                </a:lnTo>
                <a:lnTo>
                  <a:pt x="450405" y="29603"/>
                </a:lnTo>
                <a:lnTo>
                  <a:pt x="453263" y="29806"/>
                </a:lnTo>
                <a:lnTo>
                  <a:pt x="456742" y="30111"/>
                </a:lnTo>
                <a:lnTo>
                  <a:pt x="462026" y="30111"/>
                </a:lnTo>
                <a:lnTo>
                  <a:pt x="470471" y="29806"/>
                </a:lnTo>
                <a:lnTo>
                  <a:pt x="471487" y="29806"/>
                </a:lnTo>
                <a:lnTo>
                  <a:pt x="480021" y="28905"/>
                </a:lnTo>
                <a:lnTo>
                  <a:pt x="486029" y="27901"/>
                </a:lnTo>
                <a:lnTo>
                  <a:pt x="489915" y="27089"/>
                </a:lnTo>
                <a:close/>
              </a:path>
              <a:path w="664210" h="95250">
                <a:moveTo>
                  <a:pt x="491617" y="67056"/>
                </a:moveTo>
                <a:lnTo>
                  <a:pt x="483171" y="69367"/>
                </a:lnTo>
                <a:lnTo>
                  <a:pt x="473265" y="69875"/>
                </a:lnTo>
                <a:lnTo>
                  <a:pt x="459219" y="69875"/>
                </a:lnTo>
                <a:lnTo>
                  <a:pt x="456819" y="69062"/>
                </a:lnTo>
                <a:lnTo>
                  <a:pt x="457314" y="62826"/>
                </a:lnTo>
                <a:lnTo>
                  <a:pt x="457327" y="62623"/>
                </a:lnTo>
                <a:lnTo>
                  <a:pt x="458393" y="59207"/>
                </a:lnTo>
                <a:lnTo>
                  <a:pt x="459066" y="57492"/>
                </a:lnTo>
                <a:lnTo>
                  <a:pt x="447776" y="55079"/>
                </a:lnTo>
                <a:lnTo>
                  <a:pt x="444309" y="62623"/>
                </a:lnTo>
                <a:lnTo>
                  <a:pt x="444207" y="62826"/>
                </a:lnTo>
                <a:lnTo>
                  <a:pt x="443712" y="69062"/>
                </a:lnTo>
                <a:lnTo>
                  <a:pt x="443649" y="69875"/>
                </a:lnTo>
                <a:lnTo>
                  <a:pt x="444881" y="77381"/>
                </a:lnTo>
                <a:lnTo>
                  <a:pt x="449668" y="82054"/>
                </a:lnTo>
                <a:lnTo>
                  <a:pt x="449948" y="82054"/>
                </a:lnTo>
                <a:lnTo>
                  <a:pt x="456882" y="84175"/>
                </a:lnTo>
                <a:lnTo>
                  <a:pt x="466166" y="84772"/>
                </a:lnTo>
                <a:lnTo>
                  <a:pt x="472528" y="84772"/>
                </a:lnTo>
                <a:lnTo>
                  <a:pt x="482714" y="84480"/>
                </a:lnTo>
                <a:lnTo>
                  <a:pt x="488975" y="83464"/>
                </a:lnTo>
                <a:lnTo>
                  <a:pt x="489089" y="82054"/>
                </a:lnTo>
                <a:lnTo>
                  <a:pt x="489292" y="77381"/>
                </a:lnTo>
                <a:lnTo>
                  <a:pt x="489419" y="74498"/>
                </a:lnTo>
                <a:lnTo>
                  <a:pt x="490791" y="69875"/>
                </a:lnTo>
                <a:lnTo>
                  <a:pt x="491617" y="67056"/>
                </a:lnTo>
                <a:close/>
              </a:path>
              <a:path w="664210" h="95250">
                <a:moveTo>
                  <a:pt x="581812" y="44500"/>
                </a:moveTo>
                <a:lnTo>
                  <a:pt x="581012" y="31762"/>
                </a:lnTo>
                <a:lnTo>
                  <a:pt x="576262" y="20993"/>
                </a:lnTo>
                <a:lnTo>
                  <a:pt x="567220" y="13550"/>
                </a:lnTo>
                <a:lnTo>
                  <a:pt x="553504" y="10769"/>
                </a:lnTo>
                <a:lnTo>
                  <a:pt x="546430" y="11163"/>
                </a:lnTo>
                <a:lnTo>
                  <a:pt x="538518" y="12560"/>
                </a:lnTo>
                <a:lnTo>
                  <a:pt x="527608" y="15367"/>
                </a:lnTo>
                <a:lnTo>
                  <a:pt x="506450" y="21336"/>
                </a:lnTo>
                <a:lnTo>
                  <a:pt x="503986" y="21844"/>
                </a:lnTo>
                <a:lnTo>
                  <a:pt x="499999" y="22352"/>
                </a:lnTo>
                <a:lnTo>
                  <a:pt x="504139" y="41783"/>
                </a:lnTo>
                <a:lnTo>
                  <a:pt x="513816" y="36639"/>
                </a:lnTo>
                <a:lnTo>
                  <a:pt x="526199" y="31318"/>
                </a:lnTo>
                <a:lnTo>
                  <a:pt x="539178" y="27152"/>
                </a:lnTo>
                <a:lnTo>
                  <a:pt x="550646" y="25463"/>
                </a:lnTo>
                <a:lnTo>
                  <a:pt x="559904" y="27736"/>
                </a:lnTo>
                <a:lnTo>
                  <a:pt x="564756" y="33121"/>
                </a:lnTo>
                <a:lnTo>
                  <a:pt x="566547" y="39484"/>
                </a:lnTo>
                <a:lnTo>
                  <a:pt x="566635" y="44704"/>
                </a:lnTo>
                <a:lnTo>
                  <a:pt x="560793" y="59118"/>
                </a:lnTo>
                <a:lnTo>
                  <a:pt x="548627" y="66662"/>
                </a:lnTo>
                <a:lnTo>
                  <a:pt x="533793" y="69557"/>
                </a:lnTo>
                <a:lnTo>
                  <a:pt x="519950" y="69977"/>
                </a:lnTo>
                <a:lnTo>
                  <a:pt x="521614" y="75006"/>
                </a:lnTo>
                <a:lnTo>
                  <a:pt x="522808" y="80441"/>
                </a:lnTo>
                <a:lnTo>
                  <a:pt x="523252" y="86080"/>
                </a:lnTo>
                <a:lnTo>
                  <a:pt x="538111" y="84582"/>
                </a:lnTo>
                <a:lnTo>
                  <a:pt x="556869" y="79222"/>
                </a:lnTo>
                <a:lnTo>
                  <a:pt x="573455" y="66903"/>
                </a:lnTo>
                <a:lnTo>
                  <a:pt x="581812" y="44500"/>
                </a:lnTo>
                <a:close/>
              </a:path>
              <a:path w="664210" h="95250">
                <a:moveTo>
                  <a:pt x="663981" y="33020"/>
                </a:moveTo>
                <a:lnTo>
                  <a:pt x="658812" y="22250"/>
                </a:lnTo>
                <a:lnTo>
                  <a:pt x="657999" y="20040"/>
                </a:lnTo>
                <a:lnTo>
                  <a:pt x="648550" y="27178"/>
                </a:lnTo>
                <a:lnTo>
                  <a:pt x="638276" y="31013"/>
                </a:lnTo>
                <a:lnTo>
                  <a:pt x="636917" y="26682"/>
                </a:lnTo>
                <a:lnTo>
                  <a:pt x="647725" y="22745"/>
                </a:lnTo>
                <a:lnTo>
                  <a:pt x="654265" y="18427"/>
                </a:lnTo>
                <a:lnTo>
                  <a:pt x="652919" y="14998"/>
                </a:lnTo>
                <a:lnTo>
                  <a:pt x="650290" y="6146"/>
                </a:lnTo>
                <a:lnTo>
                  <a:pt x="643407" y="10464"/>
                </a:lnTo>
                <a:lnTo>
                  <a:pt x="634085" y="13589"/>
                </a:lnTo>
                <a:lnTo>
                  <a:pt x="633374" y="7962"/>
                </a:lnTo>
                <a:lnTo>
                  <a:pt x="633425" y="2717"/>
                </a:lnTo>
                <a:lnTo>
                  <a:pt x="617143" y="5435"/>
                </a:lnTo>
                <a:lnTo>
                  <a:pt x="618312" y="11176"/>
                </a:lnTo>
                <a:lnTo>
                  <a:pt x="619899" y="17221"/>
                </a:lnTo>
                <a:lnTo>
                  <a:pt x="609701" y="19024"/>
                </a:lnTo>
                <a:lnTo>
                  <a:pt x="599211" y="18821"/>
                </a:lnTo>
                <a:lnTo>
                  <a:pt x="600976" y="32918"/>
                </a:lnTo>
                <a:lnTo>
                  <a:pt x="614946" y="32219"/>
                </a:lnTo>
                <a:lnTo>
                  <a:pt x="623608" y="30505"/>
                </a:lnTo>
                <a:lnTo>
                  <a:pt x="624967" y="34925"/>
                </a:lnTo>
                <a:lnTo>
                  <a:pt x="616305" y="36753"/>
                </a:lnTo>
                <a:lnTo>
                  <a:pt x="609612" y="37249"/>
                </a:lnTo>
                <a:lnTo>
                  <a:pt x="604139" y="37249"/>
                </a:lnTo>
                <a:lnTo>
                  <a:pt x="593229" y="36842"/>
                </a:lnTo>
                <a:lnTo>
                  <a:pt x="593572" y="51752"/>
                </a:lnTo>
                <a:lnTo>
                  <a:pt x="595896" y="52044"/>
                </a:lnTo>
                <a:lnTo>
                  <a:pt x="606653" y="51790"/>
                </a:lnTo>
                <a:lnTo>
                  <a:pt x="614438" y="51079"/>
                </a:lnTo>
                <a:lnTo>
                  <a:pt x="622211" y="49974"/>
                </a:lnTo>
                <a:lnTo>
                  <a:pt x="629551" y="48526"/>
                </a:lnTo>
                <a:lnTo>
                  <a:pt x="630732" y="51650"/>
                </a:lnTo>
                <a:lnTo>
                  <a:pt x="632218" y="54571"/>
                </a:lnTo>
                <a:lnTo>
                  <a:pt x="626452" y="53657"/>
                </a:lnTo>
                <a:lnTo>
                  <a:pt x="619836" y="53454"/>
                </a:lnTo>
                <a:lnTo>
                  <a:pt x="609638" y="54927"/>
                </a:lnTo>
                <a:lnTo>
                  <a:pt x="601814" y="58978"/>
                </a:lnTo>
                <a:lnTo>
                  <a:pt x="596658" y="65062"/>
                </a:lnTo>
                <a:lnTo>
                  <a:pt x="594448" y="72593"/>
                </a:lnTo>
                <a:lnTo>
                  <a:pt x="595388" y="80111"/>
                </a:lnTo>
                <a:lnTo>
                  <a:pt x="599922" y="87249"/>
                </a:lnTo>
                <a:lnTo>
                  <a:pt x="608914" y="92557"/>
                </a:lnTo>
                <a:lnTo>
                  <a:pt x="623239" y="94640"/>
                </a:lnTo>
                <a:lnTo>
                  <a:pt x="630859" y="94640"/>
                </a:lnTo>
                <a:lnTo>
                  <a:pt x="638543" y="93929"/>
                </a:lnTo>
                <a:lnTo>
                  <a:pt x="646010" y="91414"/>
                </a:lnTo>
                <a:lnTo>
                  <a:pt x="645922" y="90208"/>
                </a:lnTo>
                <a:lnTo>
                  <a:pt x="646493" y="81851"/>
                </a:lnTo>
                <a:lnTo>
                  <a:pt x="647915" y="76314"/>
                </a:lnTo>
                <a:lnTo>
                  <a:pt x="639076" y="80340"/>
                </a:lnTo>
                <a:lnTo>
                  <a:pt x="613308" y="80441"/>
                </a:lnTo>
                <a:lnTo>
                  <a:pt x="608723" y="77012"/>
                </a:lnTo>
                <a:lnTo>
                  <a:pt x="609574" y="66344"/>
                </a:lnTo>
                <a:lnTo>
                  <a:pt x="617664" y="64935"/>
                </a:lnTo>
                <a:lnTo>
                  <a:pt x="624446" y="65074"/>
                </a:lnTo>
                <a:lnTo>
                  <a:pt x="630440" y="65989"/>
                </a:lnTo>
                <a:lnTo>
                  <a:pt x="638175" y="68503"/>
                </a:lnTo>
                <a:lnTo>
                  <a:pt x="646353" y="73393"/>
                </a:lnTo>
                <a:lnTo>
                  <a:pt x="655485" y="63423"/>
                </a:lnTo>
                <a:lnTo>
                  <a:pt x="648271" y="54673"/>
                </a:lnTo>
                <a:lnTo>
                  <a:pt x="643445" y="44196"/>
                </a:lnTo>
                <a:lnTo>
                  <a:pt x="648538" y="42189"/>
                </a:lnTo>
                <a:lnTo>
                  <a:pt x="656437" y="38760"/>
                </a:lnTo>
                <a:lnTo>
                  <a:pt x="663981" y="3302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06400" y="2087764"/>
            <a:ext cx="1317339" cy="12067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02546" y="2387393"/>
            <a:ext cx="1070625" cy="12565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98074" y="2385242"/>
            <a:ext cx="1013927" cy="12565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49621" y="2387739"/>
            <a:ext cx="861515" cy="12565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916365" y="1785127"/>
            <a:ext cx="766724" cy="125653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03126" y="2692287"/>
            <a:ext cx="6356985" cy="0"/>
          </a:xfrm>
          <a:custGeom>
            <a:avLst/>
            <a:gdLst/>
            <a:ahLst/>
            <a:cxnLst/>
            <a:rect l="l" t="t" r="r" b="b"/>
            <a:pathLst>
              <a:path w="6356985" h="0">
                <a:moveTo>
                  <a:pt x="0" y="0"/>
                </a:moveTo>
                <a:lnTo>
                  <a:pt x="6356946" y="0"/>
                </a:lnTo>
              </a:path>
            </a:pathLst>
          </a:custGeom>
          <a:ln w="7023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398106" y="2794565"/>
            <a:ext cx="557530" cy="173355"/>
            <a:chOff x="398106" y="2794565"/>
            <a:chExt cx="557530" cy="173355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8106" y="2794929"/>
              <a:ext cx="167474" cy="17246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1358" y="2794565"/>
              <a:ext cx="169227" cy="17191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02241" y="2800953"/>
              <a:ext cx="152984" cy="157860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959521" y="2714585"/>
            <a:ext cx="1241178" cy="32747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064907" y="1466410"/>
            <a:ext cx="1337511" cy="117026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938459" y="1457820"/>
            <a:ext cx="1491714" cy="117886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498879" y="1466408"/>
            <a:ext cx="1478203" cy="117031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041986" y="2890935"/>
            <a:ext cx="574549" cy="70002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1283728" y="801077"/>
            <a:ext cx="1056005" cy="560705"/>
          </a:xfrm>
          <a:custGeom>
            <a:avLst/>
            <a:gdLst/>
            <a:ahLst/>
            <a:cxnLst/>
            <a:rect l="l" t="t" r="r" b="b"/>
            <a:pathLst>
              <a:path w="1056005" h="560705">
                <a:moveTo>
                  <a:pt x="580440" y="241681"/>
                </a:moveTo>
                <a:lnTo>
                  <a:pt x="549440" y="217373"/>
                </a:lnTo>
                <a:lnTo>
                  <a:pt x="517779" y="189064"/>
                </a:lnTo>
                <a:lnTo>
                  <a:pt x="485736" y="155917"/>
                </a:lnTo>
                <a:lnTo>
                  <a:pt x="453593" y="117055"/>
                </a:lnTo>
                <a:lnTo>
                  <a:pt x="421614" y="71653"/>
                </a:lnTo>
                <a:lnTo>
                  <a:pt x="390080" y="18821"/>
                </a:lnTo>
                <a:lnTo>
                  <a:pt x="298970" y="68414"/>
                </a:lnTo>
                <a:lnTo>
                  <a:pt x="333997" y="135229"/>
                </a:lnTo>
                <a:lnTo>
                  <a:pt x="355244" y="195605"/>
                </a:lnTo>
                <a:lnTo>
                  <a:pt x="366153" y="246316"/>
                </a:lnTo>
                <a:lnTo>
                  <a:pt x="370738" y="305714"/>
                </a:lnTo>
                <a:lnTo>
                  <a:pt x="368109" y="337223"/>
                </a:lnTo>
                <a:lnTo>
                  <a:pt x="357822" y="378053"/>
                </a:lnTo>
                <a:lnTo>
                  <a:pt x="336232" y="418807"/>
                </a:lnTo>
                <a:lnTo>
                  <a:pt x="299720" y="450138"/>
                </a:lnTo>
                <a:lnTo>
                  <a:pt x="244665" y="462661"/>
                </a:lnTo>
                <a:lnTo>
                  <a:pt x="223113" y="460997"/>
                </a:lnTo>
                <a:lnTo>
                  <a:pt x="189661" y="449326"/>
                </a:lnTo>
                <a:lnTo>
                  <a:pt x="158915" y="417639"/>
                </a:lnTo>
                <a:lnTo>
                  <a:pt x="145427" y="355930"/>
                </a:lnTo>
                <a:lnTo>
                  <a:pt x="149542" y="305587"/>
                </a:lnTo>
                <a:lnTo>
                  <a:pt x="161074" y="255168"/>
                </a:lnTo>
                <a:lnTo>
                  <a:pt x="178816" y="206756"/>
                </a:lnTo>
                <a:lnTo>
                  <a:pt x="201561" y="162483"/>
                </a:lnTo>
                <a:lnTo>
                  <a:pt x="228066" y="124460"/>
                </a:lnTo>
                <a:lnTo>
                  <a:pt x="257149" y="94780"/>
                </a:lnTo>
                <a:lnTo>
                  <a:pt x="191617" y="21958"/>
                </a:lnTo>
                <a:lnTo>
                  <a:pt x="129032" y="55600"/>
                </a:lnTo>
                <a:lnTo>
                  <a:pt x="71475" y="75869"/>
                </a:lnTo>
                <a:lnTo>
                  <a:pt x="26085" y="86144"/>
                </a:lnTo>
                <a:lnTo>
                  <a:pt x="0" y="89750"/>
                </a:lnTo>
                <a:lnTo>
                  <a:pt x="32461" y="195224"/>
                </a:lnTo>
                <a:lnTo>
                  <a:pt x="52603" y="189484"/>
                </a:lnTo>
                <a:lnTo>
                  <a:pt x="71932" y="182664"/>
                </a:lnTo>
                <a:lnTo>
                  <a:pt x="90563" y="174917"/>
                </a:lnTo>
                <a:lnTo>
                  <a:pt x="108610" y="166344"/>
                </a:lnTo>
                <a:lnTo>
                  <a:pt x="88112" y="211670"/>
                </a:lnTo>
                <a:lnTo>
                  <a:pt x="69202" y="264287"/>
                </a:lnTo>
                <a:lnTo>
                  <a:pt x="55333" y="317842"/>
                </a:lnTo>
                <a:lnTo>
                  <a:pt x="49936" y="365975"/>
                </a:lnTo>
                <a:lnTo>
                  <a:pt x="54813" y="411734"/>
                </a:lnTo>
                <a:lnTo>
                  <a:pt x="68948" y="452678"/>
                </a:lnTo>
                <a:lnTo>
                  <a:pt x="91554" y="488010"/>
                </a:lnTo>
                <a:lnTo>
                  <a:pt x="121881" y="516890"/>
                </a:lnTo>
                <a:lnTo>
                  <a:pt x="159156" y="538530"/>
                </a:lnTo>
                <a:lnTo>
                  <a:pt x="202628" y="552119"/>
                </a:lnTo>
                <a:lnTo>
                  <a:pt x="251523" y="556818"/>
                </a:lnTo>
                <a:lnTo>
                  <a:pt x="301625" y="551840"/>
                </a:lnTo>
                <a:lnTo>
                  <a:pt x="344373" y="537527"/>
                </a:lnTo>
                <a:lnTo>
                  <a:pt x="379984" y="514883"/>
                </a:lnTo>
                <a:lnTo>
                  <a:pt x="408660" y="484860"/>
                </a:lnTo>
                <a:lnTo>
                  <a:pt x="430606" y="448462"/>
                </a:lnTo>
                <a:lnTo>
                  <a:pt x="446036" y="406654"/>
                </a:lnTo>
                <a:lnTo>
                  <a:pt x="455142" y="360426"/>
                </a:lnTo>
                <a:lnTo>
                  <a:pt x="458127" y="310730"/>
                </a:lnTo>
                <a:lnTo>
                  <a:pt x="457479" y="287909"/>
                </a:lnTo>
                <a:lnTo>
                  <a:pt x="455777" y="270789"/>
                </a:lnTo>
                <a:lnTo>
                  <a:pt x="453377" y="257327"/>
                </a:lnTo>
                <a:lnTo>
                  <a:pt x="450621" y="245440"/>
                </a:lnTo>
                <a:lnTo>
                  <a:pt x="471944" y="270268"/>
                </a:lnTo>
                <a:lnTo>
                  <a:pt x="491515" y="290957"/>
                </a:lnTo>
                <a:lnTo>
                  <a:pt x="510146" y="308838"/>
                </a:lnTo>
                <a:lnTo>
                  <a:pt x="528650" y="325170"/>
                </a:lnTo>
                <a:lnTo>
                  <a:pt x="561340" y="270954"/>
                </a:lnTo>
                <a:lnTo>
                  <a:pt x="572795" y="252691"/>
                </a:lnTo>
                <a:lnTo>
                  <a:pt x="580440" y="241681"/>
                </a:lnTo>
                <a:close/>
              </a:path>
              <a:path w="1056005" h="560705">
                <a:moveTo>
                  <a:pt x="1055382" y="219087"/>
                </a:moveTo>
                <a:lnTo>
                  <a:pt x="1017308" y="109855"/>
                </a:lnTo>
                <a:lnTo>
                  <a:pt x="974763" y="125336"/>
                </a:lnTo>
                <a:lnTo>
                  <a:pt x="935774" y="140004"/>
                </a:lnTo>
                <a:lnTo>
                  <a:pt x="896289" y="155905"/>
                </a:lnTo>
                <a:lnTo>
                  <a:pt x="852220" y="175107"/>
                </a:lnTo>
                <a:lnTo>
                  <a:pt x="799490" y="199631"/>
                </a:lnTo>
                <a:lnTo>
                  <a:pt x="792822" y="185089"/>
                </a:lnTo>
                <a:lnTo>
                  <a:pt x="783640" y="157251"/>
                </a:lnTo>
                <a:lnTo>
                  <a:pt x="775525" y="117170"/>
                </a:lnTo>
                <a:lnTo>
                  <a:pt x="772033" y="65913"/>
                </a:lnTo>
                <a:lnTo>
                  <a:pt x="772261" y="51638"/>
                </a:lnTo>
                <a:lnTo>
                  <a:pt x="772960" y="37426"/>
                </a:lnTo>
                <a:lnTo>
                  <a:pt x="775766" y="0"/>
                </a:lnTo>
                <a:lnTo>
                  <a:pt x="653440" y="26365"/>
                </a:lnTo>
                <a:lnTo>
                  <a:pt x="659485" y="44005"/>
                </a:lnTo>
                <a:lnTo>
                  <a:pt x="663968" y="58762"/>
                </a:lnTo>
                <a:lnTo>
                  <a:pt x="667385" y="74104"/>
                </a:lnTo>
                <a:lnTo>
                  <a:pt x="677595" y="145364"/>
                </a:lnTo>
                <a:lnTo>
                  <a:pt x="685660" y="184315"/>
                </a:lnTo>
                <a:lnTo>
                  <a:pt x="697585" y="214909"/>
                </a:lnTo>
                <a:lnTo>
                  <a:pt x="716483" y="241681"/>
                </a:lnTo>
                <a:lnTo>
                  <a:pt x="678916" y="266903"/>
                </a:lnTo>
                <a:lnTo>
                  <a:pt x="642988" y="296443"/>
                </a:lnTo>
                <a:lnTo>
                  <a:pt x="612533" y="331139"/>
                </a:lnTo>
                <a:lnTo>
                  <a:pt x="591426" y="371817"/>
                </a:lnTo>
                <a:lnTo>
                  <a:pt x="583539" y="419354"/>
                </a:lnTo>
                <a:lnTo>
                  <a:pt x="588632" y="454139"/>
                </a:lnTo>
                <a:lnTo>
                  <a:pt x="624344" y="508419"/>
                </a:lnTo>
                <a:lnTo>
                  <a:pt x="677938" y="539661"/>
                </a:lnTo>
                <a:lnTo>
                  <a:pt x="763905" y="557771"/>
                </a:lnTo>
                <a:lnTo>
                  <a:pt x="833818" y="560590"/>
                </a:lnTo>
                <a:lnTo>
                  <a:pt x="869403" y="559854"/>
                </a:lnTo>
                <a:lnTo>
                  <a:pt x="920559" y="557060"/>
                </a:lnTo>
                <a:lnTo>
                  <a:pt x="981087" y="551319"/>
                </a:lnTo>
                <a:lnTo>
                  <a:pt x="1044765" y="541769"/>
                </a:lnTo>
                <a:lnTo>
                  <a:pt x="1044257" y="504634"/>
                </a:lnTo>
                <a:lnTo>
                  <a:pt x="1045387" y="475919"/>
                </a:lnTo>
                <a:lnTo>
                  <a:pt x="1047927" y="452501"/>
                </a:lnTo>
                <a:lnTo>
                  <a:pt x="1051636" y="431279"/>
                </a:lnTo>
                <a:lnTo>
                  <a:pt x="1007224" y="445604"/>
                </a:lnTo>
                <a:lnTo>
                  <a:pt x="952398" y="456933"/>
                </a:lnTo>
                <a:lnTo>
                  <a:pt x="893826" y="464388"/>
                </a:lnTo>
                <a:lnTo>
                  <a:pt x="838187" y="467067"/>
                </a:lnTo>
                <a:lnTo>
                  <a:pt x="781926" y="464985"/>
                </a:lnTo>
                <a:lnTo>
                  <a:pt x="735431" y="457009"/>
                </a:lnTo>
                <a:lnTo>
                  <a:pt x="703808" y="440563"/>
                </a:lnTo>
                <a:lnTo>
                  <a:pt x="692137" y="413067"/>
                </a:lnTo>
                <a:lnTo>
                  <a:pt x="700671" y="386054"/>
                </a:lnTo>
                <a:lnTo>
                  <a:pt x="727710" y="352869"/>
                </a:lnTo>
                <a:lnTo>
                  <a:pt x="775335" y="316039"/>
                </a:lnTo>
                <a:lnTo>
                  <a:pt x="845667" y="278091"/>
                </a:lnTo>
                <a:lnTo>
                  <a:pt x="919861" y="247599"/>
                </a:lnTo>
                <a:lnTo>
                  <a:pt x="976274" y="230454"/>
                </a:lnTo>
                <a:lnTo>
                  <a:pt x="1019810" y="222389"/>
                </a:lnTo>
                <a:lnTo>
                  <a:pt x="1055382" y="21908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15220" y="803573"/>
            <a:ext cx="423545" cy="577215"/>
          </a:xfrm>
          <a:custGeom>
            <a:avLst/>
            <a:gdLst/>
            <a:ahLst/>
            <a:cxnLst/>
            <a:rect l="l" t="t" r="r" b="b"/>
            <a:pathLst>
              <a:path w="423544" h="577215">
                <a:moveTo>
                  <a:pt x="295211" y="0"/>
                </a:moveTo>
                <a:lnTo>
                  <a:pt x="305349" y="45168"/>
                </a:lnTo>
                <a:lnTo>
                  <a:pt x="312162" y="90711"/>
                </a:lnTo>
                <a:lnTo>
                  <a:pt x="316337" y="137046"/>
                </a:lnTo>
                <a:lnTo>
                  <a:pt x="318385" y="183392"/>
                </a:lnTo>
                <a:lnTo>
                  <a:pt x="318659" y="206533"/>
                </a:lnTo>
                <a:lnTo>
                  <a:pt x="318714" y="211142"/>
                </a:lnTo>
                <a:lnTo>
                  <a:pt x="317752" y="268541"/>
                </a:lnTo>
                <a:lnTo>
                  <a:pt x="312596" y="311647"/>
                </a:lnTo>
                <a:lnTo>
                  <a:pt x="301495" y="353307"/>
                </a:lnTo>
                <a:lnTo>
                  <a:pt x="282282" y="394230"/>
                </a:lnTo>
                <a:lnTo>
                  <a:pt x="252838" y="433506"/>
                </a:lnTo>
                <a:lnTo>
                  <a:pt x="211046" y="470222"/>
                </a:lnTo>
                <a:lnTo>
                  <a:pt x="154787" y="503466"/>
                </a:lnTo>
                <a:lnTo>
                  <a:pt x="167903" y="510975"/>
                </a:lnTo>
                <a:lnTo>
                  <a:pt x="186228" y="523954"/>
                </a:lnTo>
                <a:lnTo>
                  <a:pt x="209117" y="545053"/>
                </a:lnTo>
                <a:lnTo>
                  <a:pt x="235927" y="576922"/>
                </a:lnTo>
                <a:lnTo>
                  <a:pt x="290205" y="540074"/>
                </a:lnTo>
                <a:lnTo>
                  <a:pt x="332882" y="500182"/>
                </a:lnTo>
                <a:lnTo>
                  <a:pt x="365353" y="458389"/>
                </a:lnTo>
                <a:lnTo>
                  <a:pt x="389008" y="415836"/>
                </a:lnTo>
                <a:lnTo>
                  <a:pt x="405241" y="373665"/>
                </a:lnTo>
                <a:lnTo>
                  <a:pt x="415442" y="333019"/>
                </a:lnTo>
                <a:lnTo>
                  <a:pt x="421006" y="295040"/>
                </a:lnTo>
                <a:lnTo>
                  <a:pt x="423343" y="206533"/>
                </a:lnTo>
                <a:lnTo>
                  <a:pt x="422963" y="195237"/>
                </a:lnTo>
                <a:lnTo>
                  <a:pt x="418664" y="131690"/>
                </a:lnTo>
                <a:lnTo>
                  <a:pt x="415453" y="90911"/>
                </a:lnTo>
                <a:lnTo>
                  <a:pt x="412327" y="49257"/>
                </a:lnTo>
                <a:lnTo>
                  <a:pt x="410679" y="21335"/>
                </a:lnTo>
                <a:lnTo>
                  <a:pt x="415048" y="20091"/>
                </a:lnTo>
                <a:lnTo>
                  <a:pt x="420662" y="18834"/>
                </a:lnTo>
                <a:lnTo>
                  <a:pt x="420662" y="3759"/>
                </a:lnTo>
                <a:lnTo>
                  <a:pt x="412559" y="3136"/>
                </a:lnTo>
                <a:lnTo>
                  <a:pt x="406311" y="3136"/>
                </a:lnTo>
                <a:lnTo>
                  <a:pt x="295211" y="0"/>
                </a:lnTo>
                <a:close/>
              </a:path>
              <a:path w="423544" h="577215">
                <a:moveTo>
                  <a:pt x="24968" y="4394"/>
                </a:moveTo>
                <a:lnTo>
                  <a:pt x="23723" y="11925"/>
                </a:lnTo>
                <a:lnTo>
                  <a:pt x="23723" y="15062"/>
                </a:lnTo>
                <a:lnTo>
                  <a:pt x="20599" y="28867"/>
                </a:lnTo>
                <a:lnTo>
                  <a:pt x="11058" y="74115"/>
                </a:lnTo>
                <a:lnTo>
                  <a:pt x="4679" y="112529"/>
                </a:lnTo>
                <a:lnTo>
                  <a:pt x="16" y="183392"/>
                </a:lnTo>
                <a:lnTo>
                  <a:pt x="0" y="183934"/>
                </a:lnTo>
                <a:lnTo>
                  <a:pt x="475" y="206533"/>
                </a:lnTo>
                <a:lnTo>
                  <a:pt x="572" y="211142"/>
                </a:lnTo>
                <a:lnTo>
                  <a:pt x="3517" y="250717"/>
                </a:lnTo>
                <a:lnTo>
                  <a:pt x="10646" y="299420"/>
                </a:lnTo>
                <a:lnTo>
                  <a:pt x="23642" y="355192"/>
                </a:lnTo>
                <a:lnTo>
                  <a:pt x="44310" y="416839"/>
                </a:lnTo>
                <a:lnTo>
                  <a:pt x="133565" y="406171"/>
                </a:lnTo>
                <a:lnTo>
                  <a:pt x="147734" y="352135"/>
                </a:lnTo>
                <a:lnTo>
                  <a:pt x="166876" y="304865"/>
                </a:lnTo>
                <a:lnTo>
                  <a:pt x="185434" y="268541"/>
                </a:lnTo>
                <a:lnTo>
                  <a:pt x="187927" y="264286"/>
                </a:lnTo>
                <a:lnTo>
                  <a:pt x="101739" y="264286"/>
                </a:lnTo>
                <a:lnTo>
                  <a:pt x="96311" y="216596"/>
                </a:lnTo>
                <a:lnTo>
                  <a:pt x="96194" y="206533"/>
                </a:lnTo>
                <a:lnTo>
                  <a:pt x="97860" y="167601"/>
                </a:lnTo>
                <a:lnTo>
                  <a:pt x="103062" y="127196"/>
                </a:lnTo>
                <a:lnTo>
                  <a:pt x="111656" y="87383"/>
                </a:lnTo>
                <a:lnTo>
                  <a:pt x="123583" y="48336"/>
                </a:lnTo>
                <a:lnTo>
                  <a:pt x="127952" y="47713"/>
                </a:lnTo>
                <a:lnTo>
                  <a:pt x="138556" y="45834"/>
                </a:lnTo>
                <a:lnTo>
                  <a:pt x="138556" y="30759"/>
                </a:lnTo>
                <a:lnTo>
                  <a:pt x="132321" y="28867"/>
                </a:lnTo>
                <a:lnTo>
                  <a:pt x="24968" y="4394"/>
                </a:lnTo>
                <a:close/>
              </a:path>
              <a:path w="423544" h="577215">
                <a:moveTo>
                  <a:pt x="135432" y="195237"/>
                </a:moveTo>
                <a:lnTo>
                  <a:pt x="116090" y="231012"/>
                </a:lnTo>
                <a:lnTo>
                  <a:pt x="111387" y="242484"/>
                </a:lnTo>
                <a:lnTo>
                  <a:pt x="107972" y="250717"/>
                </a:lnTo>
                <a:lnTo>
                  <a:pt x="105028" y="257416"/>
                </a:lnTo>
                <a:lnTo>
                  <a:pt x="101739" y="264286"/>
                </a:lnTo>
                <a:lnTo>
                  <a:pt x="187927" y="264286"/>
                </a:lnTo>
                <a:lnTo>
                  <a:pt x="197853" y="247345"/>
                </a:lnTo>
                <a:lnTo>
                  <a:pt x="179056" y="233547"/>
                </a:lnTo>
                <a:lnTo>
                  <a:pt x="165471" y="222696"/>
                </a:lnTo>
                <a:lnTo>
                  <a:pt x="152472" y="211142"/>
                </a:lnTo>
                <a:lnTo>
                  <a:pt x="135432" y="19523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920720" y="801077"/>
            <a:ext cx="1055370" cy="560705"/>
          </a:xfrm>
          <a:custGeom>
            <a:avLst/>
            <a:gdLst/>
            <a:ahLst/>
            <a:cxnLst/>
            <a:rect l="l" t="t" r="r" b="b"/>
            <a:pathLst>
              <a:path w="1055370" h="560705">
                <a:moveTo>
                  <a:pt x="580440" y="241681"/>
                </a:moveTo>
                <a:lnTo>
                  <a:pt x="549440" y="217373"/>
                </a:lnTo>
                <a:lnTo>
                  <a:pt x="517779" y="189064"/>
                </a:lnTo>
                <a:lnTo>
                  <a:pt x="485736" y="155917"/>
                </a:lnTo>
                <a:lnTo>
                  <a:pt x="453580" y="117055"/>
                </a:lnTo>
                <a:lnTo>
                  <a:pt x="421601" y="71653"/>
                </a:lnTo>
                <a:lnTo>
                  <a:pt x="390080" y="18821"/>
                </a:lnTo>
                <a:lnTo>
                  <a:pt x="298970" y="68414"/>
                </a:lnTo>
                <a:lnTo>
                  <a:pt x="333984" y="135229"/>
                </a:lnTo>
                <a:lnTo>
                  <a:pt x="355231" y="195605"/>
                </a:lnTo>
                <a:lnTo>
                  <a:pt x="366141" y="246316"/>
                </a:lnTo>
                <a:lnTo>
                  <a:pt x="370738" y="305714"/>
                </a:lnTo>
                <a:lnTo>
                  <a:pt x="368109" y="337223"/>
                </a:lnTo>
                <a:lnTo>
                  <a:pt x="357809" y="378053"/>
                </a:lnTo>
                <a:lnTo>
                  <a:pt x="336219" y="418807"/>
                </a:lnTo>
                <a:lnTo>
                  <a:pt x="299720" y="450138"/>
                </a:lnTo>
                <a:lnTo>
                  <a:pt x="244665" y="462661"/>
                </a:lnTo>
                <a:lnTo>
                  <a:pt x="223100" y="460997"/>
                </a:lnTo>
                <a:lnTo>
                  <a:pt x="189661" y="449326"/>
                </a:lnTo>
                <a:lnTo>
                  <a:pt x="158915" y="417639"/>
                </a:lnTo>
                <a:lnTo>
                  <a:pt x="145427" y="355930"/>
                </a:lnTo>
                <a:lnTo>
                  <a:pt x="149542" y="305587"/>
                </a:lnTo>
                <a:lnTo>
                  <a:pt x="161074" y="255168"/>
                </a:lnTo>
                <a:lnTo>
                  <a:pt x="178816" y="206756"/>
                </a:lnTo>
                <a:lnTo>
                  <a:pt x="201549" y="162483"/>
                </a:lnTo>
                <a:lnTo>
                  <a:pt x="228066" y="124460"/>
                </a:lnTo>
                <a:lnTo>
                  <a:pt x="257149" y="94780"/>
                </a:lnTo>
                <a:lnTo>
                  <a:pt x="191617" y="21958"/>
                </a:lnTo>
                <a:lnTo>
                  <a:pt x="129019" y="55600"/>
                </a:lnTo>
                <a:lnTo>
                  <a:pt x="71462" y="75869"/>
                </a:lnTo>
                <a:lnTo>
                  <a:pt x="26073" y="86144"/>
                </a:lnTo>
                <a:lnTo>
                  <a:pt x="0" y="89750"/>
                </a:lnTo>
                <a:lnTo>
                  <a:pt x="32461" y="195224"/>
                </a:lnTo>
                <a:lnTo>
                  <a:pt x="52603" y="189484"/>
                </a:lnTo>
                <a:lnTo>
                  <a:pt x="71932" y="182664"/>
                </a:lnTo>
                <a:lnTo>
                  <a:pt x="90563" y="174917"/>
                </a:lnTo>
                <a:lnTo>
                  <a:pt x="108610" y="166344"/>
                </a:lnTo>
                <a:lnTo>
                  <a:pt x="88112" y="211670"/>
                </a:lnTo>
                <a:lnTo>
                  <a:pt x="69202" y="264287"/>
                </a:lnTo>
                <a:lnTo>
                  <a:pt x="55321" y="317842"/>
                </a:lnTo>
                <a:lnTo>
                  <a:pt x="49936" y="365975"/>
                </a:lnTo>
                <a:lnTo>
                  <a:pt x="54813" y="411734"/>
                </a:lnTo>
                <a:lnTo>
                  <a:pt x="68935" y="452678"/>
                </a:lnTo>
                <a:lnTo>
                  <a:pt x="91541" y="488010"/>
                </a:lnTo>
                <a:lnTo>
                  <a:pt x="121869" y="516890"/>
                </a:lnTo>
                <a:lnTo>
                  <a:pt x="159156" y="538530"/>
                </a:lnTo>
                <a:lnTo>
                  <a:pt x="202628" y="552119"/>
                </a:lnTo>
                <a:lnTo>
                  <a:pt x="251523" y="556818"/>
                </a:lnTo>
                <a:lnTo>
                  <a:pt x="301612" y="551840"/>
                </a:lnTo>
                <a:lnTo>
                  <a:pt x="344360" y="537527"/>
                </a:lnTo>
                <a:lnTo>
                  <a:pt x="379984" y="514883"/>
                </a:lnTo>
                <a:lnTo>
                  <a:pt x="408660" y="484860"/>
                </a:lnTo>
                <a:lnTo>
                  <a:pt x="430606" y="448462"/>
                </a:lnTo>
                <a:lnTo>
                  <a:pt x="446024" y="406654"/>
                </a:lnTo>
                <a:lnTo>
                  <a:pt x="455129" y="360426"/>
                </a:lnTo>
                <a:lnTo>
                  <a:pt x="458127" y="310730"/>
                </a:lnTo>
                <a:lnTo>
                  <a:pt x="457479" y="287909"/>
                </a:lnTo>
                <a:lnTo>
                  <a:pt x="455777" y="270789"/>
                </a:lnTo>
                <a:lnTo>
                  <a:pt x="453364" y="257327"/>
                </a:lnTo>
                <a:lnTo>
                  <a:pt x="450621" y="245440"/>
                </a:lnTo>
                <a:lnTo>
                  <a:pt x="471932" y="270268"/>
                </a:lnTo>
                <a:lnTo>
                  <a:pt x="491502" y="290957"/>
                </a:lnTo>
                <a:lnTo>
                  <a:pt x="510133" y="308838"/>
                </a:lnTo>
                <a:lnTo>
                  <a:pt x="528650" y="325170"/>
                </a:lnTo>
                <a:lnTo>
                  <a:pt x="561327" y="270954"/>
                </a:lnTo>
                <a:lnTo>
                  <a:pt x="572782" y="252691"/>
                </a:lnTo>
                <a:lnTo>
                  <a:pt x="580440" y="241681"/>
                </a:lnTo>
                <a:close/>
              </a:path>
              <a:path w="1055370" h="560705">
                <a:moveTo>
                  <a:pt x="1055370" y="219087"/>
                </a:moveTo>
                <a:lnTo>
                  <a:pt x="1017295" y="109855"/>
                </a:lnTo>
                <a:lnTo>
                  <a:pt x="974750" y="125336"/>
                </a:lnTo>
                <a:lnTo>
                  <a:pt x="935774" y="140004"/>
                </a:lnTo>
                <a:lnTo>
                  <a:pt x="896277" y="155905"/>
                </a:lnTo>
                <a:lnTo>
                  <a:pt x="852208" y="175107"/>
                </a:lnTo>
                <a:lnTo>
                  <a:pt x="799477" y="199631"/>
                </a:lnTo>
                <a:lnTo>
                  <a:pt x="792822" y="185089"/>
                </a:lnTo>
                <a:lnTo>
                  <a:pt x="783640" y="157251"/>
                </a:lnTo>
                <a:lnTo>
                  <a:pt x="775525" y="117170"/>
                </a:lnTo>
                <a:lnTo>
                  <a:pt x="772020" y="65913"/>
                </a:lnTo>
                <a:lnTo>
                  <a:pt x="772248" y="51638"/>
                </a:lnTo>
                <a:lnTo>
                  <a:pt x="772960" y="37426"/>
                </a:lnTo>
                <a:lnTo>
                  <a:pt x="775754" y="0"/>
                </a:lnTo>
                <a:lnTo>
                  <a:pt x="653427" y="26365"/>
                </a:lnTo>
                <a:lnTo>
                  <a:pt x="659485" y="44005"/>
                </a:lnTo>
                <a:lnTo>
                  <a:pt x="663956" y="58762"/>
                </a:lnTo>
                <a:lnTo>
                  <a:pt x="667385" y="74104"/>
                </a:lnTo>
                <a:lnTo>
                  <a:pt x="677595" y="145364"/>
                </a:lnTo>
                <a:lnTo>
                  <a:pt x="685660" y="184315"/>
                </a:lnTo>
                <a:lnTo>
                  <a:pt x="697585" y="214909"/>
                </a:lnTo>
                <a:lnTo>
                  <a:pt x="716470" y="241681"/>
                </a:lnTo>
                <a:lnTo>
                  <a:pt x="678916" y="266903"/>
                </a:lnTo>
                <a:lnTo>
                  <a:pt x="642975" y="296443"/>
                </a:lnTo>
                <a:lnTo>
                  <a:pt x="612521" y="331139"/>
                </a:lnTo>
                <a:lnTo>
                  <a:pt x="591426" y="371817"/>
                </a:lnTo>
                <a:lnTo>
                  <a:pt x="583526" y="419354"/>
                </a:lnTo>
                <a:lnTo>
                  <a:pt x="588632" y="454139"/>
                </a:lnTo>
                <a:lnTo>
                  <a:pt x="624344" y="508419"/>
                </a:lnTo>
                <a:lnTo>
                  <a:pt x="677926" y="539661"/>
                </a:lnTo>
                <a:lnTo>
                  <a:pt x="763905" y="557771"/>
                </a:lnTo>
                <a:lnTo>
                  <a:pt x="833805" y="560590"/>
                </a:lnTo>
                <a:lnTo>
                  <a:pt x="869391" y="559854"/>
                </a:lnTo>
                <a:lnTo>
                  <a:pt x="920559" y="557060"/>
                </a:lnTo>
                <a:lnTo>
                  <a:pt x="981075" y="551319"/>
                </a:lnTo>
                <a:lnTo>
                  <a:pt x="1044752" y="541769"/>
                </a:lnTo>
                <a:lnTo>
                  <a:pt x="1044244" y="504634"/>
                </a:lnTo>
                <a:lnTo>
                  <a:pt x="1045387" y="475919"/>
                </a:lnTo>
                <a:lnTo>
                  <a:pt x="1047915" y="452501"/>
                </a:lnTo>
                <a:lnTo>
                  <a:pt x="1051623" y="431279"/>
                </a:lnTo>
                <a:lnTo>
                  <a:pt x="1007211" y="445604"/>
                </a:lnTo>
                <a:lnTo>
                  <a:pt x="952385" y="456933"/>
                </a:lnTo>
                <a:lnTo>
                  <a:pt x="893826" y="464388"/>
                </a:lnTo>
                <a:lnTo>
                  <a:pt x="838174" y="467067"/>
                </a:lnTo>
                <a:lnTo>
                  <a:pt x="781913" y="464985"/>
                </a:lnTo>
                <a:lnTo>
                  <a:pt x="735431" y="457009"/>
                </a:lnTo>
                <a:lnTo>
                  <a:pt x="703795" y="440563"/>
                </a:lnTo>
                <a:lnTo>
                  <a:pt x="692124" y="413067"/>
                </a:lnTo>
                <a:lnTo>
                  <a:pt x="700671" y="386054"/>
                </a:lnTo>
                <a:lnTo>
                  <a:pt x="727697" y="352869"/>
                </a:lnTo>
                <a:lnTo>
                  <a:pt x="775322" y="316039"/>
                </a:lnTo>
                <a:lnTo>
                  <a:pt x="845654" y="278091"/>
                </a:lnTo>
                <a:lnTo>
                  <a:pt x="919861" y="247599"/>
                </a:lnTo>
                <a:lnTo>
                  <a:pt x="976261" y="230454"/>
                </a:lnTo>
                <a:lnTo>
                  <a:pt x="1019797" y="222389"/>
                </a:lnTo>
                <a:lnTo>
                  <a:pt x="1055370" y="21908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052205" y="803573"/>
            <a:ext cx="423545" cy="577215"/>
          </a:xfrm>
          <a:custGeom>
            <a:avLst/>
            <a:gdLst/>
            <a:ahLst/>
            <a:cxnLst/>
            <a:rect l="l" t="t" r="r" b="b"/>
            <a:pathLst>
              <a:path w="423545" h="577215">
                <a:moveTo>
                  <a:pt x="295211" y="0"/>
                </a:moveTo>
                <a:lnTo>
                  <a:pt x="305349" y="45168"/>
                </a:lnTo>
                <a:lnTo>
                  <a:pt x="312162" y="90711"/>
                </a:lnTo>
                <a:lnTo>
                  <a:pt x="316337" y="137046"/>
                </a:lnTo>
                <a:lnTo>
                  <a:pt x="318385" y="183392"/>
                </a:lnTo>
                <a:lnTo>
                  <a:pt x="318659" y="206533"/>
                </a:lnTo>
                <a:lnTo>
                  <a:pt x="318714" y="211142"/>
                </a:lnTo>
                <a:lnTo>
                  <a:pt x="317752" y="268541"/>
                </a:lnTo>
                <a:lnTo>
                  <a:pt x="312596" y="311647"/>
                </a:lnTo>
                <a:lnTo>
                  <a:pt x="301495" y="353307"/>
                </a:lnTo>
                <a:lnTo>
                  <a:pt x="282282" y="394230"/>
                </a:lnTo>
                <a:lnTo>
                  <a:pt x="252838" y="433506"/>
                </a:lnTo>
                <a:lnTo>
                  <a:pt x="211046" y="470222"/>
                </a:lnTo>
                <a:lnTo>
                  <a:pt x="154787" y="503466"/>
                </a:lnTo>
                <a:lnTo>
                  <a:pt x="167903" y="510975"/>
                </a:lnTo>
                <a:lnTo>
                  <a:pt x="186228" y="523954"/>
                </a:lnTo>
                <a:lnTo>
                  <a:pt x="209117" y="545053"/>
                </a:lnTo>
                <a:lnTo>
                  <a:pt x="235927" y="576922"/>
                </a:lnTo>
                <a:lnTo>
                  <a:pt x="290205" y="540074"/>
                </a:lnTo>
                <a:lnTo>
                  <a:pt x="332882" y="500182"/>
                </a:lnTo>
                <a:lnTo>
                  <a:pt x="365353" y="458389"/>
                </a:lnTo>
                <a:lnTo>
                  <a:pt x="389008" y="415836"/>
                </a:lnTo>
                <a:lnTo>
                  <a:pt x="405241" y="373665"/>
                </a:lnTo>
                <a:lnTo>
                  <a:pt x="415442" y="333019"/>
                </a:lnTo>
                <a:lnTo>
                  <a:pt x="421006" y="295040"/>
                </a:lnTo>
                <a:lnTo>
                  <a:pt x="423343" y="206533"/>
                </a:lnTo>
                <a:lnTo>
                  <a:pt x="422963" y="195237"/>
                </a:lnTo>
                <a:lnTo>
                  <a:pt x="418664" y="131690"/>
                </a:lnTo>
                <a:lnTo>
                  <a:pt x="415453" y="90911"/>
                </a:lnTo>
                <a:lnTo>
                  <a:pt x="412327" y="49257"/>
                </a:lnTo>
                <a:lnTo>
                  <a:pt x="410679" y="21335"/>
                </a:lnTo>
                <a:lnTo>
                  <a:pt x="415048" y="20091"/>
                </a:lnTo>
                <a:lnTo>
                  <a:pt x="420662" y="18834"/>
                </a:lnTo>
                <a:lnTo>
                  <a:pt x="420662" y="3759"/>
                </a:lnTo>
                <a:lnTo>
                  <a:pt x="412559" y="3136"/>
                </a:lnTo>
                <a:lnTo>
                  <a:pt x="406311" y="3136"/>
                </a:lnTo>
                <a:lnTo>
                  <a:pt x="295211" y="0"/>
                </a:lnTo>
                <a:close/>
              </a:path>
              <a:path w="423545" h="577215">
                <a:moveTo>
                  <a:pt x="24968" y="4394"/>
                </a:moveTo>
                <a:lnTo>
                  <a:pt x="23723" y="11925"/>
                </a:lnTo>
                <a:lnTo>
                  <a:pt x="23723" y="15062"/>
                </a:lnTo>
                <a:lnTo>
                  <a:pt x="20599" y="28867"/>
                </a:lnTo>
                <a:lnTo>
                  <a:pt x="11058" y="74115"/>
                </a:lnTo>
                <a:lnTo>
                  <a:pt x="4679" y="112529"/>
                </a:lnTo>
                <a:lnTo>
                  <a:pt x="16" y="183392"/>
                </a:lnTo>
                <a:lnTo>
                  <a:pt x="0" y="183934"/>
                </a:lnTo>
                <a:lnTo>
                  <a:pt x="475" y="206533"/>
                </a:lnTo>
                <a:lnTo>
                  <a:pt x="572" y="211142"/>
                </a:lnTo>
                <a:lnTo>
                  <a:pt x="3517" y="250717"/>
                </a:lnTo>
                <a:lnTo>
                  <a:pt x="10646" y="299420"/>
                </a:lnTo>
                <a:lnTo>
                  <a:pt x="23642" y="355192"/>
                </a:lnTo>
                <a:lnTo>
                  <a:pt x="44310" y="416839"/>
                </a:lnTo>
                <a:lnTo>
                  <a:pt x="133565" y="406171"/>
                </a:lnTo>
                <a:lnTo>
                  <a:pt x="147734" y="352135"/>
                </a:lnTo>
                <a:lnTo>
                  <a:pt x="166876" y="304865"/>
                </a:lnTo>
                <a:lnTo>
                  <a:pt x="185434" y="268541"/>
                </a:lnTo>
                <a:lnTo>
                  <a:pt x="187927" y="264286"/>
                </a:lnTo>
                <a:lnTo>
                  <a:pt x="101739" y="264286"/>
                </a:lnTo>
                <a:lnTo>
                  <a:pt x="96311" y="216596"/>
                </a:lnTo>
                <a:lnTo>
                  <a:pt x="96194" y="206533"/>
                </a:lnTo>
                <a:lnTo>
                  <a:pt x="97860" y="167601"/>
                </a:lnTo>
                <a:lnTo>
                  <a:pt x="103062" y="127196"/>
                </a:lnTo>
                <a:lnTo>
                  <a:pt x="111656" y="87383"/>
                </a:lnTo>
                <a:lnTo>
                  <a:pt x="123583" y="48336"/>
                </a:lnTo>
                <a:lnTo>
                  <a:pt x="127952" y="47713"/>
                </a:lnTo>
                <a:lnTo>
                  <a:pt x="138556" y="45834"/>
                </a:lnTo>
                <a:lnTo>
                  <a:pt x="138556" y="30759"/>
                </a:lnTo>
                <a:lnTo>
                  <a:pt x="132321" y="28867"/>
                </a:lnTo>
                <a:lnTo>
                  <a:pt x="24968" y="4394"/>
                </a:lnTo>
                <a:close/>
              </a:path>
              <a:path w="423545" h="577215">
                <a:moveTo>
                  <a:pt x="135432" y="195237"/>
                </a:moveTo>
                <a:lnTo>
                  <a:pt x="116090" y="231012"/>
                </a:lnTo>
                <a:lnTo>
                  <a:pt x="111387" y="242484"/>
                </a:lnTo>
                <a:lnTo>
                  <a:pt x="107972" y="250717"/>
                </a:lnTo>
                <a:lnTo>
                  <a:pt x="105028" y="257416"/>
                </a:lnTo>
                <a:lnTo>
                  <a:pt x="101739" y="264286"/>
                </a:lnTo>
                <a:lnTo>
                  <a:pt x="187927" y="264286"/>
                </a:lnTo>
                <a:lnTo>
                  <a:pt x="197853" y="247345"/>
                </a:lnTo>
                <a:lnTo>
                  <a:pt x="179056" y="233547"/>
                </a:lnTo>
                <a:lnTo>
                  <a:pt x="165471" y="222696"/>
                </a:lnTo>
                <a:lnTo>
                  <a:pt x="152472" y="211142"/>
                </a:lnTo>
                <a:lnTo>
                  <a:pt x="135432" y="19523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543356" y="787249"/>
            <a:ext cx="588645" cy="577850"/>
          </a:xfrm>
          <a:custGeom>
            <a:avLst/>
            <a:gdLst/>
            <a:ahLst/>
            <a:cxnLst/>
            <a:rect l="l" t="t" r="r" b="b"/>
            <a:pathLst>
              <a:path w="588645" h="577850">
                <a:moveTo>
                  <a:pt x="185991" y="467690"/>
                </a:moveTo>
                <a:lnTo>
                  <a:pt x="197226" y="519795"/>
                </a:lnTo>
                <a:lnTo>
                  <a:pt x="199023" y="562770"/>
                </a:lnTo>
                <a:lnTo>
                  <a:pt x="199097" y="570014"/>
                </a:lnTo>
                <a:lnTo>
                  <a:pt x="209060" y="572784"/>
                </a:lnTo>
                <a:lnTo>
                  <a:pt x="220246" y="575200"/>
                </a:lnTo>
                <a:lnTo>
                  <a:pt x="234123" y="576909"/>
                </a:lnTo>
                <a:lnTo>
                  <a:pt x="252158" y="577557"/>
                </a:lnTo>
                <a:lnTo>
                  <a:pt x="291461" y="573556"/>
                </a:lnTo>
                <a:lnTo>
                  <a:pt x="319944" y="563433"/>
                </a:lnTo>
                <a:lnTo>
                  <a:pt x="339655" y="550013"/>
                </a:lnTo>
                <a:lnTo>
                  <a:pt x="352640" y="536117"/>
                </a:lnTo>
                <a:lnTo>
                  <a:pt x="380870" y="480250"/>
                </a:lnTo>
                <a:lnTo>
                  <a:pt x="251523" y="480250"/>
                </a:lnTo>
                <a:lnTo>
                  <a:pt x="241284" y="479789"/>
                </a:lnTo>
                <a:lnTo>
                  <a:pt x="228587" y="477975"/>
                </a:lnTo>
                <a:lnTo>
                  <a:pt x="210975" y="474158"/>
                </a:lnTo>
                <a:lnTo>
                  <a:pt x="185991" y="467690"/>
                </a:lnTo>
                <a:close/>
              </a:path>
              <a:path w="588645" h="577850">
                <a:moveTo>
                  <a:pt x="225887" y="256755"/>
                </a:moveTo>
                <a:lnTo>
                  <a:pt x="131699" y="256755"/>
                </a:lnTo>
                <a:lnTo>
                  <a:pt x="115095" y="304074"/>
                </a:lnTo>
                <a:lnTo>
                  <a:pt x="95613" y="350924"/>
                </a:lnTo>
                <a:lnTo>
                  <a:pt x="73807" y="396832"/>
                </a:lnTo>
                <a:lnTo>
                  <a:pt x="50233" y="441327"/>
                </a:lnTo>
                <a:lnTo>
                  <a:pt x="25446" y="483938"/>
                </a:lnTo>
                <a:lnTo>
                  <a:pt x="0" y="524192"/>
                </a:lnTo>
                <a:lnTo>
                  <a:pt x="32209" y="538309"/>
                </a:lnTo>
                <a:lnTo>
                  <a:pt x="56407" y="550952"/>
                </a:lnTo>
                <a:lnTo>
                  <a:pt x="74870" y="562770"/>
                </a:lnTo>
                <a:lnTo>
                  <a:pt x="89877" y="574408"/>
                </a:lnTo>
                <a:lnTo>
                  <a:pt x="116136" y="528648"/>
                </a:lnTo>
                <a:lnTo>
                  <a:pt x="140364" y="481822"/>
                </a:lnTo>
                <a:lnTo>
                  <a:pt x="162593" y="434019"/>
                </a:lnTo>
                <a:lnTo>
                  <a:pt x="182857" y="385325"/>
                </a:lnTo>
                <a:lnTo>
                  <a:pt x="201188" y="335830"/>
                </a:lnTo>
                <a:lnTo>
                  <a:pt x="217618" y="285620"/>
                </a:lnTo>
                <a:lnTo>
                  <a:pt x="225887" y="256755"/>
                </a:lnTo>
                <a:close/>
              </a:path>
              <a:path w="588645" h="577850">
                <a:moveTo>
                  <a:pt x="393126" y="233527"/>
                </a:moveTo>
                <a:lnTo>
                  <a:pt x="250901" y="233527"/>
                </a:lnTo>
                <a:lnTo>
                  <a:pt x="284029" y="241081"/>
                </a:lnTo>
                <a:lnTo>
                  <a:pt x="301536" y="259583"/>
                </a:lnTo>
                <a:lnTo>
                  <a:pt x="308394" y="282792"/>
                </a:lnTo>
                <a:lnTo>
                  <a:pt x="309553" y="304074"/>
                </a:lnTo>
                <a:lnTo>
                  <a:pt x="309558" y="304942"/>
                </a:lnTo>
                <a:lnTo>
                  <a:pt x="307701" y="358419"/>
                </a:lnTo>
                <a:lnTo>
                  <a:pt x="299742" y="415901"/>
                </a:lnTo>
                <a:lnTo>
                  <a:pt x="282186" y="461612"/>
                </a:lnTo>
                <a:lnTo>
                  <a:pt x="251523" y="480250"/>
                </a:lnTo>
                <a:lnTo>
                  <a:pt x="380870" y="480250"/>
                </a:lnTo>
                <a:lnTo>
                  <a:pt x="382582" y="476862"/>
                </a:lnTo>
                <a:lnTo>
                  <a:pt x="397957" y="410013"/>
                </a:lnTo>
                <a:lnTo>
                  <a:pt x="403622" y="353641"/>
                </a:lnTo>
                <a:lnTo>
                  <a:pt x="404321" y="329589"/>
                </a:lnTo>
                <a:lnTo>
                  <a:pt x="404431" y="325818"/>
                </a:lnTo>
                <a:lnTo>
                  <a:pt x="401146" y="269413"/>
                </a:lnTo>
                <a:lnTo>
                  <a:pt x="393126" y="233527"/>
                </a:lnTo>
                <a:close/>
              </a:path>
              <a:path w="588645" h="577850">
                <a:moveTo>
                  <a:pt x="438759" y="116763"/>
                </a:moveTo>
                <a:lnTo>
                  <a:pt x="374484" y="152552"/>
                </a:lnTo>
                <a:lnTo>
                  <a:pt x="399555" y="182072"/>
                </a:lnTo>
                <a:lnTo>
                  <a:pt x="428547" y="221132"/>
                </a:lnTo>
                <a:lnTo>
                  <a:pt x="452507" y="260430"/>
                </a:lnTo>
                <a:lnTo>
                  <a:pt x="462483" y="290664"/>
                </a:lnTo>
                <a:lnTo>
                  <a:pt x="460844" y="299156"/>
                </a:lnTo>
                <a:lnTo>
                  <a:pt x="455461" y="304942"/>
                </a:lnTo>
                <a:lnTo>
                  <a:pt x="445632" y="309552"/>
                </a:lnTo>
                <a:lnTo>
                  <a:pt x="430657" y="314515"/>
                </a:lnTo>
                <a:lnTo>
                  <a:pt x="440352" y="329589"/>
                </a:lnTo>
                <a:lnTo>
                  <a:pt x="452967" y="350373"/>
                </a:lnTo>
                <a:lnTo>
                  <a:pt x="466282" y="374101"/>
                </a:lnTo>
                <a:lnTo>
                  <a:pt x="478078" y="398005"/>
                </a:lnTo>
                <a:lnTo>
                  <a:pt x="508216" y="385784"/>
                </a:lnTo>
                <a:lnTo>
                  <a:pt x="538002" y="369446"/>
                </a:lnTo>
                <a:lnTo>
                  <a:pt x="560765" y="346988"/>
                </a:lnTo>
                <a:lnTo>
                  <a:pt x="569836" y="316407"/>
                </a:lnTo>
                <a:lnTo>
                  <a:pt x="568401" y="299902"/>
                </a:lnTo>
                <a:lnTo>
                  <a:pt x="554298" y="262192"/>
                </a:lnTo>
                <a:lnTo>
                  <a:pt x="519335" y="208398"/>
                </a:lnTo>
                <a:lnTo>
                  <a:pt x="494933" y="177814"/>
                </a:lnTo>
                <a:lnTo>
                  <a:pt x="467723" y="146994"/>
                </a:lnTo>
                <a:lnTo>
                  <a:pt x="438759" y="116763"/>
                </a:lnTo>
                <a:close/>
              </a:path>
              <a:path w="588645" h="577850">
                <a:moveTo>
                  <a:pt x="176631" y="15062"/>
                </a:moveTo>
                <a:lnTo>
                  <a:pt x="171242" y="83410"/>
                </a:lnTo>
                <a:lnTo>
                  <a:pt x="157899" y="155054"/>
                </a:lnTo>
                <a:lnTo>
                  <a:pt x="60772" y="176639"/>
                </a:lnTo>
                <a:lnTo>
                  <a:pt x="13728" y="184556"/>
                </a:lnTo>
                <a:lnTo>
                  <a:pt x="43065" y="290664"/>
                </a:lnTo>
                <a:lnTo>
                  <a:pt x="64111" y="280864"/>
                </a:lnTo>
                <a:lnTo>
                  <a:pt x="84105" y="272534"/>
                </a:lnTo>
                <a:lnTo>
                  <a:pt x="105737" y="264792"/>
                </a:lnTo>
                <a:lnTo>
                  <a:pt x="131699" y="256755"/>
                </a:lnTo>
                <a:lnTo>
                  <a:pt x="225887" y="256755"/>
                </a:lnTo>
                <a:lnTo>
                  <a:pt x="232181" y="234784"/>
                </a:lnTo>
                <a:lnTo>
                  <a:pt x="244665" y="233527"/>
                </a:lnTo>
                <a:lnTo>
                  <a:pt x="393126" y="233527"/>
                </a:lnTo>
                <a:lnTo>
                  <a:pt x="390633" y="222373"/>
                </a:lnTo>
                <a:lnTo>
                  <a:pt x="371902" y="185273"/>
                </a:lnTo>
                <a:lnTo>
                  <a:pt x="343964" y="158690"/>
                </a:lnTo>
                <a:lnTo>
                  <a:pt x="305831" y="143197"/>
                </a:lnTo>
                <a:lnTo>
                  <a:pt x="256514" y="139369"/>
                </a:lnTo>
                <a:lnTo>
                  <a:pt x="260611" y="122951"/>
                </a:lnTo>
                <a:lnTo>
                  <a:pt x="266693" y="99809"/>
                </a:lnTo>
                <a:lnTo>
                  <a:pt x="273016" y="75979"/>
                </a:lnTo>
                <a:lnTo>
                  <a:pt x="277114" y="60261"/>
                </a:lnTo>
                <a:lnTo>
                  <a:pt x="285229" y="59639"/>
                </a:lnTo>
                <a:lnTo>
                  <a:pt x="293344" y="59639"/>
                </a:lnTo>
                <a:lnTo>
                  <a:pt x="293344" y="44577"/>
                </a:lnTo>
                <a:lnTo>
                  <a:pt x="289598" y="43319"/>
                </a:lnTo>
                <a:lnTo>
                  <a:pt x="278358" y="40805"/>
                </a:lnTo>
                <a:lnTo>
                  <a:pt x="176631" y="15062"/>
                </a:lnTo>
                <a:close/>
              </a:path>
              <a:path w="588645" h="577850">
                <a:moveTo>
                  <a:pt x="473710" y="38925"/>
                </a:moveTo>
                <a:lnTo>
                  <a:pt x="428155" y="70307"/>
                </a:lnTo>
                <a:lnTo>
                  <a:pt x="441067" y="85263"/>
                </a:lnTo>
                <a:lnTo>
                  <a:pt x="456555" y="104686"/>
                </a:lnTo>
                <a:lnTo>
                  <a:pt x="470656" y="122951"/>
                </a:lnTo>
                <a:lnTo>
                  <a:pt x="479336" y="134340"/>
                </a:lnTo>
                <a:lnTo>
                  <a:pt x="507261" y="113703"/>
                </a:lnTo>
                <a:lnTo>
                  <a:pt x="515667" y="107590"/>
                </a:lnTo>
                <a:lnTo>
                  <a:pt x="524891" y="101066"/>
                </a:lnTo>
                <a:lnTo>
                  <a:pt x="515495" y="87651"/>
                </a:lnTo>
                <a:lnTo>
                  <a:pt x="504925" y="73763"/>
                </a:lnTo>
                <a:lnTo>
                  <a:pt x="491542" y="57991"/>
                </a:lnTo>
                <a:lnTo>
                  <a:pt x="473710" y="38925"/>
                </a:lnTo>
                <a:close/>
              </a:path>
              <a:path w="588645" h="577850">
                <a:moveTo>
                  <a:pt x="536130" y="0"/>
                </a:moveTo>
                <a:lnTo>
                  <a:pt x="488073" y="30759"/>
                </a:lnTo>
                <a:lnTo>
                  <a:pt x="502632" y="46672"/>
                </a:lnTo>
                <a:lnTo>
                  <a:pt x="514675" y="61993"/>
                </a:lnTo>
                <a:lnTo>
                  <a:pt x="525901" y="78960"/>
                </a:lnTo>
                <a:lnTo>
                  <a:pt x="538010" y="99809"/>
                </a:lnTo>
                <a:lnTo>
                  <a:pt x="576884" y="72450"/>
                </a:lnTo>
                <a:lnTo>
                  <a:pt x="588556" y="64033"/>
                </a:lnTo>
                <a:lnTo>
                  <a:pt x="582561" y="54733"/>
                </a:lnTo>
                <a:lnTo>
                  <a:pt x="572877" y="41432"/>
                </a:lnTo>
                <a:lnTo>
                  <a:pt x="557927" y="23422"/>
                </a:lnTo>
                <a:lnTo>
                  <a:pt x="53613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202771" y="808862"/>
            <a:ext cx="459105" cy="548640"/>
          </a:xfrm>
          <a:custGeom>
            <a:avLst/>
            <a:gdLst/>
            <a:ahLst/>
            <a:cxnLst/>
            <a:rect l="l" t="t" r="r" b="b"/>
            <a:pathLst>
              <a:path w="459104" h="548640">
                <a:moveTo>
                  <a:pt x="458571" y="0"/>
                </a:moveTo>
                <a:lnTo>
                  <a:pt x="0" y="0"/>
                </a:lnTo>
                <a:lnTo>
                  <a:pt x="0" y="97790"/>
                </a:lnTo>
                <a:lnTo>
                  <a:pt x="0" y="223520"/>
                </a:lnTo>
                <a:lnTo>
                  <a:pt x="0" y="314960"/>
                </a:lnTo>
                <a:lnTo>
                  <a:pt x="0" y="452120"/>
                </a:lnTo>
                <a:lnTo>
                  <a:pt x="0" y="548640"/>
                </a:lnTo>
                <a:lnTo>
                  <a:pt x="458571" y="548640"/>
                </a:lnTo>
                <a:lnTo>
                  <a:pt x="458571" y="452170"/>
                </a:lnTo>
                <a:lnTo>
                  <a:pt x="458571" y="315442"/>
                </a:lnTo>
                <a:lnTo>
                  <a:pt x="350786" y="315442"/>
                </a:lnTo>
                <a:lnTo>
                  <a:pt x="350786" y="452120"/>
                </a:lnTo>
                <a:lnTo>
                  <a:pt x="107772" y="452120"/>
                </a:lnTo>
                <a:lnTo>
                  <a:pt x="107772" y="314960"/>
                </a:lnTo>
                <a:lnTo>
                  <a:pt x="458571" y="314960"/>
                </a:lnTo>
                <a:lnTo>
                  <a:pt x="458571" y="223520"/>
                </a:lnTo>
                <a:lnTo>
                  <a:pt x="107772" y="223520"/>
                </a:lnTo>
                <a:lnTo>
                  <a:pt x="107772" y="97790"/>
                </a:lnTo>
                <a:lnTo>
                  <a:pt x="350786" y="97790"/>
                </a:lnTo>
                <a:lnTo>
                  <a:pt x="350786" y="222897"/>
                </a:lnTo>
                <a:lnTo>
                  <a:pt x="458571" y="222897"/>
                </a:lnTo>
                <a:lnTo>
                  <a:pt x="458571" y="97790"/>
                </a:lnTo>
                <a:lnTo>
                  <a:pt x="458571" y="97218"/>
                </a:lnTo>
                <a:lnTo>
                  <a:pt x="45857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14206" y="765191"/>
            <a:ext cx="681355" cy="632460"/>
          </a:xfrm>
          <a:custGeom>
            <a:avLst/>
            <a:gdLst/>
            <a:ahLst/>
            <a:cxnLst/>
            <a:rect l="l" t="t" r="r" b="b"/>
            <a:pathLst>
              <a:path w="681354" h="632460">
                <a:moveTo>
                  <a:pt x="389928" y="0"/>
                </a:moveTo>
                <a:lnTo>
                  <a:pt x="290385" y="0"/>
                </a:lnTo>
                <a:lnTo>
                  <a:pt x="290385" y="121551"/>
                </a:lnTo>
                <a:lnTo>
                  <a:pt x="29514" y="121551"/>
                </a:lnTo>
                <a:lnTo>
                  <a:pt x="29514" y="212699"/>
                </a:lnTo>
                <a:lnTo>
                  <a:pt x="245757" y="212699"/>
                </a:lnTo>
                <a:lnTo>
                  <a:pt x="234001" y="231047"/>
                </a:lnTo>
                <a:lnTo>
                  <a:pt x="207913" y="267995"/>
                </a:lnTo>
                <a:lnTo>
                  <a:pt x="178588" y="305071"/>
                </a:lnTo>
                <a:lnTo>
                  <a:pt x="147183" y="340984"/>
                </a:lnTo>
                <a:lnTo>
                  <a:pt x="114100" y="375276"/>
                </a:lnTo>
                <a:lnTo>
                  <a:pt x="80635" y="406523"/>
                </a:lnTo>
                <a:lnTo>
                  <a:pt x="47230" y="434317"/>
                </a:lnTo>
                <a:lnTo>
                  <a:pt x="15311" y="457629"/>
                </a:lnTo>
                <a:lnTo>
                  <a:pt x="0" y="467537"/>
                </a:lnTo>
                <a:lnTo>
                  <a:pt x="9603" y="474529"/>
                </a:lnTo>
                <a:lnTo>
                  <a:pt x="38442" y="500684"/>
                </a:lnTo>
                <a:lnTo>
                  <a:pt x="64176" y="530717"/>
                </a:lnTo>
                <a:lnTo>
                  <a:pt x="71386" y="540727"/>
                </a:lnTo>
                <a:lnTo>
                  <a:pt x="90935" y="525968"/>
                </a:lnTo>
                <a:lnTo>
                  <a:pt x="129894" y="492821"/>
                </a:lnTo>
                <a:lnTo>
                  <a:pt x="168549" y="455101"/>
                </a:lnTo>
                <a:lnTo>
                  <a:pt x="206129" y="414354"/>
                </a:lnTo>
                <a:lnTo>
                  <a:pt x="242236" y="371109"/>
                </a:lnTo>
                <a:lnTo>
                  <a:pt x="275193" y="326908"/>
                </a:lnTo>
                <a:lnTo>
                  <a:pt x="290385" y="304545"/>
                </a:lnTo>
                <a:lnTo>
                  <a:pt x="290385" y="435762"/>
                </a:lnTo>
                <a:lnTo>
                  <a:pt x="194957" y="435762"/>
                </a:lnTo>
                <a:lnTo>
                  <a:pt x="194957" y="528993"/>
                </a:lnTo>
                <a:lnTo>
                  <a:pt x="290385" y="528993"/>
                </a:lnTo>
                <a:lnTo>
                  <a:pt x="290385" y="631888"/>
                </a:lnTo>
                <a:lnTo>
                  <a:pt x="389928" y="631888"/>
                </a:lnTo>
                <a:lnTo>
                  <a:pt x="389928" y="528993"/>
                </a:lnTo>
                <a:lnTo>
                  <a:pt x="487400" y="528993"/>
                </a:lnTo>
                <a:lnTo>
                  <a:pt x="487400" y="435762"/>
                </a:lnTo>
                <a:lnTo>
                  <a:pt x="389928" y="435762"/>
                </a:lnTo>
                <a:lnTo>
                  <a:pt x="389928" y="303860"/>
                </a:lnTo>
                <a:lnTo>
                  <a:pt x="421587" y="348408"/>
                </a:lnTo>
                <a:lnTo>
                  <a:pt x="456171" y="392252"/>
                </a:lnTo>
                <a:lnTo>
                  <a:pt x="493071" y="434466"/>
                </a:lnTo>
                <a:lnTo>
                  <a:pt x="531685" y="474091"/>
                </a:lnTo>
                <a:lnTo>
                  <a:pt x="570899" y="509914"/>
                </a:lnTo>
                <a:lnTo>
                  <a:pt x="609600" y="540727"/>
                </a:lnTo>
                <a:lnTo>
                  <a:pt x="616810" y="530717"/>
                </a:lnTo>
                <a:lnTo>
                  <a:pt x="624706" y="520706"/>
                </a:lnTo>
                <a:lnTo>
                  <a:pt x="652161" y="491099"/>
                </a:lnTo>
                <a:lnTo>
                  <a:pt x="680999" y="467537"/>
                </a:lnTo>
                <a:lnTo>
                  <a:pt x="665680" y="457629"/>
                </a:lnTo>
                <a:lnTo>
                  <a:pt x="633761" y="434317"/>
                </a:lnTo>
                <a:lnTo>
                  <a:pt x="600356" y="406523"/>
                </a:lnTo>
                <a:lnTo>
                  <a:pt x="566885" y="375276"/>
                </a:lnTo>
                <a:lnTo>
                  <a:pt x="533802" y="340984"/>
                </a:lnTo>
                <a:lnTo>
                  <a:pt x="502398" y="305071"/>
                </a:lnTo>
                <a:lnTo>
                  <a:pt x="473075" y="267995"/>
                </a:lnTo>
                <a:lnTo>
                  <a:pt x="446995" y="231047"/>
                </a:lnTo>
                <a:lnTo>
                  <a:pt x="435241" y="212699"/>
                </a:lnTo>
                <a:lnTo>
                  <a:pt x="651484" y="212699"/>
                </a:lnTo>
                <a:lnTo>
                  <a:pt x="651484" y="121551"/>
                </a:lnTo>
                <a:lnTo>
                  <a:pt x="389928" y="121551"/>
                </a:lnTo>
                <a:lnTo>
                  <a:pt x="389928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30110" y="798125"/>
            <a:ext cx="1753746" cy="1856012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6584797" y="793356"/>
            <a:ext cx="756285" cy="1279525"/>
            <a:chOff x="6584797" y="793356"/>
            <a:chExt cx="756285" cy="1279525"/>
          </a:xfrm>
        </p:grpSpPr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84797" y="793356"/>
              <a:ext cx="756157" cy="7964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844532" y="1612683"/>
              <a:ext cx="474345" cy="459740"/>
            </a:xfrm>
            <a:custGeom>
              <a:avLst/>
              <a:gdLst/>
              <a:ahLst/>
              <a:cxnLst/>
              <a:rect l="l" t="t" r="r" b="b"/>
              <a:pathLst>
                <a:path w="474345" h="459739">
                  <a:moveTo>
                    <a:pt x="182359" y="315036"/>
                  </a:moveTo>
                  <a:lnTo>
                    <a:pt x="108331" y="315036"/>
                  </a:lnTo>
                  <a:lnTo>
                    <a:pt x="108331" y="459638"/>
                  </a:lnTo>
                  <a:lnTo>
                    <a:pt x="182359" y="459638"/>
                  </a:lnTo>
                  <a:lnTo>
                    <a:pt x="182359" y="447205"/>
                  </a:lnTo>
                  <a:lnTo>
                    <a:pt x="370687" y="447205"/>
                  </a:lnTo>
                  <a:lnTo>
                    <a:pt x="370687" y="399008"/>
                  </a:lnTo>
                  <a:lnTo>
                    <a:pt x="182359" y="399008"/>
                  </a:lnTo>
                  <a:lnTo>
                    <a:pt x="182359" y="377647"/>
                  </a:lnTo>
                  <a:lnTo>
                    <a:pt x="370687" y="377647"/>
                  </a:lnTo>
                  <a:lnTo>
                    <a:pt x="370687" y="331927"/>
                  </a:lnTo>
                  <a:lnTo>
                    <a:pt x="182359" y="331927"/>
                  </a:lnTo>
                  <a:lnTo>
                    <a:pt x="182359" y="315036"/>
                  </a:lnTo>
                  <a:close/>
                </a:path>
                <a:path w="474345" h="459739">
                  <a:moveTo>
                    <a:pt x="370687" y="447205"/>
                  </a:moveTo>
                  <a:lnTo>
                    <a:pt x="297141" y="447205"/>
                  </a:lnTo>
                  <a:lnTo>
                    <a:pt x="297141" y="459638"/>
                  </a:lnTo>
                  <a:lnTo>
                    <a:pt x="370687" y="459638"/>
                  </a:lnTo>
                  <a:lnTo>
                    <a:pt x="370687" y="447205"/>
                  </a:lnTo>
                  <a:close/>
                </a:path>
                <a:path w="474345" h="459739">
                  <a:moveTo>
                    <a:pt x="370687" y="377647"/>
                  </a:moveTo>
                  <a:lnTo>
                    <a:pt x="297141" y="377647"/>
                  </a:lnTo>
                  <a:lnTo>
                    <a:pt x="297141" y="399008"/>
                  </a:lnTo>
                  <a:lnTo>
                    <a:pt x="370687" y="399008"/>
                  </a:lnTo>
                  <a:lnTo>
                    <a:pt x="370687" y="377647"/>
                  </a:lnTo>
                  <a:close/>
                </a:path>
                <a:path w="474345" h="459739">
                  <a:moveTo>
                    <a:pt x="184848" y="233540"/>
                  </a:moveTo>
                  <a:lnTo>
                    <a:pt x="93916" y="233540"/>
                  </a:lnTo>
                  <a:lnTo>
                    <a:pt x="66240" y="258520"/>
                  </a:lnTo>
                  <a:lnTo>
                    <a:pt x="39500" y="277210"/>
                  </a:lnTo>
                  <a:lnTo>
                    <a:pt x="16488" y="290217"/>
                  </a:lnTo>
                  <a:lnTo>
                    <a:pt x="0" y="298145"/>
                  </a:lnTo>
                  <a:lnTo>
                    <a:pt x="19136" y="313811"/>
                  </a:lnTo>
                  <a:lnTo>
                    <a:pt x="34591" y="329569"/>
                  </a:lnTo>
                  <a:lnTo>
                    <a:pt x="46041" y="343277"/>
                  </a:lnTo>
                  <a:lnTo>
                    <a:pt x="53162" y="352793"/>
                  </a:lnTo>
                  <a:lnTo>
                    <a:pt x="64507" y="346056"/>
                  </a:lnTo>
                  <a:lnTo>
                    <a:pt x="77203" y="338015"/>
                  </a:lnTo>
                  <a:lnTo>
                    <a:pt x="91670" y="327924"/>
                  </a:lnTo>
                  <a:lnTo>
                    <a:pt x="108331" y="315036"/>
                  </a:lnTo>
                  <a:lnTo>
                    <a:pt x="182359" y="315036"/>
                  </a:lnTo>
                  <a:lnTo>
                    <a:pt x="182359" y="311061"/>
                  </a:lnTo>
                  <a:lnTo>
                    <a:pt x="370687" y="311061"/>
                  </a:lnTo>
                  <a:lnTo>
                    <a:pt x="370687" y="305092"/>
                  </a:lnTo>
                  <a:lnTo>
                    <a:pt x="451025" y="305092"/>
                  </a:lnTo>
                  <a:lnTo>
                    <a:pt x="457032" y="299095"/>
                  </a:lnTo>
                  <a:lnTo>
                    <a:pt x="474052" y="283730"/>
                  </a:lnTo>
                  <a:lnTo>
                    <a:pt x="451050" y="272532"/>
                  </a:lnTo>
                  <a:lnTo>
                    <a:pt x="430195" y="260497"/>
                  </a:lnTo>
                  <a:lnTo>
                    <a:pt x="421918" y="254901"/>
                  </a:lnTo>
                  <a:lnTo>
                    <a:pt x="168948" y="254901"/>
                  </a:lnTo>
                  <a:lnTo>
                    <a:pt x="175695" y="246256"/>
                  </a:lnTo>
                  <a:lnTo>
                    <a:pt x="180065" y="240496"/>
                  </a:lnTo>
                  <a:lnTo>
                    <a:pt x="182851" y="236599"/>
                  </a:lnTo>
                  <a:lnTo>
                    <a:pt x="184848" y="233540"/>
                  </a:lnTo>
                  <a:close/>
                </a:path>
                <a:path w="474345" h="459739">
                  <a:moveTo>
                    <a:pt x="451025" y="305092"/>
                  </a:moveTo>
                  <a:lnTo>
                    <a:pt x="370687" y="305092"/>
                  </a:lnTo>
                  <a:lnTo>
                    <a:pt x="385398" y="316558"/>
                  </a:lnTo>
                  <a:lnTo>
                    <a:pt x="398575" y="326024"/>
                  </a:lnTo>
                  <a:lnTo>
                    <a:pt x="410730" y="334095"/>
                  </a:lnTo>
                  <a:lnTo>
                    <a:pt x="422376" y="341376"/>
                  </a:lnTo>
                  <a:lnTo>
                    <a:pt x="433803" y="324610"/>
                  </a:lnTo>
                  <a:lnTo>
                    <a:pt x="444485" y="311619"/>
                  </a:lnTo>
                  <a:lnTo>
                    <a:pt x="451025" y="305092"/>
                  </a:lnTo>
                  <a:close/>
                </a:path>
                <a:path w="474345" h="459739">
                  <a:moveTo>
                    <a:pt x="370687" y="311061"/>
                  </a:moveTo>
                  <a:lnTo>
                    <a:pt x="297141" y="311061"/>
                  </a:lnTo>
                  <a:lnTo>
                    <a:pt x="297141" y="331927"/>
                  </a:lnTo>
                  <a:lnTo>
                    <a:pt x="370687" y="331927"/>
                  </a:lnTo>
                  <a:lnTo>
                    <a:pt x="370687" y="311061"/>
                  </a:lnTo>
                  <a:close/>
                </a:path>
                <a:path w="474345" h="459739">
                  <a:moveTo>
                    <a:pt x="393052" y="233540"/>
                  </a:moveTo>
                  <a:lnTo>
                    <a:pt x="296151" y="233540"/>
                  </a:lnTo>
                  <a:lnTo>
                    <a:pt x="300152" y="238487"/>
                  </a:lnTo>
                  <a:lnTo>
                    <a:pt x="304288" y="243292"/>
                  </a:lnTo>
                  <a:lnTo>
                    <a:pt x="309077" y="248561"/>
                  </a:lnTo>
                  <a:lnTo>
                    <a:pt x="315036" y="254901"/>
                  </a:lnTo>
                  <a:lnTo>
                    <a:pt x="421918" y="254901"/>
                  </a:lnTo>
                  <a:lnTo>
                    <a:pt x="411018" y="247531"/>
                  </a:lnTo>
                  <a:lnTo>
                    <a:pt x="393052" y="233540"/>
                  </a:lnTo>
                  <a:close/>
                </a:path>
                <a:path w="474345" h="459739">
                  <a:moveTo>
                    <a:pt x="411937" y="106832"/>
                  </a:moveTo>
                  <a:lnTo>
                    <a:pt x="71551" y="106832"/>
                  </a:lnTo>
                  <a:lnTo>
                    <a:pt x="71551" y="160489"/>
                  </a:lnTo>
                  <a:lnTo>
                    <a:pt x="145592" y="160489"/>
                  </a:lnTo>
                  <a:lnTo>
                    <a:pt x="143103" y="165468"/>
                  </a:lnTo>
                  <a:lnTo>
                    <a:pt x="141109" y="169938"/>
                  </a:lnTo>
                  <a:lnTo>
                    <a:pt x="136639" y="177393"/>
                  </a:lnTo>
                  <a:lnTo>
                    <a:pt x="14897" y="177393"/>
                  </a:lnTo>
                  <a:lnTo>
                    <a:pt x="14897" y="233540"/>
                  </a:lnTo>
                  <a:lnTo>
                    <a:pt x="463613" y="233540"/>
                  </a:lnTo>
                  <a:lnTo>
                    <a:pt x="463613" y="178384"/>
                  </a:lnTo>
                  <a:lnTo>
                    <a:pt x="212674" y="178384"/>
                  </a:lnTo>
                  <a:lnTo>
                    <a:pt x="217144" y="168948"/>
                  </a:lnTo>
                  <a:lnTo>
                    <a:pt x="219138" y="164477"/>
                  </a:lnTo>
                  <a:lnTo>
                    <a:pt x="221119" y="159004"/>
                  </a:lnTo>
                  <a:lnTo>
                    <a:pt x="411937" y="159004"/>
                  </a:lnTo>
                  <a:lnTo>
                    <a:pt x="411937" y="106832"/>
                  </a:lnTo>
                  <a:close/>
                </a:path>
                <a:path w="474345" h="459739">
                  <a:moveTo>
                    <a:pt x="411937" y="159004"/>
                  </a:moveTo>
                  <a:lnTo>
                    <a:pt x="256400" y="159004"/>
                  </a:lnTo>
                  <a:lnTo>
                    <a:pt x="259867" y="168948"/>
                  </a:lnTo>
                  <a:lnTo>
                    <a:pt x="261861" y="173418"/>
                  </a:lnTo>
                  <a:lnTo>
                    <a:pt x="264350" y="178384"/>
                  </a:lnTo>
                  <a:lnTo>
                    <a:pt x="463613" y="178384"/>
                  </a:lnTo>
                  <a:lnTo>
                    <a:pt x="463613" y="177393"/>
                  </a:lnTo>
                  <a:lnTo>
                    <a:pt x="340385" y="177393"/>
                  </a:lnTo>
                  <a:lnTo>
                    <a:pt x="337388" y="172923"/>
                  </a:lnTo>
                  <a:lnTo>
                    <a:pt x="334416" y="168948"/>
                  </a:lnTo>
                  <a:lnTo>
                    <a:pt x="329946" y="160489"/>
                  </a:lnTo>
                  <a:lnTo>
                    <a:pt x="411937" y="160489"/>
                  </a:lnTo>
                  <a:lnTo>
                    <a:pt x="411937" y="159004"/>
                  </a:lnTo>
                  <a:close/>
                </a:path>
                <a:path w="474345" h="459739">
                  <a:moveTo>
                    <a:pt x="248958" y="91427"/>
                  </a:moveTo>
                  <a:lnTo>
                    <a:pt x="171437" y="91427"/>
                  </a:lnTo>
                  <a:lnTo>
                    <a:pt x="170434" y="95897"/>
                  </a:lnTo>
                  <a:lnTo>
                    <a:pt x="168440" y="103352"/>
                  </a:lnTo>
                  <a:lnTo>
                    <a:pt x="166954" y="106832"/>
                  </a:lnTo>
                  <a:lnTo>
                    <a:pt x="244475" y="106832"/>
                  </a:lnTo>
                  <a:lnTo>
                    <a:pt x="245960" y="102349"/>
                  </a:lnTo>
                  <a:lnTo>
                    <a:pt x="247954" y="94907"/>
                  </a:lnTo>
                  <a:lnTo>
                    <a:pt x="248958" y="91427"/>
                  </a:lnTo>
                  <a:close/>
                </a:path>
                <a:path w="474345" h="459739">
                  <a:moveTo>
                    <a:pt x="446709" y="33286"/>
                  </a:moveTo>
                  <a:lnTo>
                    <a:pt x="34290" y="33286"/>
                  </a:lnTo>
                  <a:lnTo>
                    <a:pt x="34290" y="91427"/>
                  </a:lnTo>
                  <a:lnTo>
                    <a:pt x="446709" y="91427"/>
                  </a:lnTo>
                  <a:lnTo>
                    <a:pt x="446709" y="33286"/>
                  </a:lnTo>
                  <a:close/>
                </a:path>
                <a:path w="474345" h="459739">
                  <a:moveTo>
                    <a:pt x="186334" y="0"/>
                  </a:moveTo>
                  <a:lnTo>
                    <a:pt x="183362" y="33286"/>
                  </a:lnTo>
                  <a:lnTo>
                    <a:pt x="262864" y="33286"/>
                  </a:lnTo>
                  <a:lnTo>
                    <a:pt x="263359" y="30302"/>
                  </a:lnTo>
                  <a:lnTo>
                    <a:pt x="264350" y="25336"/>
                  </a:lnTo>
                  <a:lnTo>
                    <a:pt x="264845" y="20866"/>
                  </a:lnTo>
                  <a:lnTo>
                    <a:pt x="269811" y="19875"/>
                  </a:lnTo>
                  <a:lnTo>
                    <a:pt x="277266" y="17881"/>
                  </a:lnTo>
                  <a:lnTo>
                    <a:pt x="277266" y="6451"/>
                  </a:lnTo>
                  <a:lnTo>
                    <a:pt x="269811" y="5956"/>
                  </a:lnTo>
                  <a:lnTo>
                    <a:pt x="267335" y="5956"/>
                  </a:lnTo>
                  <a:lnTo>
                    <a:pt x="18633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/>
          <p:nvPr/>
        </p:nvSpPr>
        <p:spPr>
          <a:xfrm>
            <a:off x="6906145" y="2134742"/>
            <a:ext cx="356870" cy="405765"/>
          </a:xfrm>
          <a:custGeom>
            <a:avLst/>
            <a:gdLst/>
            <a:ahLst/>
            <a:cxnLst/>
            <a:rect l="l" t="t" r="r" b="b"/>
            <a:pathLst>
              <a:path w="356870" h="405764">
                <a:moveTo>
                  <a:pt x="356285" y="377812"/>
                </a:moveTo>
                <a:lnTo>
                  <a:pt x="278269" y="377812"/>
                </a:lnTo>
                <a:lnTo>
                  <a:pt x="278269" y="405142"/>
                </a:lnTo>
                <a:lnTo>
                  <a:pt x="356285" y="405142"/>
                </a:lnTo>
                <a:lnTo>
                  <a:pt x="356285" y="377812"/>
                </a:lnTo>
                <a:close/>
              </a:path>
              <a:path w="356870" h="405764">
                <a:moveTo>
                  <a:pt x="356285" y="218808"/>
                </a:moveTo>
                <a:lnTo>
                  <a:pt x="278269" y="218808"/>
                </a:lnTo>
                <a:lnTo>
                  <a:pt x="278269" y="306768"/>
                </a:lnTo>
                <a:lnTo>
                  <a:pt x="356285" y="306768"/>
                </a:lnTo>
                <a:lnTo>
                  <a:pt x="356285" y="218808"/>
                </a:lnTo>
                <a:close/>
              </a:path>
              <a:path w="356870" h="405764">
                <a:moveTo>
                  <a:pt x="356285" y="0"/>
                </a:moveTo>
                <a:lnTo>
                  <a:pt x="0" y="0"/>
                </a:lnTo>
                <a:lnTo>
                  <a:pt x="0" y="68580"/>
                </a:lnTo>
                <a:lnTo>
                  <a:pt x="0" y="151130"/>
                </a:lnTo>
                <a:lnTo>
                  <a:pt x="0" y="218440"/>
                </a:lnTo>
                <a:lnTo>
                  <a:pt x="0" y="307340"/>
                </a:lnTo>
                <a:lnTo>
                  <a:pt x="0" y="377190"/>
                </a:lnTo>
                <a:lnTo>
                  <a:pt x="0" y="405130"/>
                </a:lnTo>
                <a:lnTo>
                  <a:pt x="78016" y="405130"/>
                </a:lnTo>
                <a:lnTo>
                  <a:pt x="78016" y="377190"/>
                </a:lnTo>
                <a:lnTo>
                  <a:pt x="356285" y="377190"/>
                </a:lnTo>
                <a:lnTo>
                  <a:pt x="356285" y="307340"/>
                </a:lnTo>
                <a:lnTo>
                  <a:pt x="78016" y="307340"/>
                </a:lnTo>
                <a:lnTo>
                  <a:pt x="78016" y="218440"/>
                </a:lnTo>
                <a:lnTo>
                  <a:pt x="356285" y="218440"/>
                </a:lnTo>
                <a:lnTo>
                  <a:pt x="356285" y="151714"/>
                </a:lnTo>
                <a:lnTo>
                  <a:pt x="356285" y="151130"/>
                </a:lnTo>
                <a:lnTo>
                  <a:pt x="356285" y="68732"/>
                </a:lnTo>
                <a:lnTo>
                  <a:pt x="278269" y="68732"/>
                </a:lnTo>
                <a:lnTo>
                  <a:pt x="278269" y="151130"/>
                </a:lnTo>
                <a:lnTo>
                  <a:pt x="78016" y="151130"/>
                </a:lnTo>
                <a:lnTo>
                  <a:pt x="78016" y="68580"/>
                </a:lnTo>
                <a:lnTo>
                  <a:pt x="356285" y="68580"/>
                </a:lnTo>
                <a:lnTo>
                  <a:pt x="35628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object 4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321776" y="1792460"/>
            <a:ext cx="130568" cy="125856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321769" y="2235339"/>
            <a:ext cx="134150" cy="12900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7321487" y="2013467"/>
            <a:ext cx="126860" cy="13428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163983" y="2605194"/>
            <a:ext cx="289561" cy="435731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6498869" y="2287066"/>
            <a:ext cx="374650" cy="749935"/>
          </a:xfrm>
          <a:custGeom>
            <a:avLst/>
            <a:gdLst/>
            <a:ahLst/>
            <a:cxnLst/>
            <a:rect l="l" t="t" r="r" b="b"/>
            <a:pathLst>
              <a:path w="374650" h="749935">
                <a:moveTo>
                  <a:pt x="176822" y="640105"/>
                </a:moveTo>
                <a:lnTo>
                  <a:pt x="166865" y="632485"/>
                </a:lnTo>
                <a:lnTo>
                  <a:pt x="156019" y="622693"/>
                </a:lnTo>
                <a:lnTo>
                  <a:pt x="144614" y="610539"/>
                </a:lnTo>
                <a:lnTo>
                  <a:pt x="133032" y="595896"/>
                </a:lnTo>
                <a:lnTo>
                  <a:pt x="123837" y="616826"/>
                </a:lnTo>
                <a:lnTo>
                  <a:pt x="113588" y="637235"/>
                </a:lnTo>
                <a:lnTo>
                  <a:pt x="102946" y="652729"/>
                </a:lnTo>
                <a:lnTo>
                  <a:pt x="92583" y="658876"/>
                </a:lnTo>
                <a:lnTo>
                  <a:pt x="83121" y="652538"/>
                </a:lnTo>
                <a:lnTo>
                  <a:pt x="74079" y="634796"/>
                </a:lnTo>
                <a:lnTo>
                  <a:pt x="67310" y="607504"/>
                </a:lnTo>
                <a:lnTo>
                  <a:pt x="64643" y="572554"/>
                </a:lnTo>
                <a:lnTo>
                  <a:pt x="67056" y="532765"/>
                </a:lnTo>
                <a:lnTo>
                  <a:pt x="73037" y="498221"/>
                </a:lnTo>
                <a:lnTo>
                  <a:pt x="80645" y="469455"/>
                </a:lnTo>
                <a:lnTo>
                  <a:pt x="87985" y="447027"/>
                </a:lnTo>
                <a:lnTo>
                  <a:pt x="91744" y="446608"/>
                </a:lnTo>
                <a:lnTo>
                  <a:pt x="96748" y="445782"/>
                </a:lnTo>
                <a:lnTo>
                  <a:pt x="96748" y="436600"/>
                </a:lnTo>
                <a:lnTo>
                  <a:pt x="92163" y="435343"/>
                </a:lnTo>
                <a:lnTo>
                  <a:pt x="88417" y="434098"/>
                </a:lnTo>
                <a:lnTo>
                  <a:pt x="20434" y="414921"/>
                </a:lnTo>
                <a:lnTo>
                  <a:pt x="12484" y="454482"/>
                </a:lnTo>
                <a:lnTo>
                  <a:pt x="5994" y="493052"/>
                </a:lnTo>
                <a:lnTo>
                  <a:pt x="1612" y="531558"/>
                </a:lnTo>
                <a:lnTo>
                  <a:pt x="0" y="570877"/>
                </a:lnTo>
                <a:lnTo>
                  <a:pt x="6604" y="638924"/>
                </a:lnTo>
                <a:lnTo>
                  <a:pt x="23228" y="689368"/>
                </a:lnTo>
                <a:lnTo>
                  <a:pt x="45046" y="723646"/>
                </a:lnTo>
                <a:lnTo>
                  <a:pt x="67259" y="743165"/>
                </a:lnTo>
                <a:lnTo>
                  <a:pt x="85077" y="749363"/>
                </a:lnTo>
                <a:lnTo>
                  <a:pt x="103339" y="743661"/>
                </a:lnTo>
                <a:lnTo>
                  <a:pt x="126098" y="725068"/>
                </a:lnTo>
                <a:lnTo>
                  <a:pt x="151282" y="691299"/>
                </a:lnTo>
                <a:lnTo>
                  <a:pt x="167462" y="658876"/>
                </a:lnTo>
                <a:lnTo>
                  <a:pt x="176822" y="640105"/>
                </a:lnTo>
                <a:close/>
              </a:path>
              <a:path w="374650" h="749935">
                <a:moveTo>
                  <a:pt x="360730" y="304012"/>
                </a:moveTo>
                <a:lnTo>
                  <a:pt x="360032" y="303593"/>
                </a:lnTo>
                <a:lnTo>
                  <a:pt x="339775" y="291477"/>
                </a:lnTo>
                <a:lnTo>
                  <a:pt x="332841" y="288163"/>
                </a:lnTo>
                <a:lnTo>
                  <a:pt x="304838" y="274764"/>
                </a:lnTo>
                <a:lnTo>
                  <a:pt x="263029" y="258914"/>
                </a:lnTo>
                <a:lnTo>
                  <a:pt x="221449" y="248970"/>
                </a:lnTo>
                <a:lnTo>
                  <a:pt x="221043" y="240207"/>
                </a:lnTo>
                <a:lnTo>
                  <a:pt x="220954" y="238302"/>
                </a:lnTo>
                <a:lnTo>
                  <a:pt x="220700" y="230606"/>
                </a:lnTo>
                <a:lnTo>
                  <a:pt x="220599" y="211848"/>
                </a:lnTo>
                <a:lnTo>
                  <a:pt x="246862" y="209524"/>
                </a:lnTo>
                <a:lnTo>
                  <a:pt x="273037" y="206692"/>
                </a:lnTo>
                <a:lnTo>
                  <a:pt x="299072" y="202996"/>
                </a:lnTo>
                <a:lnTo>
                  <a:pt x="324866" y="198094"/>
                </a:lnTo>
                <a:lnTo>
                  <a:pt x="324866" y="160172"/>
                </a:lnTo>
                <a:lnTo>
                  <a:pt x="324866" y="155549"/>
                </a:lnTo>
                <a:lnTo>
                  <a:pt x="324866" y="135953"/>
                </a:lnTo>
                <a:lnTo>
                  <a:pt x="289890" y="144881"/>
                </a:lnTo>
                <a:lnTo>
                  <a:pt x="258445" y="150749"/>
                </a:lnTo>
                <a:lnTo>
                  <a:pt x="233578" y="154139"/>
                </a:lnTo>
                <a:lnTo>
                  <a:pt x="218948" y="155549"/>
                </a:lnTo>
                <a:lnTo>
                  <a:pt x="218948" y="112179"/>
                </a:lnTo>
                <a:lnTo>
                  <a:pt x="218948" y="109677"/>
                </a:lnTo>
                <a:lnTo>
                  <a:pt x="263829" y="109613"/>
                </a:lnTo>
                <a:lnTo>
                  <a:pt x="292849" y="110464"/>
                </a:lnTo>
                <a:lnTo>
                  <a:pt x="317919" y="111963"/>
                </a:lnTo>
                <a:lnTo>
                  <a:pt x="336118" y="113436"/>
                </a:lnTo>
                <a:lnTo>
                  <a:pt x="336118" y="109499"/>
                </a:lnTo>
                <a:lnTo>
                  <a:pt x="336118" y="51295"/>
                </a:lnTo>
                <a:lnTo>
                  <a:pt x="307632" y="49326"/>
                </a:lnTo>
                <a:lnTo>
                  <a:pt x="281597" y="48793"/>
                </a:lnTo>
                <a:lnTo>
                  <a:pt x="274929" y="48653"/>
                </a:lnTo>
                <a:lnTo>
                  <a:pt x="242697" y="48653"/>
                </a:lnTo>
                <a:lnTo>
                  <a:pt x="221030" y="48793"/>
                </a:lnTo>
                <a:lnTo>
                  <a:pt x="221449" y="44208"/>
                </a:lnTo>
                <a:lnTo>
                  <a:pt x="221564" y="39293"/>
                </a:lnTo>
                <a:lnTo>
                  <a:pt x="223113" y="24180"/>
                </a:lnTo>
                <a:lnTo>
                  <a:pt x="226034" y="23774"/>
                </a:lnTo>
                <a:lnTo>
                  <a:pt x="230619" y="22936"/>
                </a:lnTo>
                <a:lnTo>
                  <a:pt x="230619" y="14173"/>
                </a:lnTo>
                <a:lnTo>
                  <a:pt x="227888" y="13881"/>
                </a:lnTo>
                <a:lnTo>
                  <a:pt x="227355" y="13881"/>
                </a:lnTo>
                <a:lnTo>
                  <a:pt x="223113" y="12928"/>
                </a:lnTo>
                <a:lnTo>
                  <a:pt x="150545" y="0"/>
                </a:lnTo>
                <a:lnTo>
                  <a:pt x="151447" y="12928"/>
                </a:lnTo>
                <a:lnTo>
                  <a:pt x="151523" y="14173"/>
                </a:lnTo>
                <a:lnTo>
                  <a:pt x="151853" y="22936"/>
                </a:lnTo>
                <a:lnTo>
                  <a:pt x="151892" y="23774"/>
                </a:lnTo>
                <a:lnTo>
                  <a:pt x="152006" y="26898"/>
                </a:lnTo>
                <a:lnTo>
                  <a:pt x="152196" y="39293"/>
                </a:lnTo>
                <a:lnTo>
                  <a:pt x="152222" y="51295"/>
                </a:lnTo>
                <a:lnTo>
                  <a:pt x="48069" y="56921"/>
                </a:lnTo>
                <a:lnTo>
                  <a:pt x="21691" y="58801"/>
                </a:lnTo>
                <a:lnTo>
                  <a:pt x="21691" y="124688"/>
                </a:lnTo>
                <a:lnTo>
                  <a:pt x="49530" y="121094"/>
                </a:lnTo>
                <a:lnTo>
                  <a:pt x="80899" y="117500"/>
                </a:lnTo>
                <a:lnTo>
                  <a:pt x="115404" y="114363"/>
                </a:lnTo>
                <a:lnTo>
                  <a:pt x="152641" y="112179"/>
                </a:lnTo>
                <a:lnTo>
                  <a:pt x="152730" y="124688"/>
                </a:lnTo>
                <a:lnTo>
                  <a:pt x="152844" y="135953"/>
                </a:lnTo>
                <a:lnTo>
                  <a:pt x="152920" y="144881"/>
                </a:lnTo>
                <a:lnTo>
                  <a:pt x="153047" y="160172"/>
                </a:lnTo>
                <a:lnTo>
                  <a:pt x="124841" y="160172"/>
                </a:lnTo>
                <a:lnTo>
                  <a:pt x="110363" y="157848"/>
                </a:lnTo>
                <a:lnTo>
                  <a:pt x="105029" y="154279"/>
                </a:lnTo>
                <a:lnTo>
                  <a:pt x="104305" y="150749"/>
                </a:lnTo>
                <a:lnTo>
                  <a:pt x="104267" y="147624"/>
                </a:lnTo>
                <a:lnTo>
                  <a:pt x="105511" y="146380"/>
                </a:lnTo>
                <a:lnTo>
                  <a:pt x="113017" y="136372"/>
                </a:lnTo>
                <a:lnTo>
                  <a:pt x="67144" y="125945"/>
                </a:lnTo>
                <a:lnTo>
                  <a:pt x="39471" y="165519"/>
                </a:lnTo>
                <a:lnTo>
                  <a:pt x="37960" y="176403"/>
                </a:lnTo>
                <a:lnTo>
                  <a:pt x="50393" y="200063"/>
                </a:lnTo>
                <a:lnTo>
                  <a:pt x="80987" y="211848"/>
                </a:lnTo>
                <a:lnTo>
                  <a:pt x="81381" y="211848"/>
                </a:lnTo>
                <a:lnTo>
                  <a:pt x="119062" y="215633"/>
                </a:lnTo>
                <a:lnTo>
                  <a:pt x="154724" y="215633"/>
                </a:lnTo>
                <a:lnTo>
                  <a:pt x="155143" y="230606"/>
                </a:lnTo>
                <a:lnTo>
                  <a:pt x="155143" y="240207"/>
                </a:lnTo>
                <a:lnTo>
                  <a:pt x="155143" y="289826"/>
                </a:lnTo>
                <a:lnTo>
                  <a:pt x="154343" y="303593"/>
                </a:lnTo>
                <a:lnTo>
                  <a:pt x="154305" y="304266"/>
                </a:lnTo>
                <a:lnTo>
                  <a:pt x="148513" y="313651"/>
                </a:lnTo>
                <a:lnTo>
                  <a:pt x="138417" y="318744"/>
                </a:lnTo>
                <a:lnTo>
                  <a:pt x="124688" y="320268"/>
                </a:lnTo>
                <a:lnTo>
                  <a:pt x="117005" y="319862"/>
                </a:lnTo>
                <a:lnTo>
                  <a:pt x="107022" y="317919"/>
                </a:lnTo>
                <a:lnTo>
                  <a:pt x="98361" y="313410"/>
                </a:lnTo>
                <a:lnTo>
                  <a:pt x="94665" y="305257"/>
                </a:lnTo>
                <a:lnTo>
                  <a:pt x="100952" y="295376"/>
                </a:lnTo>
                <a:lnTo>
                  <a:pt x="114935" y="290296"/>
                </a:lnTo>
                <a:lnTo>
                  <a:pt x="129324" y="288429"/>
                </a:lnTo>
                <a:lnTo>
                  <a:pt x="136791" y="288163"/>
                </a:lnTo>
                <a:lnTo>
                  <a:pt x="145122" y="288163"/>
                </a:lnTo>
                <a:lnTo>
                  <a:pt x="150964" y="289001"/>
                </a:lnTo>
                <a:lnTo>
                  <a:pt x="155143" y="289826"/>
                </a:lnTo>
                <a:lnTo>
                  <a:pt x="155143" y="240207"/>
                </a:lnTo>
                <a:lnTo>
                  <a:pt x="105562" y="243420"/>
                </a:lnTo>
                <a:lnTo>
                  <a:pt x="64376" y="255270"/>
                </a:lnTo>
                <a:lnTo>
                  <a:pt x="36258" y="276275"/>
                </a:lnTo>
                <a:lnTo>
                  <a:pt x="25857" y="306933"/>
                </a:lnTo>
                <a:lnTo>
                  <a:pt x="34226" y="333502"/>
                </a:lnTo>
                <a:lnTo>
                  <a:pt x="57492" y="354939"/>
                </a:lnTo>
                <a:lnTo>
                  <a:pt x="92887" y="369265"/>
                </a:lnTo>
                <a:lnTo>
                  <a:pt x="137617" y="374484"/>
                </a:lnTo>
                <a:lnTo>
                  <a:pt x="189953" y="366458"/>
                </a:lnTo>
                <a:lnTo>
                  <a:pt x="215963" y="347167"/>
                </a:lnTo>
                <a:lnTo>
                  <a:pt x="224701" y="323811"/>
                </a:lnTo>
                <a:lnTo>
                  <a:pt x="224790" y="320268"/>
                </a:lnTo>
                <a:lnTo>
                  <a:pt x="225107" y="306933"/>
                </a:lnTo>
                <a:lnTo>
                  <a:pt x="225196" y="303593"/>
                </a:lnTo>
                <a:lnTo>
                  <a:pt x="249288" y="314096"/>
                </a:lnTo>
                <a:lnTo>
                  <a:pt x="273723" y="327520"/>
                </a:lnTo>
                <a:lnTo>
                  <a:pt x="296214" y="342125"/>
                </a:lnTo>
                <a:lnTo>
                  <a:pt x="314439" y="356133"/>
                </a:lnTo>
                <a:lnTo>
                  <a:pt x="330517" y="337146"/>
                </a:lnTo>
                <a:lnTo>
                  <a:pt x="342112" y="323659"/>
                </a:lnTo>
                <a:lnTo>
                  <a:pt x="351421" y="313410"/>
                </a:lnTo>
                <a:lnTo>
                  <a:pt x="360730" y="304012"/>
                </a:lnTo>
                <a:close/>
              </a:path>
              <a:path w="374650" h="749935">
                <a:moveTo>
                  <a:pt x="374065" y="646772"/>
                </a:moveTo>
                <a:lnTo>
                  <a:pt x="366991" y="601256"/>
                </a:lnTo>
                <a:lnTo>
                  <a:pt x="354558" y="557390"/>
                </a:lnTo>
                <a:lnTo>
                  <a:pt x="337261" y="515289"/>
                </a:lnTo>
                <a:lnTo>
                  <a:pt x="315518" y="475119"/>
                </a:lnTo>
                <a:lnTo>
                  <a:pt x="289826" y="437019"/>
                </a:lnTo>
                <a:lnTo>
                  <a:pt x="236029" y="471208"/>
                </a:lnTo>
                <a:lnTo>
                  <a:pt x="262813" y="515137"/>
                </a:lnTo>
                <a:lnTo>
                  <a:pt x="283883" y="562698"/>
                </a:lnTo>
                <a:lnTo>
                  <a:pt x="298538" y="616115"/>
                </a:lnTo>
                <a:lnTo>
                  <a:pt x="306082" y="677633"/>
                </a:lnTo>
                <a:lnTo>
                  <a:pt x="319049" y="671169"/>
                </a:lnTo>
                <a:lnTo>
                  <a:pt x="336016" y="663143"/>
                </a:lnTo>
                <a:lnTo>
                  <a:pt x="355003" y="654646"/>
                </a:lnTo>
                <a:lnTo>
                  <a:pt x="374065" y="64677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/>
          <p:cNvGrpSpPr/>
          <p:nvPr/>
        </p:nvGrpSpPr>
        <p:grpSpPr>
          <a:xfrm>
            <a:off x="46380" y="3138299"/>
            <a:ext cx="7467600" cy="2394585"/>
            <a:chOff x="46380" y="3138299"/>
            <a:chExt cx="7467600" cy="2394585"/>
          </a:xfrm>
        </p:grpSpPr>
        <p:sp>
          <p:nvSpPr>
            <p:cNvPr id="49" name="object 49"/>
            <p:cNvSpPr/>
            <p:nvPr/>
          </p:nvSpPr>
          <p:spPr>
            <a:xfrm>
              <a:off x="47256" y="3139176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37"/>
                  </a:moveTo>
                  <a:lnTo>
                    <a:pt x="0" y="2392337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37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33923" y="3197242"/>
              <a:ext cx="425827" cy="37751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54685" y="3247453"/>
              <a:ext cx="60325" cy="2174240"/>
            </a:xfrm>
            <a:custGeom>
              <a:avLst/>
              <a:gdLst/>
              <a:ahLst/>
              <a:cxnLst/>
              <a:rect l="l" t="t" r="r" b="b"/>
              <a:pathLst>
                <a:path w="60325" h="2174240">
                  <a:moveTo>
                    <a:pt x="60159" y="0"/>
                  </a:moveTo>
                  <a:lnTo>
                    <a:pt x="0" y="0"/>
                  </a:lnTo>
                  <a:lnTo>
                    <a:pt x="0" y="2173693"/>
                  </a:lnTo>
                  <a:lnTo>
                    <a:pt x="60159" y="2173693"/>
                  </a:lnTo>
                  <a:lnTo>
                    <a:pt x="60159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99107" y="4106672"/>
              <a:ext cx="179552" cy="90535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60499" y="4115802"/>
              <a:ext cx="708431" cy="128214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1553" y="3256497"/>
              <a:ext cx="678479" cy="21694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3401" y="5148769"/>
              <a:ext cx="797088" cy="26334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82867" y="3214611"/>
              <a:ext cx="755992" cy="79579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680255" y="5150195"/>
              <a:ext cx="843315" cy="18033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277988" y="4019308"/>
              <a:ext cx="3323590" cy="1313815"/>
            </a:xfrm>
            <a:custGeom>
              <a:avLst/>
              <a:gdLst/>
              <a:ahLst/>
              <a:cxnLst/>
              <a:rect l="l" t="t" r="r" b="b"/>
              <a:pathLst>
                <a:path w="3323590" h="1313814">
                  <a:moveTo>
                    <a:pt x="11379" y="17843"/>
                  </a:moveTo>
                  <a:lnTo>
                    <a:pt x="9728" y="11671"/>
                  </a:lnTo>
                  <a:lnTo>
                    <a:pt x="5219" y="3530"/>
                  </a:lnTo>
                  <a:lnTo>
                    <a:pt x="4025" y="2133"/>
                  </a:lnTo>
                  <a:lnTo>
                    <a:pt x="2032" y="0"/>
                  </a:lnTo>
                  <a:lnTo>
                    <a:pt x="0" y="1790"/>
                  </a:lnTo>
                  <a:lnTo>
                    <a:pt x="3035" y="5118"/>
                  </a:lnTo>
                  <a:lnTo>
                    <a:pt x="7099" y="12725"/>
                  </a:lnTo>
                  <a:lnTo>
                    <a:pt x="8636" y="18478"/>
                  </a:lnTo>
                  <a:lnTo>
                    <a:pt x="8636" y="29210"/>
                  </a:lnTo>
                  <a:lnTo>
                    <a:pt x="7099" y="34975"/>
                  </a:lnTo>
                  <a:lnTo>
                    <a:pt x="3035" y="42583"/>
                  </a:lnTo>
                  <a:lnTo>
                    <a:pt x="0" y="45910"/>
                  </a:lnTo>
                  <a:lnTo>
                    <a:pt x="2032" y="47701"/>
                  </a:lnTo>
                  <a:lnTo>
                    <a:pt x="5219" y="44170"/>
                  </a:lnTo>
                  <a:lnTo>
                    <a:pt x="9728" y="36017"/>
                  </a:lnTo>
                  <a:lnTo>
                    <a:pt x="11379" y="29857"/>
                  </a:lnTo>
                  <a:lnTo>
                    <a:pt x="11379" y="17843"/>
                  </a:lnTo>
                  <a:close/>
                </a:path>
                <a:path w="3323590" h="1313814">
                  <a:moveTo>
                    <a:pt x="3323171" y="1133208"/>
                  </a:moveTo>
                  <a:lnTo>
                    <a:pt x="3310204" y="1133208"/>
                  </a:lnTo>
                  <a:lnTo>
                    <a:pt x="3310204" y="1300848"/>
                  </a:lnTo>
                  <a:lnTo>
                    <a:pt x="3259137" y="1300848"/>
                  </a:lnTo>
                  <a:lnTo>
                    <a:pt x="3259137" y="1313548"/>
                  </a:lnTo>
                  <a:lnTo>
                    <a:pt x="3322802" y="1313548"/>
                  </a:lnTo>
                  <a:lnTo>
                    <a:pt x="3322802" y="1300848"/>
                  </a:lnTo>
                  <a:lnTo>
                    <a:pt x="3323171" y="1300848"/>
                  </a:lnTo>
                  <a:lnTo>
                    <a:pt x="3323171" y="113320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78042" y="3412148"/>
              <a:ext cx="1445562" cy="167773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03001" y="3258058"/>
              <a:ext cx="1875740" cy="70578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773923" y="3409886"/>
              <a:ext cx="3162300" cy="522605"/>
            </a:xfrm>
            <a:custGeom>
              <a:avLst/>
              <a:gdLst/>
              <a:ahLst/>
              <a:cxnLst/>
              <a:rect l="l" t="t" r="r" b="b"/>
              <a:pathLst>
                <a:path w="3162300" h="522604">
                  <a:moveTo>
                    <a:pt x="97701" y="236664"/>
                  </a:moveTo>
                  <a:lnTo>
                    <a:pt x="75361" y="201828"/>
                  </a:lnTo>
                  <a:lnTo>
                    <a:pt x="70129" y="214045"/>
                  </a:lnTo>
                  <a:lnTo>
                    <a:pt x="56121" y="245554"/>
                  </a:lnTo>
                  <a:lnTo>
                    <a:pt x="51117" y="257124"/>
                  </a:lnTo>
                  <a:lnTo>
                    <a:pt x="49745" y="246392"/>
                  </a:lnTo>
                  <a:lnTo>
                    <a:pt x="48933" y="233692"/>
                  </a:lnTo>
                  <a:lnTo>
                    <a:pt x="48552" y="219367"/>
                  </a:lnTo>
                  <a:lnTo>
                    <a:pt x="48526" y="201828"/>
                  </a:lnTo>
                  <a:lnTo>
                    <a:pt x="49568" y="173697"/>
                  </a:lnTo>
                  <a:lnTo>
                    <a:pt x="53098" y="133629"/>
                  </a:lnTo>
                  <a:lnTo>
                    <a:pt x="59321" y="86944"/>
                  </a:lnTo>
                  <a:lnTo>
                    <a:pt x="68541" y="37096"/>
                  </a:lnTo>
                  <a:lnTo>
                    <a:pt x="76111" y="36728"/>
                  </a:lnTo>
                  <a:lnTo>
                    <a:pt x="79527" y="34074"/>
                  </a:lnTo>
                  <a:lnTo>
                    <a:pt x="80276" y="29908"/>
                  </a:lnTo>
                  <a:lnTo>
                    <a:pt x="17792" y="21209"/>
                  </a:lnTo>
                  <a:lnTo>
                    <a:pt x="10858" y="69138"/>
                  </a:lnTo>
                  <a:lnTo>
                    <a:pt x="5194" y="117525"/>
                  </a:lnTo>
                  <a:lnTo>
                    <a:pt x="1384" y="163868"/>
                  </a:lnTo>
                  <a:lnTo>
                    <a:pt x="114" y="201828"/>
                  </a:lnTo>
                  <a:lnTo>
                    <a:pt x="0" y="205625"/>
                  </a:lnTo>
                  <a:lnTo>
                    <a:pt x="1016" y="242887"/>
                  </a:lnTo>
                  <a:lnTo>
                    <a:pt x="4165" y="278472"/>
                  </a:lnTo>
                  <a:lnTo>
                    <a:pt x="9588" y="311429"/>
                  </a:lnTo>
                  <a:lnTo>
                    <a:pt x="17424" y="340804"/>
                  </a:lnTo>
                  <a:lnTo>
                    <a:pt x="65138" y="333603"/>
                  </a:lnTo>
                  <a:lnTo>
                    <a:pt x="63995" y="329450"/>
                  </a:lnTo>
                  <a:lnTo>
                    <a:pt x="63233" y="324904"/>
                  </a:lnTo>
                  <a:lnTo>
                    <a:pt x="63233" y="314680"/>
                  </a:lnTo>
                  <a:lnTo>
                    <a:pt x="64376" y="308610"/>
                  </a:lnTo>
                  <a:lnTo>
                    <a:pt x="79425" y="272554"/>
                  </a:lnTo>
                  <a:lnTo>
                    <a:pt x="88315" y="255536"/>
                  </a:lnTo>
                  <a:lnTo>
                    <a:pt x="97701" y="236664"/>
                  </a:lnTo>
                  <a:close/>
                </a:path>
                <a:path w="3162300" h="522604">
                  <a:moveTo>
                    <a:pt x="298780" y="100723"/>
                  </a:moveTo>
                  <a:lnTo>
                    <a:pt x="294614" y="53759"/>
                  </a:lnTo>
                  <a:lnTo>
                    <a:pt x="256324" y="59156"/>
                  </a:lnTo>
                  <a:lnTo>
                    <a:pt x="213525" y="63334"/>
                  </a:lnTo>
                  <a:lnTo>
                    <a:pt x="171221" y="66230"/>
                  </a:lnTo>
                  <a:lnTo>
                    <a:pt x="134429" y="67779"/>
                  </a:lnTo>
                  <a:lnTo>
                    <a:pt x="135801" y="109575"/>
                  </a:lnTo>
                  <a:lnTo>
                    <a:pt x="135890" y="112280"/>
                  </a:lnTo>
                  <a:lnTo>
                    <a:pt x="135940" y="113601"/>
                  </a:lnTo>
                  <a:lnTo>
                    <a:pt x="173685" y="112280"/>
                  </a:lnTo>
                  <a:lnTo>
                    <a:pt x="216928" y="109575"/>
                  </a:lnTo>
                  <a:lnTo>
                    <a:pt x="260388" y="105664"/>
                  </a:lnTo>
                  <a:lnTo>
                    <a:pt x="298780" y="100723"/>
                  </a:lnTo>
                  <a:close/>
                </a:path>
                <a:path w="3162300" h="522604">
                  <a:moveTo>
                    <a:pt x="309003" y="265074"/>
                  </a:moveTo>
                  <a:lnTo>
                    <a:pt x="296227" y="266293"/>
                  </a:lnTo>
                  <a:lnTo>
                    <a:pt x="282625" y="267106"/>
                  </a:lnTo>
                  <a:lnTo>
                    <a:pt x="268681" y="267576"/>
                  </a:lnTo>
                  <a:lnTo>
                    <a:pt x="254850" y="267716"/>
                  </a:lnTo>
                  <a:lnTo>
                    <a:pt x="223469" y="266801"/>
                  </a:lnTo>
                  <a:lnTo>
                    <a:pt x="198374" y="262661"/>
                  </a:lnTo>
                  <a:lnTo>
                    <a:pt x="181724" y="253187"/>
                  </a:lnTo>
                  <a:lnTo>
                    <a:pt x="175704" y="236296"/>
                  </a:lnTo>
                  <a:lnTo>
                    <a:pt x="177685" y="222377"/>
                  </a:lnTo>
                  <a:lnTo>
                    <a:pt x="183324" y="208940"/>
                  </a:lnTo>
                  <a:lnTo>
                    <a:pt x="192163" y="195935"/>
                  </a:lnTo>
                  <a:lnTo>
                    <a:pt x="203733" y="183286"/>
                  </a:lnTo>
                  <a:lnTo>
                    <a:pt x="158280" y="167754"/>
                  </a:lnTo>
                  <a:lnTo>
                    <a:pt x="144716" y="186080"/>
                  </a:lnTo>
                  <a:lnTo>
                    <a:pt x="134480" y="204431"/>
                  </a:lnTo>
                  <a:lnTo>
                    <a:pt x="127990" y="223291"/>
                  </a:lnTo>
                  <a:lnTo>
                    <a:pt x="125730" y="243103"/>
                  </a:lnTo>
                  <a:lnTo>
                    <a:pt x="129654" y="265074"/>
                  </a:lnTo>
                  <a:lnTo>
                    <a:pt x="165811" y="301472"/>
                  </a:lnTo>
                  <a:lnTo>
                    <a:pt x="213398" y="312013"/>
                  </a:lnTo>
                  <a:lnTo>
                    <a:pt x="263944" y="313918"/>
                  </a:lnTo>
                  <a:lnTo>
                    <a:pt x="271157" y="313918"/>
                  </a:lnTo>
                  <a:lnTo>
                    <a:pt x="282130" y="313715"/>
                  </a:lnTo>
                  <a:lnTo>
                    <a:pt x="283616" y="313715"/>
                  </a:lnTo>
                  <a:lnTo>
                    <a:pt x="296786" y="313283"/>
                  </a:lnTo>
                  <a:lnTo>
                    <a:pt x="307492" y="312788"/>
                  </a:lnTo>
                  <a:lnTo>
                    <a:pt x="308914" y="267716"/>
                  </a:lnTo>
                  <a:lnTo>
                    <a:pt x="309003" y="265074"/>
                  </a:lnTo>
                  <a:close/>
                </a:path>
                <a:path w="3162300" h="522604">
                  <a:moveTo>
                    <a:pt x="537286" y="126860"/>
                  </a:moveTo>
                  <a:lnTo>
                    <a:pt x="494868" y="126860"/>
                  </a:lnTo>
                  <a:lnTo>
                    <a:pt x="499948" y="117208"/>
                  </a:lnTo>
                  <a:lnTo>
                    <a:pt x="504774" y="107302"/>
                  </a:lnTo>
                  <a:lnTo>
                    <a:pt x="509092" y="97624"/>
                  </a:lnTo>
                  <a:lnTo>
                    <a:pt x="512584" y="88823"/>
                  </a:lnTo>
                  <a:lnTo>
                    <a:pt x="509714" y="88823"/>
                  </a:lnTo>
                  <a:lnTo>
                    <a:pt x="517982" y="88226"/>
                  </a:lnTo>
                  <a:lnTo>
                    <a:pt x="521004" y="86715"/>
                  </a:lnTo>
                  <a:lnTo>
                    <a:pt x="522135" y="84061"/>
                  </a:lnTo>
                  <a:lnTo>
                    <a:pt x="491464" y="76111"/>
                  </a:lnTo>
                  <a:lnTo>
                    <a:pt x="529336" y="76111"/>
                  </a:lnTo>
                  <a:lnTo>
                    <a:pt x="529336" y="39001"/>
                  </a:lnTo>
                  <a:lnTo>
                    <a:pt x="472909" y="39001"/>
                  </a:lnTo>
                  <a:lnTo>
                    <a:pt x="472909" y="76111"/>
                  </a:lnTo>
                  <a:lnTo>
                    <a:pt x="469315" y="88823"/>
                  </a:lnTo>
                  <a:lnTo>
                    <a:pt x="465150" y="102006"/>
                  </a:lnTo>
                  <a:lnTo>
                    <a:pt x="460756" y="114668"/>
                  </a:lnTo>
                  <a:lnTo>
                    <a:pt x="456247" y="126479"/>
                  </a:lnTo>
                  <a:lnTo>
                    <a:pt x="457390" y="126860"/>
                  </a:lnTo>
                  <a:lnTo>
                    <a:pt x="426707" y="126860"/>
                  </a:lnTo>
                  <a:lnTo>
                    <a:pt x="428993" y="126098"/>
                  </a:lnTo>
                  <a:lnTo>
                    <a:pt x="426948" y="114935"/>
                  </a:lnTo>
                  <a:lnTo>
                    <a:pt x="426897" y="114668"/>
                  </a:lnTo>
                  <a:lnTo>
                    <a:pt x="423608" y="102006"/>
                  </a:lnTo>
                  <a:lnTo>
                    <a:pt x="419303" y="88823"/>
                  </a:lnTo>
                  <a:lnTo>
                    <a:pt x="414223" y="76111"/>
                  </a:lnTo>
                  <a:lnTo>
                    <a:pt x="472909" y="76111"/>
                  </a:lnTo>
                  <a:lnTo>
                    <a:pt x="472909" y="39001"/>
                  </a:lnTo>
                  <a:lnTo>
                    <a:pt x="467601" y="39001"/>
                  </a:lnTo>
                  <a:lnTo>
                    <a:pt x="467601" y="9842"/>
                  </a:lnTo>
                  <a:lnTo>
                    <a:pt x="474433" y="8712"/>
                  </a:lnTo>
                  <a:lnTo>
                    <a:pt x="477075" y="6438"/>
                  </a:lnTo>
                  <a:lnTo>
                    <a:pt x="477456" y="2654"/>
                  </a:lnTo>
                  <a:lnTo>
                    <a:pt x="423684" y="0"/>
                  </a:lnTo>
                  <a:lnTo>
                    <a:pt x="423684" y="39001"/>
                  </a:lnTo>
                  <a:lnTo>
                    <a:pt x="360832" y="39001"/>
                  </a:lnTo>
                  <a:lnTo>
                    <a:pt x="360832" y="76111"/>
                  </a:lnTo>
                  <a:lnTo>
                    <a:pt x="402475" y="76111"/>
                  </a:lnTo>
                  <a:lnTo>
                    <a:pt x="377863" y="83312"/>
                  </a:lnTo>
                  <a:lnTo>
                    <a:pt x="382117" y="93789"/>
                  </a:lnTo>
                  <a:lnTo>
                    <a:pt x="385724" y="104940"/>
                  </a:lnTo>
                  <a:lnTo>
                    <a:pt x="388620" y="116166"/>
                  </a:lnTo>
                  <a:lnTo>
                    <a:pt x="390588" y="126098"/>
                  </a:lnTo>
                  <a:lnTo>
                    <a:pt x="390664" y="126479"/>
                  </a:lnTo>
                  <a:lnTo>
                    <a:pt x="390740" y="126860"/>
                  </a:lnTo>
                  <a:lnTo>
                    <a:pt x="353250" y="126860"/>
                  </a:lnTo>
                  <a:lnTo>
                    <a:pt x="353250" y="164338"/>
                  </a:lnTo>
                  <a:lnTo>
                    <a:pt x="423684" y="164338"/>
                  </a:lnTo>
                  <a:lnTo>
                    <a:pt x="423684" y="191985"/>
                  </a:lnTo>
                  <a:lnTo>
                    <a:pt x="357797" y="191985"/>
                  </a:lnTo>
                  <a:lnTo>
                    <a:pt x="357797" y="230238"/>
                  </a:lnTo>
                  <a:lnTo>
                    <a:pt x="416483" y="230238"/>
                  </a:lnTo>
                  <a:lnTo>
                    <a:pt x="401942" y="250850"/>
                  </a:lnTo>
                  <a:lnTo>
                    <a:pt x="385064" y="270421"/>
                  </a:lnTo>
                  <a:lnTo>
                    <a:pt x="366763" y="287794"/>
                  </a:lnTo>
                  <a:lnTo>
                    <a:pt x="347954" y="301802"/>
                  </a:lnTo>
                  <a:lnTo>
                    <a:pt x="355600" y="308648"/>
                  </a:lnTo>
                  <a:lnTo>
                    <a:pt x="363715" y="317042"/>
                  </a:lnTo>
                  <a:lnTo>
                    <a:pt x="371335" y="325869"/>
                  </a:lnTo>
                  <a:lnTo>
                    <a:pt x="377494" y="333984"/>
                  </a:lnTo>
                  <a:lnTo>
                    <a:pt x="389394" y="323900"/>
                  </a:lnTo>
                  <a:lnTo>
                    <a:pt x="401154" y="312026"/>
                  </a:lnTo>
                  <a:lnTo>
                    <a:pt x="412635" y="298742"/>
                  </a:lnTo>
                  <a:lnTo>
                    <a:pt x="423684" y="284378"/>
                  </a:lnTo>
                  <a:lnTo>
                    <a:pt x="423684" y="357098"/>
                  </a:lnTo>
                  <a:lnTo>
                    <a:pt x="467601" y="357098"/>
                  </a:lnTo>
                  <a:lnTo>
                    <a:pt x="467601" y="284378"/>
                  </a:lnTo>
                  <a:lnTo>
                    <a:pt x="467601" y="277952"/>
                  </a:lnTo>
                  <a:lnTo>
                    <a:pt x="476275" y="286194"/>
                  </a:lnTo>
                  <a:lnTo>
                    <a:pt x="484416" y="294182"/>
                  </a:lnTo>
                  <a:lnTo>
                    <a:pt x="491629" y="301536"/>
                  </a:lnTo>
                  <a:lnTo>
                    <a:pt x="497522" y="307860"/>
                  </a:lnTo>
                  <a:lnTo>
                    <a:pt x="521182" y="277952"/>
                  </a:lnTo>
                  <a:lnTo>
                    <a:pt x="480199" y="244144"/>
                  </a:lnTo>
                  <a:lnTo>
                    <a:pt x="467601" y="235915"/>
                  </a:lnTo>
                  <a:lnTo>
                    <a:pt x="467601" y="230238"/>
                  </a:lnTo>
                  <a:lnTo>
                    <a:pt x="531609" y="230238"/>
                  </a:lnTo>
                  <a:lnTo>
                    <a:pt x="531609" y="191985"/>
                  </a:lnTo>
                  <a:lnTo>
                    <a:pt x="467601" y="191985"/>
                  </a:lnTo>
                  <a:lnTo>
                    <a:pt x="467601" y="167754"/>
                  </a:lnTo>
                  <a:lnTo>
                    <a:pt x="471779" y="167373"/>
                  </a:lnTo>
                  <a:lnTo>
                    <a:pt x="474433" y="165862"/>
                  </a:lnTo>
                  <a:lnTo>
                    <a:pt x="475945" y="164338"/>
                  </a:lnTo>
                  <a:lnTo>
                    <a:pt x="537286" y="164338"/>
                  </a:lnTo>
                  <a:lnTo>
                    <a:pt x="537286" y="126860"/>
                  </a:lnTo>
                  <a:close/>
                </a:path>
                <a:path w="3162300" h="522604">
                  <a:moveTo>
                    <a:pt x="709587" y="126098"/>
                  </a:moveTo>
                  <a:lnTo>
                    <a:pt x="590689" y="126098"/>
                  </a:lnTo>
                  <a:lnTo>
                    <a:pt x="590689" y="74599"/>
                  </a:lnTo>
                  <a:lnTo>
                    <a:pt x="619645" y="65786"/>
                  </a:lnTo>
                  <a:lnTo>
                    <a:pt x="647674" y="56045"/>
                  </a:lnTo>
                  <a:lnTo>
                    <a:pt x="673442" y="45732"/>
                  </a:lnTo>
                  <a:lnTo>
                    <a:pt x="682028" y="41656"/>
                  </a:lnTo>
                  <a:lnTo>
                    <a:pt x="695579" y="35217"/>
                  </a:lnTo>
                  <a:lnTo>
                    <a:pt x="703897" y="35217"/>
                  </a:lnTo>
                  <a:lnTo>
                    <a:pt x="706183" y="32943"/>
                  </a:lnTo>
                  <a:lnTo>
                    <a:pt x="663397" y="381"/>
                  </a:lnTo>
                  <a:lnTo>
                    <a:pt x="644753" y="11455"/>
                  </a:lnTo>
                  <a:lnTo>
                    <a:pt x="622160" y="22301"/>
                  </a:lnTo>
                  <a:lnTo>
                    <a:pt x="597090" y="32499"/>
                  </a:lnTo>
                  <a:lnTo>
                    <a:pt x="570992" y="41656"/>
                  </a:lnTo>
                  <a:lnTo>
                    <a:pt x="547509" y="34836"/>
                  </a:lnTo>
                  <a:lnTo>
                    <a:pt x="547420" y="168135"/>
                  </a:lnTo>
                  <a:lnTo>
                    <a:pt x="546163" y="205765"/>
                  </a:lnTo>
                  <a:lnTo>
                    <a:pt x="539889" y="247992"/>
                  </a:lnTo>
                  <a:lnTo>
                    <a:pt x="525310" y="289293"/>
                  </a:lnTo>
                  <a:lnTo>
                    <a:pt x="499046" y="326796"/>
                  </a:lnTo>
                  <a:lnTo>
                    <a:pt x="507746" y="332663"/>
                  </a:lnTo>
                  <a:lnTo>
                    <a:pt x="516978" y="340766"/>
                  </a:lnTo>
                  <a:lnTo>
                    <a:pt x="525297" y="349643"/>
                  </a:lnTo>
                  <a:lnTo>
                    <a:pt x="531228" y="357847"/>
                  </a:lnTo>
                  <a:lnTo>
                    <a:pt x="562089" y="314045"/>
                  </a:lnTo>
                  <a:lnTo>
                    <a:pt x="580123" y="264414"/>
                  </a:lnTo>
                  <a:lnTo>
                    <a:pt x="588594" y="214071"/>
                  </a:lnTo>
                  <a:lnTo>
                    <a:pt x="590689" y="168135"/>
                  </a:lnTo>
                  <a:lnTo>
                    <a:pt x="628548" y="168135"/>
                  </a:lnTo>
                  <a:lnTo>
                    <a:pt x="628548" y="357098"/>
                  </a:lnTo>
                  <a:lnTo>
                    <a:pt x="672858" y="357098"/>
                  </a:lnTo>
                  <a:lnTo>
                    <a:pt x="672858" y="168135"/>
                  </a:lnTo>
                  <a:lnTo>
                    <a:pt x="709587" y="168135"/>
                  </a:lnTo>
                  <a:lnTo>
                    <a:pt x="709587" y="126098"/>
                  </a:lnTo>
                  <a:close/>
                </a:path>
                <a:path w="3162300" h="522604">
                  <a:moveTo>
                    <a:pt x="1072311" y="273024"/>
                  </a:moveTo>
                  <a:lnTo>
                    <a:pt x="1065758" y="264477"/>
                  </a:lnTo>
                  <a:lnTo>
                    <a:pt x="1057922" y="252628"/>
                  </a:lnTo>
                  <a:lnTo>
                    <a:pt x="1050378" y="240284"/>
                  </a:lnTo>
                  <a:lnTo>
                    <a:pt x="1044663" y="230238"/>
                  </a:lnTo>
                  <a:lnTo>
                    <a:pt x="1012621" y="258216"/>
                  </a:lnTo>
                  <a:lnTo>
                    <a:pt x="981379" y="277660"/>
                  </a:lnTo>
                  <a:lnTo>
                    <a:pt x="951217" y="289026"/>
                  </a:lnTo>
                  <a:lnTo>
                    <a:pt x="922362" y="292709"/>
                  </a:lnTo>
                  <a:lnTo>
                    <a:pt x="895083" y="288404"/>
                  </a:lnTo>
                  <a:lnTo>
                    <a:pt x="874598" y="275297"/>
                  </a:lnTo>
                  <a:lnTo>
                    <a:pt x="861695" y="253098"/>
                  </a:lnTo>
                  <a:lnTo>
                    <a:pt x="857211" y="221526"/>
                  </a:lnTo>
                  <a:lnTo>
                    <a:pt x="857859" y="174713"/>
                  </a:lnTo>
                  <a:lnTo>
                    <a:pt x="859536" y="122212"/>
                  </a:lnTo>
                  <a:lnTo>
                    <a:pt x="861860" y="70713"/>
                  </a:lnTo>
                  <a:lnTo>
                    <a:pt x="864412" y="26885"/>
                  </a:lnTo>
                  <a:lnTo>
                    <a:pt x="871613" y="25742"/>
                  </a:lnTo>
                  <a:lnTo>
                    <a:pt x="875017" y="22720"/>
                  </a:lnTo>
                  <a:lnTo>
                    <a:pt x="875779" y="18173"/>
                  </a:lnTo>
                  <a:lnTo>
                    <a:pt x="810653" y="15138"/>
                  </a:lnTo>
                  <a:lnTo>
                    <a:pt x="808710" y="59588"/>
                  </a:lnTo>
                  <a:lnTo>
                    <a:pt x="807008" y="116484"/>
                  </a:lnTo>
                  <a:lnTo>
                    <a:pt x="805802" y="174320"/>
                  </a:lnTo>
                  <a:lnTo>
                    <a:pt x="805345" y="221526"/>
                  </a:lnTo>
                  <a:lnTo>
                    <a:pt x="811745" y="271818"/>
                  </a:lnTo>
                  <a:lnTo>
                    <a:pt x="832142" y="309714"/>
                  </a:lnTo>
                  <a:lnTo>
                    <a:pt x="868286" y="333616"/>
                  </a:lnTo>
                  <a:lnTo>
                    <a:pt x="921969" y="341934"/>
                  </a:lnTo>
                  <a:lnTo>
                    <a:pt x="961174" y="337769"/>
                  </a:lnTo>
                  <a:lnTo>
                    <a:pt x="999274" y="325094"/>
                  </a:lnTo>
                  <a:lnTo>
                    <a:pt x="1036307" y="303606"/>
                  </a:lnTo>
                  <a:lnTo>
                    <a:pt x="1072311" y="273024"/>
                  </a:lnTo>
                  <a:close/>
                </a:path>
                <a:path w="3162300" h="522604">
                  <a:moveTo>
                    <a:pt x="3158515" y="226225"/>
                  </a:moveTo>
                  <a:lnTo>
                    <a:pt x="3095650" y="226225"/>
                  </a:lnTo>
                  <a:lnTo>
                    <a:pt x="3105124" y="421246"/>
                  </a:lnTo>
                  <a:lnTo>
                    <a:pt x="3149435" y="421246"/>
                  </a:lnTo>
                  <a:lnTo>
                    <a:pt x="3158515" y="226225"/>
                  </a:lnTo>
                  <a:close/>
                </a:path>
                <a:path w="3162300" h="522604">
                  <a:moveTo>
                    <a:pt x="3162300" y="485622"/>
                  </a:moveTo>
                  <a:lnTo>
                    <a:pt x="3159506" y="471411"/>
                  </a:lnTo>
                  <a:lnTo>
                    <a:pt x="3151848" y="459727"/>
                  </a:lnTo>
                  <a:lnTo>
                    <a:pt x="3140418" y="451802"/>
                  </a:lnTo>
                  <a:lnTo>
                    <a:pt x="3126321" y="448881"/>
                  </a:lnTo>
                  <a:lnTo>
                    <a:pt x="3112185" y="451802"/>
                  </a:lnTo>
                  <a:lnTo>
                    <a:pt x="3100628" y="459727"/>
                  </a:lnTo>
                  <a:lnTo>
                    <a:pt x="3092831" y="471411"/>
                  </a:lnTo>
                  <a:lnTo>
                    <a:pt x="3089973" y="485622"/>
                  </a:lnTo>
                  <a:lnTo>
                    <a:pt x="3092729" y="499668"/>
                  </a:lnTo>
                  <a:lnTo>
                    <a:pt x="3100349" y="511365"/>
                  </a:lnTo>
                  <a:lnTo>
                    <a:pt x="3112020" y="519480"/>
                  </a:lnTo>
                  <a:lnTo>
                    <a:pt x="3112389" y="519480"/>
                  </a:lnTo>
                  <a:lnTo>
                    <a:pt x="3126321" y="522351"/>
                  </a:lnTo>
                  <a:lnTo>
                    <a:pt x="3140418" y="519480"/>
                  </a:lnTo>
                  <a:lnTo>
                    <a:pt x="3151848" y="511657"/>
                  </a:lnTo>
                  <a:lnTo>
                    <a:pt x="3159506" y="499986"/>
                  </a:lnTo>
                  <a:lnTo>
                    <a:pt x="3162300" y="48562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918713" y="3954881"/>
              <a:ext cx="1238326" cy="92569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154601" y="3954881"/>
              <a:ext cx="494601" cy="115408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088680" y="4878146"/>
              <a:ext cx="1068359" cy="19437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566909" y="3954881"/>
              <a:ext cx="92583" cy="895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93133" y="3954881"/>
              <a:ext cx="92049" cy="843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106990" y="3783871"/>
              <a:ext cx="123545" cy="12354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021628" y="3928205"/>
              <a:ext cx="81584" cy="8158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603157" y="3820122"/>
              <a:ext cx="332231" cy="40284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44961" y="3258870"/>
              <a:ext cx="345401" cy="375869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2949416" y="4306293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3429" y="0"/>
                  </a:moveTo>
                  <a:lnTo>
                    <a:pt x="0" y="3035"/>
                  </a:lnTo>
                  <a:lnTo>
                    <a:pt x="4343" y="6921"/>
                  </a:lnTo>
                  <a:lnTo>
                    <a:pt x="10934" y="13716"/>
                  </a:lnTo>
                  <a:lnTo>
                    <a:pt x="14173" y="17843"/>
                  </a:lnTo>
                  <a:lnTo>
                    <a:pt x="18046" y="14300"/>
                  </a:lnTo>
                  <a:lnTo>
                    <a:pt x="14554" y="10223"/>
                  </a:lnTo>
                  <a:lnTo>
                    <a:pt x="8216" y="3810"/>
                  </a:lnTo>
                  <a:lnTo>
                    <a:pt x="342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29748" y="3885367"/>
              <a:ext cx="1511161" cy="79707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55574" y="3636274"/>
              <a:ext cx="1364108" cy="51222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811684" y="4219162"/>
              <a:ext cx="1562190" cy="52099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811685" y="4807581"/>
              <a:ext cx="1627174" cy="634339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472067" y="5164359"/>
              <a:ext cx="18415" cy="18415"/>
            </a:xfrm>
            <a:custGeom>
              <a:avLst/>
              <a:gdLst/>
              <a:ahLst/>
              <a:cxnLst/>
              <a:rect l="l" t="t" r="r" b="b"/>
              <a:pathLst>
                <a:path w="18414" h="18414">
                  <a:moveTo>
                    <a:pt x="3428" y="0"/>
                  </a:moveTo>
                  <a:lnTo>
                    <a:pt x="0" y="3035"/>
                  </a:lnTo>
                  <a:lnTo>
                    <a:pt x="4330" y="6921"/>
                  </a:lnTo>
                  <a:lnTo>
                    <a:pt x="10921" y="13716"/>
                  </a:lnTo>
                  <a:lnTo>
                    <a:pt x="14160" y="17843"/>
                  </a:lnTo>
                  <a:lnTo>
                    <a:pt x="18046" y="14300"/>
                  </a:lnTo>
                  <a:lnTo>
                    <a:pt x="14554" y="10223"/>
                  </a:lnTo>
                  <a:lnTo>
                    <a:pt x="8216" y="3810"/>
                  </a:lnTo>
                  <a:lnTo>
                    <a:pt x="342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429744" y="4754398"/>
              <a:ext cx="2038080" cy="702276"/>
            </a:xfrm>
            <a:prstGeom prst="rect">
              <a:avLst/>
            </a:prstGeom>
          </p:spPr>
        </p:pic>
      </p:grpSp>
      <p:pic>
        <p:nvPicPr>
          <p:cNvPr id="78" name="object 78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74828" y="6271632"/>
            <a:ext cx="3699712" cy="394107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4254291" y="9974501"/>
            <a:ext cx="930447" cy="184254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5261369" y="9983264"/>
            <a:ext cx="147053" cy="166738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469077" y="10019272"/>
            <a:ext cx="101879" cy="12793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5656881" y="9969131"/>
            <a:ext cx="109244" cy="194995"/>
          </a:xfrm>
          <a:prstGeom prst="rect">
            <a:avLst/>
          </a:prstGeom>
        </p:spPr>
      </p:pic>
      <p:sp>
        <p:nvSpPr>
          <p:cNvPr id="83" name="object 83"/>
          <p:cNvSpPr/>
          <p:nvPr/>
        </p:nvSpPr>
        <p:spPr>
          <a:xfrm>
            <a:off x="5832957" y="10092691"/>
            <a:ext cx="57785" cy="59055"/>
          </a:xfrm>
          <a:custGeom>
            <a:avLst/>
            <a:gdLst/>
            <a:ahLst/>
            <a:cxnLst/>
            <a:rect l="l" t="t" r="r" b="b"/>
            <a:pathLst>
              <a:path w="57785" h="59054">
                <a:moveTo>
                  <a:pt x="28841" y="0"/>
                </a:moveTo>
                <a:lnTo>
                  <a:pt x="17616" y="2303"/>
                </a:lnTo>
                <a:lnTo>
                  <a:pt x="8448" y="8580"/>
                </a:lnTo>
                <a:lnTo>
                  <a:pt x="2266" y="17879"/>
                </a:lnTo>
                <a:lnTo>
                  <a:pt x="0" y="29248"/>
                </a:lnTo>
                <a:lnTo>
                  <a:pt x="2240" y="40570"/>
                </a:lnTo>
                <a:lnTo>
                  <a:pt x="8377" y="49952"/>
                </a:lnTo>
                <a:lnTo>
                  <a:pt x="17536" y="56347"/>
                </a:lnTo>
                <a:lnTo>
                  <a:pt x="28841" y="58712"/>
                </a:lnTo>
                <a:lnTo>
                  <a:pt x="40117" y="56347"/>
                </a:lnTo>
                <a:lnTo>
                  <a:pt x="49210" y="49952"/>
                </a:lnTo>
                <a:lnTo>
                  <a:pt x="49344" y="49745"/>
                </a:lnTo>
                <a:lnTo>
                  <a:pt x="28841" y="49745"/>
                </a:lnTo>
                <a:lnTo>
                  <a:pt x="20971" y="48166"/>
                </a:lnTo>
                <a:lnTo>
                  <a:pt x="14517" y="43826"/>
                </a:lnTo>
                <a:lnTo>
                  <a:pt x="10151" y="37321"/>
                </a:lnTo>
                <a:lnTo>
                  <a:pt x="8547" y="29248"/>
                </a:lnTo>
                <a:lnTo>
                  <a:pt x="10151" y="21236"/>
                </a:lnTo>
                <a:lnTo>
                  <a:pt x="14517" y="14655"/>
                </a:lnTo>
                <a:lnTo>
                  <a:pt x="20971" y="10199"/>
                </a:lnTo>
                <a:lnTo>
                  <a:pt x="28742" y="8580"/>
                </a:lnTo>
                <a:lnTo>
                  <a:pt x="49139" y="8580"/>
                </a:lnTo>
                <a:lnTo>
                  <a:pt x="40037" y="2303"/>
                </a:lnTo>
                <a:lnTo>
                  <a:pt x="28841" y="0"/>
                </a:lnTo>
                <a:close/>
              </a:path>
              <a:path w="57785" h="59054">
                <a:moveTo>
                  <a:pt x="49139" y="8580"/>
                </a:moveTo>
                <a:lnTo>
                  <a:pt x="28941" y="8580"/>
                </a:lnTo>
                <a:lnTo>
                  <a:pt x="36642" y="10199"/>
                </a:lnTo>
                <a:lnTo>
                  <a:pt x="43049" y="14655"/>
                </a:lnTo>
                <a:lnTo>
                  <a:pt x="45180" y="17879"/>
                </a:lnTo>
                <a:lnTo>
                  <a:pt x="47360" y="21236"/>
                </a:lnTo>
                <a:lnTo>
                  <a:pt x="48945" y="29248"/>
                </a:lnTo>
                <a:lnTo>
                  <a:pt x="47344" y="37321"/>
                </a:lnTo>
                <a:lnTo>
                  <a:pt x="42999" y="43826"/>
                </a:lnTo>
                <a:lnTo>
                  <a:pt x="36601" y="48166"/>
                </a:lnTo>
                <a:lnTo>
                  <a:pt x="28841" y="49745"/>
                </a:lnTo>
                <a:lnTo>
                  <a:pt x="49344" y="49745"/>
                </a:lnTo>
                <a:lnTo>
                  <a:pt x="55282" y="40570"/>
                </a:lnTo>
                <a:lnTo>
                  <a:pt x="57492" y="29248"/>
                </a:lnTo>
                <a:lnTo>
                  <a:pt x="55255" y="17879"/>
                </a:lnTo>
                <a:lnTo>
                  <a:pt x="49139" y="858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4" name="object 84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647188" y="5710223"/>
            <a:ext cx="2489244" cy="191063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4207821" y="5713294"/>
            <a:ext cx="171081" cy="184124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4431524" y="5716354"/>
            <a:ext cx="124587" cy="170865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621161" y="5712674"/>
            <a:ext cx="1271036" cy="190855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324057" y="5983776"/>
            <a:ext cx="4890848" cy="193306"/>
          </a:xfrm>
          <a:prstGeom prst="rect">
            <a:avLst/>
          </a:prstGeom>
        </p:spPr>
      </p:pic>
      <p:grpSp>
        <p:nvGrpSpPr>
          <p:cNvPr id="89" name="object 89"/>
          <p:cNvGrpSpPr/>
          <p:nvPr/>
        </p:nvGrpSpPr>
        <p:grpSpPr>
          <a:xfrm>
            <a:off x="4169212" y="6426860"/>
            <a:ext cx="2688590" cy="798195"/>
            <a:chOff x="4169212" y="6426860"/>
            <a:chExt cx="2688590" cy="798195"/>
          </a:xfrm>
        </p:grpSpPr>
        <p:sp>
          <p:nvSpPr>
            <p:cNvPr id="90" name="object 90"/>
            <p:cNvSpPr/>
            <p:nvPr/>
          </p:nvSpPr>
          <p:spPr>
            <a:xfrm>
              <a:off x="4170375" y="6428003"/>
              <a:ext cx="2686050" cy="298450"/>
            </a:xfrm>
            <a:custGeom>
              <a:avLst/>
              <a:gdLst/>
              <a:ahLst/>
              <a:cxnLst/>
              <a:rect l="l" t="t" r="r" b="b"/>
              <a:pathLst>
                <a:path w="2686050" h="298450">
                  <a:moveTo>
                    <a:pt x="2685770" y="0"/>
                  </a:moveTo>
                  <a:lnTo>
                    <a:pt x="0" y="0"/>
                  </a:lnTo>
                  <a:lnTo>
                    <a:pt x="0" y="298424"/>
                  </a:lnTo>
                  <a:lnTo>
                    <a:pt x="2685770" y="298424"/>
                  </a:lnTo>
                  <a:lnTo>
                    <a:pt x="2685770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170368" y="6428016"/>
              <a:ext cx="2686050" cy="796290"/>
            </a:xfrm>
            <a:custGeom>
              <a:avLst/>
              <a:gdLst/>
              <a:ahLst/>
              <a:cxnLst/>
              <a:rect l="l" t="t" r="r" b="b"/>
              <a:pathLst>
                <a:path w="2686050" h="796290">
                  <a:moveTo>
                    <a:pt x="2685770" y="795781"/>
                  </a:moveTo>
                  <a:lnTo>
                    <a:pt x="0" y="795781"/>
                  </a:lnTo>
                  <a:lnTo>
                    <a:pt x="0" y="0"/>
                  </a:lnTo>
                  <a:lnTo>
                    <a:pt x="2685770" y="0"/>
                  </a:lnTo>
                  <a:lnTo>
                    <a:pt x="2685770" y="795781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4170359" y="6726426"/>
              <a:ext cx="2686050" cy="0"/>
            </a:xfrm>
            <a:custGeom>
              <a:avLst/>
              <a:gdLst/>
              <a:ahLst/>
              <a:cxnLst/>
              <a:rect l="l" t="t" r="r" b="b"/>
              <a:pathLst>
                <a:path w="2686050" h="0">
                  <a:moveTo>
                    <a:pt x="0" y="0"/>
                  </a:moveTo>
                  <a:lnTo>
                    <a:pt x="268577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577995" y="6486588"/>
              <a:ext cx="935070" cy="18723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579697" y="6490567"/>
              <a:ext cx="872651" cy="180073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4169212" y="8535688"/>
            <a:ext cx="2688590" cy="1196340"/>
            <a:chOff x="4169212" y="8535688"/>
            <a:chExt cx="2688590" cy="1196340"/>
          </a:xfrm>
        </p:grpSpPr>
        <p:sp>
          <p:nvSpPr>
            <p:cNvPr id="96" name="object 96"/>
            <p:cNvSpPr/>
            <p:nvPr/>
          </p:nvSpPr>
          <p:spPr>
            <a:xfrm>
              <a:off x="4170375" y="8536838"/>
              <a:ext cx="2686050" cy="298450"/>
            </a:xfrm>
            <a:custGeom>
              <a:avLst/>
              <a:gdLst/>
              <a:ahLst/>
              <a:cxnLst/>
              <a:rect l="l" t="t" r="r" b="b"/>
              <a:pathLst>
                <a:path w="2686050" h="298450">
                  <a:moveTo>
                    <a:pt x="2685770" y="0"/>
                  </a:moveTo>
                  <a:lnTo>
                    <a:pt x="0" y="0"/>
                  </a:lnTo>
                  <a:lnTo>
                    <a:pt x="0" y="298424"/>
                  </a:lnTo>
                  <a:lnTo>
                    <a:pt x="2685770" y="298424"/>
                  </a:lnTo>
                  <a:lnTo>
                    <a:pt x="2685770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170368" y="8536843"/>
              <a:ext cx="2686050" cy="1193800"/>
            </a:xfrm>
            <a:custGeom>
              <a:avLst/>
              <a:gdLst/>
              <a:ahLst/>
              <a:cxnLst/>
              <a:rect l="l" t="t" r="r" b="b"/>
              <a:pathLst>
                <a:path w="2686050" h="1193800">
                  <a:moveTo>
                    <a:pt x="2685770" y="1193685"/>
                  </a:moveTo>
                  <a:lnTo>
                    <a:pt x="0" y="1193685"/>
                  </a:lnTo>
                  <a:lnTo>
                    <a:pt x="0" y="0"/>
                  </a:lnTo>
                  <a:lnTo>
                    <a:pt x="2685770" y="0"/>
                  </a:lnTo>
                  <a:lnTo>
                    <a:pt x="2685770" y="1193685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170359" y="8835264"/>
              <a:ext cx="2686050" cy="0"/>
            </a:xfrm>
            <a:custGeom>
              <a:avLst/>
              <a:gdLst/>
              <a:ahLst/>
              <a:cxnLst/>
              <a:rect l="l" t="t" r="r" b="b"/>
              <a:pathLst>
                <a:path w="2686050" h="0">
                  <a:moveTo>
                    <a:pt x="0" y="0"/>
                  </a:moveTo>
                  <a:lnTo>
                    <a:pt x="268577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577995" y="8595426"/>
              <a:ext cx="1874353" cy="187234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5655937" y="6907238"/>
            <a:ext cx="587375" cy="140335"/>
            <a:chOff x="5655937" y="6907238"/>
            <a:chExt cx="587375" cy="140335"/>
          </a:xfrm>
        </p:grpSpPr>
        <p:pic>
          <p:nvPicPr>
            <p:cNvPr id="101" name="object 10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655937" y="6907238"/>
              <a:ext cx="141712" cy="137985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823940" y="6917563"/>
              <a:ext cx="104775" cy="121920"/>
            </a:xfrm>
            <a:custGeom>
              <a:avLst/>
              <a:gdLst/>
              <a:ahLst/>
              <a:cxnLst/>
              <a:rect l="l" t="t" r="r" b="b"/>
              <a:pathLst>
                <a:path w="104775" h="121920">
                  <a:moveTo>
                    <a:pt x="104584" y="113207"/>
                  </a:moveTo>
                  <a:lnTo>
                    <a:pt x="85039" y="113207"/>
                  </a:lnTo>
                  <a:lnTo>
                    <a:pt x="85039" y="121856"/>
                  </a:lnTo>
                  <a:lnTo>
                    <a:pt x="104584" y="121856"/>
                  </a:lnTo>
                  <a:lnTo>
                    <a:pt x="104584" y="113207"/>
                  </a:lnTo>
                  <a:close/>
                </a:path>
                <a:path w="104775" h="121920">
                  <a:moveTo>
                    <a:pt x="104584" y="0"/>
                  </a:moveTo>
                  <a:lnTo>
                    <a:pt x="85039" y="0"/>
                  </a:lnTo>
                  <a:lnTo>
                    <a:pt x="85039" y="17780"/>
                  </a:lnTo>
                  <a:lnTo>
                    <a:pt x="85039" y="46990"/>
                  </a:lnTo>
                  <a:lnTo>
                    <a:pt x="19545" y="46990"/>
                  </a:lnTo>
                  <a:lnTo>
                    <a:pt x="19545" y="17780"/>
                  </a:lnTo>
                  <a:lnTo>
                    <a:pt x="85039" y="17780"/>
                  </a:lnTo>
                  <a:lnTo>
                    <a:pt x="85039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0" y="46990"/>
                  </a:lnTo>
                  <a:lnTo>
                    <a:pt x="0" y="63500"/>
                  </a:lnTo>
                  <a:lnTo>
                    <a:pt x="0" y="95250"/>
                  </a:lnTo>
                  <a:lnTo>
                    <a:pt x="0" y="113030"/>
                  </a:lnTo>
                  <a:lnTo>
                    <a:pt x="0" y="121920"/>
                  </a:lnTo>
                  <a:lnTo>
                    <a:pt x="19545" y="121920"/>
                  </a:lnTo>
                  <a:lnTo>
                    <a:pt x="19545" y="113030"/>
                  </a:lnTo>
                  <a:lnTo>
                    <a:pt x="104584" y="113030"/>
                  </a:lnTo>
                  <a:lnTo>
                    <a:pt x="104584" y="95300"/>
                  </a:lnTo>
                  <a:lnTo>
                    <a:pt x="104584" y="64122"/>
                  </a:lnTo>
                  <a:lnTo>
                    <a:pt x="85039" y="64122"/>
                  </a:lnTo>
                  <a:lnTo>
                    <a:pt x="85039" y="95250"/>
                  </a:lnTo>
                  <a:lnTo>
                    <a:pt x="19545" y="95250"/>
                  </a:lnTo>
                  <a:lnTo>
                    <a:pt x="19545" y="63500"/>
                  </a:lnTo>
                  <a:lnTo>
                    <a:pt x="104584" y="63500"/>
                  </a:lnTo>
                  <a:lnTo>
                    <a:pt x="104584" y="47129"/>
                  </a:lnTo>
                  <a:lnTo>
                    <a:pt x="104584" y="46990"/>
                  </a:lnTo>
                  <a:lnTo>
                    <a:pt x="104584" y="17780"/>
                  </a:lnTo>
                  <a:lnTo>
                    <a:pt x="10458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956452" y="6907542"/>
              <a:ext cx="286308" cy="139484"/>
            </a:xfrm>
            <a:prstGeom prst="rect">
              <a:avLst/>
            </a:prstGeom>
          </p:spPr>
        </p:pic>
      </p:grpSp>
      <p:pic>
        <p:nvPicPr>
          <p:cNvPr id="104" name="object 104"/>
          <p:cNvPicPr/>
          <p:nvPr/>
        </p:nvPicPr>
        <p:blipFill>
          <a:blip r:embed="rId67" cstate="print"/>
          <a:stretch>
            <a:fillRect/>
          </a:stretch>
        </p:blipFill>
        <p:spPr>
          <a:xfrm>
            <a:off x="4838636" y="6843943"/>
            <a:ext cx="439247" cy="262439"/>
          </a:xfrm>
          <a:prstGeom prst="rect">
            <a:avLst/>
          </a:prstGeom>
        </p:spPr>
      </p:pic>
      <p:grpSp>
        <p:nvGrpSpPr>
          <p:cNvPr id="105" name="object 105"/>
          <p:cNvGrpSpPr/>
          <p:nvPr/>
        </p:nvGrpSpPr>
        <p:grpSpPr>
          <a:xfrm>
            <a:off x="4169212" y="7381809"/>
            <a:ext cx="2688590" cy="997585"/>
            <a:chOff x="4169212" y="7381809"/>
            <a:chExt cx="2688590" cy="997585"/>
          </a:xfrm>
        </p:grpSpPr>
        <p:sp>
          <p:nvSpPr>
            <p:cNvPr id="106" name="object 106"/>
            <p:cNvSpPr/>
            <p:nvPr/>
          </p:nvSpPr>
          <p:spPr>
            <a:xfrm>
              <a:off x="4170375" y="7382941"/>
              <a:ext cx="2686050" cy="298450"/>
            </a:xfrm>
            <a:custGeom>
              <a:avLst/>
              <a:gdLst/>
              <a:ahLst/>
              <a:cxnLst/>
              <a:rect l="l" t="t" r="r" b="b"/>
              <a:pathLst>
                <a:path w="2686050" h="298450">
                  <a:moveTo>
                    <a:pt x="2685770" y="0"/>
                  </a:moveTo>
                  <a:lnTo>
                    <a:pt x="0" y="0"/>
                  </a:lnTo>
                  <a:lnTo>
                    <a:pt x="0" y="298424"/>
                  </a:lnTo>
                  <a:lnTo>
                    <a:pt x="2685770" y="298424"/>
                  </a:lnTo>
                  <a:lnTo>
                    <a:pt x="2685770" y="0"/>
                  </a:lnTo>
                  <a:close/>
                </a:path>
              </a:pathLst>
            </a:custGeom>
            <a:solidFill>
              <a:srgbClr val="DC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4170368" y="7382964"/>
              <a:ext cx="2686050" cy="995044"/>
            </a:xfrm>
            <a:custGeom>
              <a:avLst/>
              <a:gdLst/>
              <a:ahLst/>
              <a:cxnLst/>
              <a:rect l="l" t="t" r="r" b="b"/>
              <a:pathLst>
                <a:path w="2686050" h="995045">
                  <a:moveTo>
                    <a:pt x="2685770" y="994727"/>
                  </a:moveTo>
                  <a:lnTo>
                    <a:pt x="0" y="994727"/>
                  </a:lnTo>
                  <a:lnTo>
                    <a:pt x="0" y="0"/>
                  </a:lnTo>
                  <a:lnTo>
                    <a:pt x="2685770" y="0"/>
                  </a:lnTo>
                  <a:lnTo>
                    <a:pt x="2685770" y="994727"/>
                  </a:lnTo>
                  <a:close/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4170359" y="7681372"/>
              <a:ext cx="2686050" cy="0"/>
            </a:xfrm>
            <a:custGeom>
              <a:avLst/>
              <a:gdLst/>
              <a:ahLst/>
              <a:cxnLst/>
              <a:rect l="l" t="t" r="r" b="b"/>
              <a:pathLst>
                <a:path w="2686050" h="0">
                  <a:moveTo>
                    <a:pt x="0" y="0"/>
                  </a:moveTo>
                  <a:lnTo>
                    <a:pt x="2685770" y="0"/>
                  </a:lnTo>
                </a:path>
              </a:pathLst>
            </a:custGeom>
            <a:ln w="317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578001" y="7441534"/>
              <a:ext cx="933283" cy="187234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579710" y="7445513"/>
              <a:ext cx="872651" cy="180073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20394" y="7838158"/>
              <a:ext cx="438644" cy="13992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5217223" y="7839494"/>
              <a:ext cx="588010" cy="137160"/>
            </a:xfrm>
            <a:custGeom>
              <a:avLst/>
              <a:gdLst/>
              <a:ahLst/>
              <a:cxnLst/>
              <a:rect l="l" t="t" r="r" b="b"/>
              <a:pathLst>
                <a:path w="588010" h="137159">
                  <a:moveTo>
                    <a:pt x="143357" y="109943"/>
                  </a:moveTo>
                  <a:lnTo>
                    <a:pt x="133057" y="108013"/>
                  </a:lnTo>
                  <a:lnTo>
                    <a:pt x="128892" y="103987"/>
                  </a:lnTo>
                  <a:lnTo>
                    <a:pt x="126796" y="101904"/>
                  </a:lnTo>
                  <a:lnTo>
                    <a:pt x="125399" y="118160"/>
                  </a:lnTo>
                  <a:lnTo>
                    <a:pt x="125310" y="119202"/>
                  </a:lnTo>
                  <a:lnTo>
                    <a:pt x="86817" y="119202"/>
                  </a:lnTo>
                  <a:lnTo>
                    <a:pt x="85318" y="115620"/>
                  </a:lnTo>
                  <a:lnTo>
                    <a:pt x="85318" y="105625"/>
                  </a:lnTo>
                  <a:lnTo>
                    <a:pt x="85318" y="103987"/>
                  </a:lnTo>
                  <a:lnTo>
                    <a:pt x="140677" y="98907"/>
                  </a:lnTo>
                  <a:lnTo>
                    <a:pt x="139877" y="89509"/>
                  </a:lnTo>
                  <a:lnTo>
                    <a:pt x="139484" y="84747"/>
                  </a:lnTo>
                  <a:lnTo>
                    <a:pt x="85318" y="89509"/>
                  </a:lnTo>
                  <a:lnTo>
                    <a:pt x="85318" y="83693"/>
                  </a:lnTo>
                  <a:lnTo>
                    <a:pt x="85318" y="81902"/>
                  </a:lnTo>
                  <a:lnTo>
                    <a:pt x="135750" y="76987"/>
                  </a:lnTo>
                  <a:lnTo>
                    <a:pt x="134861" y="67881"/>
                  </a:lnTo>
                  <a:lnTo>
                    <a:pt x="134493" y="64160"/>
                  </a:lnTo>
                  <a:lnTo>
                    <a:pt x="134404" y="63119"/>
                  </a:lnTo>
                  <a:lnTo>
                    <a:pt x="85318" y="67881"/>
                  </a:lnTo>
                  <a:lnTo>
                    <a:pt x="85318" y="62661"/>
                  </a:lnTo>
                  <a:lnTo>
                    <a:pt x="85318" y="60121"/>
                  </a:lnTo>
                  <a:lnTo>
                    <a:pt x="91008" y="58991"/>
                  </a:lnTo>
                  <a:lnTo>
                    <a:pt x="99085" y="57200"/>
                  </a:lnTo>
                  <a:lnTo>
                    <a:pt x="108102" y="54825"/>
                  </a:lnTo>
                  <a:lnTo>
                    <a:pt x="116649" y="51917"/>
                  </a:lnTo>
                  <a:lnTo>
                    <a:pt x="118440" y="52514"/>
                  </a:lnTo>
                  <a:lnTo>
                    <a:pt x="120243" y="52514"/>
                  </a:lnTo>
                  <a:lnTo>
                    <a:pt x="121437" y="52374"/>
                  </a:lnTo>
                  <a:lnTo>
                    <a:pt x="121437" y="51917"/>
                  </a:lnTo>
                  <a:lnTo>
                    <a:pt x="121437" y="50126"/>
                  </a:lnTo>
                  <a:lnTo>
                    <a:pt x="121196" y="49834"/>
                  </a:lnTo>
                  <a:lnTo>
                    <a:pt x="120840" y="49377"/>
                  </a:lnTo>
                  <a:lnTo>
                    <a:pt x="120535" y="49085"/>
                  </a:lnTo>
                  <a:lnTo>
                    <a:pt x="113233" y="41490"/>
                  </a:lnTo>
                  <a:lnTo>
                    <a:pt x="134556" y="41490"/>
                  </a:lnTo>
                  <a:lnTo>
                    <a:pt x="134556" y="27305"/>
                  </a:lnTo>
                  <a:lnTo>
                    <a:pt x="134556" y="18503"/>
                  </a:lnTo>
                  <a:lnTo>
                    <a:pt x="134556" y="4038"/>
                  </a:lnTo>
                  <a:lnTo>
                    <a:pt x="116205" y="4038"/>
                  </a:lnTo>
                  <a:lnTo>
                    <a:pt x="116205" y="18503"/>
                  </a:lnTo>
                  <a:lnTo>
                    <a:pt x="116205" y="27305"/>
                  </a:lnTo>
                  <a:lnTo>
                    <a:pt x="31470" y="27305"/>
                  </a:lnTo>
                  <a:lnTo>
                    <a:pt x="31470" y="18503"/>
                  </a:lnTo>
                  <a:lnTo>
                    <a:pt x="116205" y="18503"/>
                  </a:lnTo>
                  <a:lnTo>
                    <a:pt x="116205" y="4038"/>
                  </a:lnTo>
                  <a:lnTo>
                    <a:pt x="13423" y="4038"/>
                  </a:lnTo>
                  <a:lnTo>
                    <a:pt x="13411" y="48577"/>
                  </a:lnTo>
                  <a:lnTo>
                    <a:pt x="13284" y="58991"/>
                  </a:lnTo>
                  <a:lnTo>
                    <a:pt x="13169" y="67881"/>
                  </a:lnTo>
                  <a:lnTo>
                    <a:pt x="13081" y="75247"/>
                  </a:lnTo>
                  <a:lnTo>
                    <a:pt x="11404" y="96177"/>
                  </a:lnTo>
                  <a:lnTo>
                    <a:pt x="7378" y="113220"/>
                  </a:lnTo>
                  <a:lnTo>
                    <a:pt x="0" y="129044"/>
                  </a:lnTo>
                  <a:lnTo>
                    <a:pt x="7010" y="129946"/>
                  </a:lnTo>
                  <a:lnTo>
                    <a:pt x="12230" y="131279"/>
                  </a:lnTo>
                  <a:lnTo>
                    <a:pt x="18351" y="135318"/>
                  </a:lnTo>
                  <a:lnTo>
                    <a:pt x="25298" y="118160"/>
                  </a:lnTo>
                  <a:lnTo>
                    <a:pt x="31013" y="75247"/>
                  </a:lnTo>
                  <a:lnTo>
                    <a:pt x="31369" y="49085"/>
                  </a:lnTo>
                  <a:lnTo>
                    <a:pt x="31470" y="41490"/>
                  </a:lnTo>
                  <a:lnTo>
                    <a:pt x="98755" y="41490"/>
                  </a:lnTo>
                  <a:lnTo>
                    <a:pt x="80479" y="46062"/>
                  </a:lnTo>
                  <a:lnTo>
                    <a:pt x="64223" y="48577"/>
                  </a:lnTo>
                  <a:lnTo>
                    <a:pt x="51422" y="49631"/>
                  </a:lnTo>
                  <a:lnTo>
                    <a:pt x="43561" y="49834"/>
                  </a:lnTo>
                  <a:lnTo>
                    <a:pt x="40576" y="49834"/>
                  </a:lnTo>
                  <a:lnTo>
                    <a:pt x="37528" y="49631"/>
                  </a:lnTo>
                  <a:lnTo>
                    <a:pt x="36347" y="49631"/>
                  </a:lnTo>
                  <a:lnTo>
                    <a:pt x="43408" y="56692"/>
                  </a:lnTo>
                  <a:lnTo>
                    <a:pt x="45796" y="64160"/>
                  </a:lnTo>
                  <a:lnTo>
                    <a:pt x="52806" y="64160"/>
                  </a:lnTo>
                  <a:lnTo>
                    <a:pt x="60871" y="63563"/>
                  </a:lnTo>
                  <a:lnTo>
                    <a:pt x="67716" y="62661"/>
                  </a:lnTo>
                  <a:lnTo>
                    <a:pt x="67716" y="69532"/>
                  </a:lnTo>
                  <a:lnTo>
                    <a:pt x="38036" y="72504"/>
                  </a:lnTo>
                  <a:lnTo>
                    <a:pt x="38430" y="81902"/>
                  </a:lnTo>
                  <a:lnTo>
                    <a:pt x="38506" y="83693"/>
                  </a:lnTo>
                  <a:lnTo>
                    <a:pt x="38633" y="86525"/>
                  </a:lnTo>
                  <a:lnTo>
                    <a:pt x="67716" y="83693"/>
                  </a:lnTo>
                  <a:lnTo>
                    <a:pt x="67716" y="91160"/>
                  </a:lnTo>
                  <a:lnTo>
                    <a:pt x="35052" y="93992"/>
                  </a:lnTo>
                  <a:lnTo>
                    <a:pt x="36055" y="108013"/>
                  </a:lnTo>
                  <a:lnTo>
                    <a:pt x="36093" y="108458"/>
                  </a:lnTo>
                  <a:lnTo>
                    <a:pt x="67716" y="105625"/>
                  </a:lnTo>
                  <a:lnTo>
                    <a:pt x="67767" y="120205"/>
                  </a:lnTo>
                  <a:lnTo>
                    <a:pt x="68313" y="125920"/>
                  </a:lnTo>
                  <a:lnTo>
                    <a:pt x="72047" y="129349"/>
                  </a:lnTo>
                  <a:lnTo>
                    <a:pt x="77876" y="134556"/>
                  </a:lnTo>
                  <a:lnTo>
                    <a:pt x="87858" y="134861"/>
                  </a:lnTo>
                  <a:lnTo>
                    <a:pt x="116052" y="134861"/>
                  </a:lnTo>
                  <a:lnTo>
                    <a:pt x="141274" y="119202"/>
                  </a:lnTo>
                  <a:lnTo>
                    <a:pt x="143357" y="109943"/>
                  </a:lnTo>
                  <a:close/>
                </a:path>
                <a:path w="588010" h="137159">
                  <a:moveTo>
                    <a:pt x="205155" y="4635"/>
                  </a:moveTo>
                  <a:lnTo>
                    <a:pt x="154724" y="4635"/>
                  </a:lnTo>
                  <a:lnTo>
                    <a:pt x="154724" y="20904"/>
                  </a:lnTo>
                  <a:lnTo>
                    <a:pt x="187998" y="20904"/>
                  </a:lnTo>
                  <a:lnTo>
                    <a:pt x="187998" y="32981"/>
                  </a:lnTo>
                  <a:lnTo>
                    <a:pt x="205155" y="32981"/>
                  </a:lnTo>
                  <a:lnTo>
                    <a:pt x="205155" y="4635"/>
                  </a:lnTo>
                  <a:close/>
                </a:path>
                <a:path w="588010" h="137159">
                  <a:moveTo>
                    <a:pt x="205295" y="64160"/>
                  </a:moveTo>
                  <a:lnTo>
                    <a:pt x="172631" y="64160"/>
                  </a:lnTo>
                  <a:lnTo>
                    <a:pt x="173380" y="58788"/>
                  </a:lnTo>
                  <a:lnTo>
                    <a:pt x="173824" y="55206"/>
                  </a:lnTo>
                  <a:lnTo>
                    <a:pt x="174269" y="50444"/>
                  </a:lnTo>
                  <a:lnTo>
                    <a:pt x="205155" y="50444"/>
                  </a:lnTo>
                  <a:lnTo>
                    <a:pt x="205155" y="35661"/>
                  </a:lnTo>
                  <a:lnTo>
                    <a:pt x="187998" y="35661"/>
                  </a:lnTo>
                  <a:lnTo>
                    <a:pt x="173380" y="35661"/>
                  </a:lnTo>
                  <a:lnTo>
                    <a:pt x="158864" y="35661"/>
                  </a:lnTo>
                  <a:lnTo>
                    <a:pt x="157645" y="53340"/>
                  </a:lnTo>
                  <a:lnTo>
                    <a:pt x="155473" y="68859"/>
                  </a:lnTo>
                  <a:lnTo>
                    <a:pt x="153301" y="79336"/>
                  </a:lnTo>
                  <a:lnTo>
                    <a:pt x="151968" y="84302"/>
                  </a:lnTo>
                  <a:lnTo>
                    <a:pt x="151892" y="84594"/>
                  </a:lnTo>
                  <a:lnTo>
                    <a:pt x="153974" y="84747"/>
                  </a:lnTo>
                  <a:lnTo>
                    <a:pt x="161582" y="85788"/>
                  </a:lnTo>
                  <a:lnTo>
                    <a:pt x="168592" y="88480"/>
                  </a:lnTo>
                  <a:lnTo>
                    <a:pt x="169583" y="84747"/>
                  </a:lnTo>
                  <a:lnTo>
                    <a:pt x="170383" y="80416"/>
                  </a:lnTo>
                  <a:lnTo>
                    <a:pt x="188887" y="80416"/>
                  </a:lnTo>
                  <a:lnTo>
                    <a:pt x="183222" y="119811"/>
                  </a:lnTo>
                  <a:lnTo>
                    <a:pt x="174866" y="119811"/>
                  </a:lnTo>
                  <a:lnTo>
                    <a:pt x="168744" y="119062"/>
                  </a:lnTo>
                  <a:lnTo>
                    <a:pt x="161582" y="118313"/>
                  </a:lnTo>
                  <a:lnTo>
                    <a:pt x="164274" y="122936"/>
                  </a:lnTo>
                  <a:lnTo>
                    <a:pt x="166966" y="127863"/>
                  </a:lnTo>
                  <a:lnTo>
                    <a:pt x="168097" y="135178"/>
                  </a:lnTo>
                  <a:lnTo>
                    <a:pt x="168109" y="135318"/>
                  </a:lnTo>
                  <a:lnTo>
                    <a:pt x="168236" y="136105"/>
                  </a:lnTo>
                  <a:lnTo>
                    <a:pt x="168300" y="136512"/>
                  </a:lnTo>
                  <a:lnTo>
                    <a:pt x="170230" y="136664"/>
                  </a:lnTo>
                  <a:lnTo>
                    <a:pt x="171577" y="136817"/>
                  </a:lnTo>
                  <a:lnTo>
                    <a:pt x="173228" y="136817"/>
                  </a:lnTo>
                  <a:lnTo>
                    <a:pt x="183984" y="136105"/>
                  </a:lnTo>
                  <a:lnTo>
                    <a:pt x="204558" y="92951"/>
                  </a:lnTo>
                  <a:lnTo>
                    <a:pt x="204597" y="92202"/>
                  </a:lnTo>
                  <a:lnTo>
                    <a:pt x="204724" y="90398"/>
                  </a:lnTo>
                  <a:lnTo>
                    <a:pt x="204838" y="88036"/>
                  </a:lnTo>
                  <a:lnTo>
                    <a:pt x="204939" y="84302"/>
                  </a:lnTo>
                  <a:lnTo>
                    <a:pt x="205041" y="80416"/>
                  </a:lnTo>
                  <a:lnTo>
                    <a:pt x="205105" y="77889"/>
                  </a:lnTo>
                  <a:lnTo>
                    <a:pt x="205232" y="73291"/>
                  </a:lnTo>
                  <a:lnTo>
                    <a:pt x="205295" y="64160"/>
                  </a:lnTo>
                  <a:close/>
                </a:path>
                <a:path w="588010" h="137159">
                  <a:moveTo>
                    <a:pt x="293751" y="124574"/>
                  </a:moveTo>
                  <a:lnTo>
                    <a:pt x="268998" y="105333"/>
                  </a:lnTo>
                  <a:lnTo>
                    <a:pt x="281673" y="95491"/>
                  </a:lnTo>
                  <a:lnTo>
                    <a:pt x="284213" y="92951"/>
                  </a:lnTo>
                  <a:lnTo>
                    <a:pt x="284962" y="92202"/>
                  </a:lnTo>
                  <a:lnTo>
                    <a:pt x="287642" y="89674"/>
                  </a:lnTo>
                  <a:lnTo>
                    <a:pt x="288391" y="89979"/>
                  </a:lnTo>
                  <a:lnTo>
                    <a:pt x="289737" y="90119"/>
                  </a:lnTo>
                  <a:lnTo>
                    <a:pt x="291528" y="90119"/>
                  </a:lnTo>
                  <a:lnTo>
                    <a:pt x="291960" y="89674"/>
                  </a:lnTo>
                  <a:lnTo>
                    <a:pt x="292265" y="89369"/>
                  </a:lnTo>
                  <a:lnTo>
                    <a:pt x="292265" y="88036"/>
                  </a:lnTo>
                  <a:lnTo>
                    <a:pt x="291223" y="86982"/>
                  </a:lnTo>
                  <a:lnTo>
                    <a:pt x="280631" y="77889"/>
                  </a:lnTo>
                  <a:lnTo>
                    <a:pt x="290182" y="77889"/>
                  </a:lnTo>
                  <a:lnTo>
                    <a:pt x="290182" y="63411"/>
                  </a:lnTo>
                  <a:lnTo>
                    <a:pt x="276009" y="63411"/>
                  </a:lnTo>
                  <a:lnTo>
                    <a:pt x="276009" y="77889"/>
                  </a:lnTo>
                  <a:lnTo>
                    <a:pt x="274066" y="80276"/>
                  </a:lnTo>
                  <a:lnTo>
                    <a:pt x="269138" y="85940"/>
                  </a:lnTo>
                  <a:lnTo>
                    <a:pt x="260794" y="92951"/>
                  </a:lnTo>
                  <a:lnTo>
                    <a:pt x="259067" y="89369"/>
                  </a:lnTo>
                  <a:lnTo>
                    <a:pt x="258940" y="89128"/>
                  </a:lnTo>
                  <a:lnTo>
                    <a:pt x="258851" y="88925"/>
                  </a:lnTo>
                  <a:lnTo>
                    <a:pt x="257505" y="84747"/>
                  </a:lnTo>
                  <a:lnTo>
                    <a:pt x="257454" y="84594"/>
                  </a:lnTo>
                  <a:lnTo>
                    <a:pt x="257365" y="84302"/>
                  </a:lnTo>
                  <a:lnTo>
                    <a:pt x="256616" y="77889"/>
                  </a:lnTo>
                  <a:lnTo>
                    <a:pt x="276009" y="77889"/>
                  </a:lnTo>
                  <a:lnTo>
                    <a:pt x="276009" y="63411"/>
                  </a:lnTo>
                  <a:lnTo>
                    <a:pt x="251396" y="63411"/>
                  </a:lnTo>
                  <a:lnTo>
                    <a:pt x="251396" y="109067"/>
                  </a:lnTo>
                  <a:lnTo>
                    <a:pt x="244386" y="110858"/>
                  </a:lnTo>
                  <a:lnTo>
                    <a:pt x="243332" y="111150"/>
                  </a:lnTo>
                  <a:lnTo>
                    <a:pt x="233794" y="113093"/>
                  </a:lnTo>
                  <a:lnTo>
                    <a:pt x="233794" y="77889"/>
                  </a:lnTo>
                  <a:lnTo>
                    <a:pt x="240957" y="77889"/>
                  </a:lnTo>
                  <a:lnTo>
                    <a:pt x="241719" y="82943"/>
                  </a:lnTo>
                  <a:lnTo>
                    <a:pt x="242887" y="88036"/>
                  </a:lnTo>
                  <a:lnTo>
                    <a:pt x="242989" y="88480"/>
                  </a:lnTo>
                  <a:lnTo>
                    <a:pt x="243090" y="88925"/>
                  </a:lnTo>
                  <a:lnTo>
                    <a:pt x="243141" y="89128"/>
                  </a:lnTo>
                  <a:lnTo>
                    <a:pt x="243268" y="89674"/>
                  </a:lnTo>
                  <a:lnTo>
                    <a:pt x="243332" y="89979"/>
                  </a:lnTo>
                  <a:lnTo>
                    <a:pt x="243433" y="90398"/>
                  </a:lnTo>
                  <a:lnTo>
                    <a:pt x="246507" y="99390"/>
                  </a:lnTo>
                  <a:lnTo>
                    <a:pt x="251396" y="109067"/>
                  </a:lnTo>
                  <a:lnTo>
                    <a:pt x="251396" y="63411"/>
                  </a:lnTo>
                  <a:lnTo>
                    <a:pt x="233794" y="63411"/>
                  </a:lnTo>
                  <a:lnTo>
                    <a:pt x="233794" y="56261"/>
                  </a:lnTo>
                  <a:lnTo>
                    <a:pt x="279285" y="56261"/>
                  </a:lnTo>
                  <a:lnTo>
                    <a:pt x="279285" y="44462"/>
                  </a:lnTo>
                  <a:lnTo>
                    <a:pt x="233794" y="44462"/>
                  </a:lnTo>
                  <a:lnTo>
                    <a:pt x="233794" y="37452"/>
                  </a:lnTo>
                  <a:lnTo>
                    <a:pt x="279285" y="37452"/>
                  </a:lnTo>
                  <a:lnTo>
                    <a:pt x="279285" y="25527"/>
                  </a:lnTo>
                  <a:lnTo>
                    <a:pt x="233794" y="25527"/>
                  </a:lnTo>
                  <a:lnTo>
                    <a:pt x="233794" y="18961"/>
                  </a:lnTo>
                  <a:lnTo>
                    <a:pt x="286296" y="18961"/>
                  </a:lnTo>
                  <a:lnTo>
                    <a:pt x="286296" y="4635"/>
                  </a:lnTo>
                  <a:lnTo>
                    <a:pt x="216928" y="4635"/>
                  </a:lnTo>
                  <a:lnTo>
                    <a:pt x="216928" y="63411"/>
                  </a:lnTo>
                  <a:lnTo>
                    <a:pt x="208127" y="63411"/>
                  </a:lnTo>
                  <a:lnTo>
                    <a:pt x="208127" y="77889"/>
                  </a:lnTo>
                  <a:lnTo>
                    <a:pt x="216928" y="77889"/>
                  </a:lnTo>
                  <a:lnTo>
                    <a:pt x="216801" y="115785"/>
                  </a:lnTo>
                  <a:lnTo>
                    <a:pt x="208280" y="117119"/>
                  </a:lnTo>
                  <a:lnTo>
                    <a:pt x="205892" y="117119"/>
                  </a:lnTo>
                  <a:lnTo>
                    <a:pt x="203809" y="117271"/>
                  </a:lnTo>
                  <a:lnTo>
                    <a:pt x="205740" y="132930"/>
                  </a:lnTo>
                  <a:lnTo>
                    <a:pt x="206044" y="135178"/>
                  </a:lnTo>
                  <a:lnTo>
                    <a:pt x="206298" y="136105"/>
                  </a:lnTo>
                  <a:lnTo>
                    <a:pt x="206400" y="136512"/>
                  </a:lnTo>
                  <a:lnTo>
                    <a:pt x="206489" y="136817"/>
                  </a:lnTo>
                  <a:lnTo>
                    <a:pt x="210070" y="136817"/>
                  </a:lnTo>
                  <a:lnTo>
                    <a:pt x="210667" y="135318"/>
                  </a:lnTo>
                  <a:lnTo>
                    <a:pt x="211569" y="132930"/>
                  </a:lnTo>
                  <a:lnTo>
                    <a:pt x="222491" y="130873"/>
                  </a:lnTo>
                  <a:lnTo>
                    <a:pt x="233057" y="128778"/>
                  </a:lnTo>
                  <a:lnTo>
                    <a:pt x="242544" y="126707"/>
                  </a:lnTo>
                  <a:lnTo>
                    <a:pt x="250202" y="124726"/>
                  </a:lnTo>
                  <a:lnTo>
                    <a:pt x="250037" y="122936"/>
                  </a:lnTo>
                  <a:lnTo>
                    <a:pt x="249986" y="122453"/>
                  </a:lnTo>
                  <a:lnTo>
                    <a:pt x="249897" y="121450"/>
                  </a:lnTo>
                  <a:lnTo>
                    <a:pt x="249796" y="118160"/>
                  </a:lnTo>
                  <a:lnTo>
                    <a:pt x="249758" y="116967"/>
                  </a:lnTo>
                  <a:lnTo>
                    <a:pt x="250647" y="113093"/>
                  </a:lnTo>
                  <a:lnTo>
                    <a:pt x="251536" y="109207"/>
                  </a:lnTo>
                  <a:lnTo>
                    <a:pt x="255676" y="115201"/>
                  </a:lnTo>
                  <a:lnTo>
                    <a:pt x="261962" y="122453"/>
                  </a:lnTo>
                  <a:lnTo>
                    <a:pt x="270230" y="129984"/>
                  </a:lnTo>
                  <a:lnTo>
                    <a:pt x="280327" y="136817"/>
                  </a:lnTo>
                  <a:lnTo>
                    <a:pt x="286004" y="129501"/>
                  </a:lnTo>
                  <a:lnTo>
                    <a:pt x="287947" y="127558"/>
                  </a:lnTo>
                  <a:lnTo>
                    <a:pt x="293751" y="124574"/>
                  </a:lnTo>
                  <a:close/>
                </a:path>
                <a:path w="588010" h="137159">
                  <a:moveTo>
                    <a:pt x="442671" y="110109"/>
                  </a:moveTo>
                  <a:lnTo>
                    <a:pt x="436257" y="108458"/>
                  </a:lnTo>
                  <a:lnTo>
                    <a:pt x="431190" y="105473"/>
                  </a:lnTo>
                  <a:lnTo>
                    <a:pt x="429247" y="104127"/>
                  </a:lnTo>
                  <a:lnTo>
                    <a:pt x="431342" y="104127"/>
                  </a:lnTo>
                  <a:lnTo>
                    <a:pt x="431342" y="99961"/>
                  </a:lnTo>
                  <a:lnTo>
                    <a:pt x="431342" y="7772"/>
                  </a:lnTo>
                  <a:lnTo>
                    <a:pt x="413880" y="7772"/>
                  </a:lnTo>
                  <a:lnTo>
                    <a:pt x="413880" y="22834"/>
                  </a:lnTo>
                  <a:lnTo>
                    <a:pt x="413880" y="45059"/>
                  </a:lnTo>
                  <a:lnTo>
                    <a:pt x="413867" y="60718"/>
                  </a:lnTo>
                  <a:lnTo>
                    <a:pt x="413867" y="83845"/>
                  </a:lnTo>
                  <a:lnTo>
                    <a:pt x="392557" y="83845"/>
                  </a:lnTo>
                  <a:lnTo>
                    <a:pt x="392557" y="60718"/>
                  </a:lnTo>
                  <a:lnTo>
                    <a:pt x="413867" y="60718"/>
                  </a:lnTo>
                  <a:lnTo>
                    <a:pt x="413867" y="45059"/>
                  </a:lnTo>
                  <a:lnTo>
                    <a:pt x="392557" y="45059"/>
                  </a:lnTo>
                  <a:lnTo>
                    <a:pt x="392557" y="22834"/>
                  </a:lnTo>
                  <a:lnTo>
                    <a:pt x="413880" y="22834"/>
                  </a:lnTo>
                  <a:lnTo>
                    <a:pt x="413880" y="7772"/>
                  </a:lnTo>
                  <a:lnTo>
                    <a:pt x="375399" y="7772"/>
                  </a:lnTo>
                  <a:lnTo>
                    <a:pt x="375399" y="107416"/>
                  </a:lnTo>
                  <a:lnTo>
                    <a:pt x="392557" y="107416"/>
                  </a:lnTo>
                  <a:lnTo>
                    <a:pt x="392557" y="99961"/>
                  </a:lnTo>
                  <a:lnTo>
                    <a:pt x="413880" y="99961"/>
                  </a:lnTo>
                  <a:lnTo>
                    <a:pt x="413880" y="104127"/>
                  </a:lnTo>
                  <a:lnTo>
                    <a:pt x="426123" y="104127"/>
                  </a:lnTo>
                  <a:lnTo>
                    <a:pt x="423138" y="117259"/>
                  </a:lnTo>
                  <a:lnTo>
                    <a:pt x="369277" y="117259"/>
                  </a:lnTo>
                  <a:lnTo>
                    <a:pt x="367639" y="114731"/>
                  </a:lnTo>
                  <a:lnTo>
                    <a:pt x="367639" y="46710"/>
                  </a:lnTo>
                  <a:lnTo>
                    <a:pt x="367639" y="29997"/>
                  </a:lnTo>
                  <a:lnTo>
                    <a:pt x="341680" y="29997"/>
                  </a:lnTo>
                  <a:lnTo>
                    <a:pt x="341680" y="5829"/>
                  </a:lnTo>
                  <a:lnTo>
                    <a:pt x="342874" y="5524"/>
                  </a:lnTo>
                  <a:lnTo>
                    <a:pt x="345262" y="4775"/>
                  </a:lnTo>
                  <a:lnTo>
                    <a:pt x="345262" y="1651"/>
                  </a:lnTo>
                  <a:lnTo>
                    <a:pt x="344665" y="901"/>
                  </a:lnTo>
                  <a:lnTo>
                    <a:pt x="343319" y="901"/>
                  </a:lnTo>
                  <a:lnTo>
                    <a:pt x="324218" y="0"/>
                  </a:lnTo>
                  <a:lnTo>
                    <a:pt x="324218" y="30289"/>
                  </a:lnTo>
                  <a:lnTo>
                    <a:pt x="319303" y="30289"/>
                  </a:lnTo>
                  <a:lnTo>
                    <a:pt x="308114" y="30594"/>
                  </a:lnTo>
                  <a:lnTo>
                    <a:pt x="303339" y="30594"/>
                  </a:lnTo>
                  <a:lnTo>
                    <a:pt x="303720" y="45059"/>
                  </a:lnTo>
                  <a:lnTo>
                    <a:pt x="303784" y="47447"/>
                  </a:lnTo>
                  <a:lnTo>
                    <a:pt x="308114" y="47447"/>
                  </a:lnTo>
                  <a:lnTo>
                    <a:pt x="318858" y="47155"/>
                  </a:lnTo>
                  <a:lnTo>
                    <a:pt x="324218" y="47155"/>
                  </a:lnTo>
                  <a:lnTo>
                    <a:pt x="320954" y="90246"/>
                  </a:lnTo>
                  <a:lnTo>
                    <a:pt x="299466" y="127254"/>
                  </a:lnTo>
                  <a:lnTo>
                    <a:pt x="305879" y="129641"/>
                  </a:lnTo>
                  <a:lnTo>
                    <a:pt x="311251" y="132778"/>
                  </a:lnTo>
                  <a:lnTo>
                    <a:pt x="316179" y="136956"/>
                  </a:lnTo>
                  <a:lnTo>
                    <a:pt x="329780" y="115874"/>
                  </a:lnTo>
                  <a:lnTo>
                    <a:pt x="340893" y="75285"/>
                  </a:lnTo>
                  <a:lnTo>
                    <a:pt x="341680" y="47155"/>
                  </a:lnTo>
                  <a:lnTo>
                    <a:pt x="341680" y="46850"/>
                  </a:lnTo>
                  <a:lnTo>
                    <a:pt x="343763" y="46850"/>
                  </a:lnTo>
                  <a:lnTo>
                    <a:pt x="349288" y="46710"/>
                  </a:lnTo>
                  <a:lnTo>
                    <a:pt x="350926" y="46710"/>
                  </a:lnTo>
                  <a:lnTo>
                    <a:pt x="350926" y="112636"/>
                  </a:lnTo>
                  <a:lnTo>
                    <a:pt x="352437" y="122593"/>
                  </a:lnTo>
                  <a:lnTo>
                    <a:pt x="356908" y="128752"/>
                  </a:lnTo>
                  <a:lnTo>
                    <a:pt x="364197" y="131902"/>
                  </a:lnTo>
                  <a:lnTo>
                    <a:pt x="374192" y="132778"/>
                  </a:lnTo>
                  <a:lnTo>
                    <a:pt x="420738" y="132778"/>
                  </a:lnTo>
                  <a:lnTo>
                    <a:pt x="426008" y="132435"/>
                  </a:lnTo>
                  <a:lnTo>
                    <a:pt x="432257" y="129946"/>
                  </a:lnTo>
                  <a:lnTo>
                    <a:pt x="438238" y="123215"/>
                  </a:lnTo>
                  <a:lnTo>
                    <a:pt x="440245" y="117259"/>
                  </a:lnTo>
                  <a:lnTo>
                    <a:pt x="442671" y="110109"/>
                  </a:lnTo>
                  <a:close/>
                </a:path>
                <a:path w="588010" h="137159">
                  <a:moveTo>
                    <a:pt x="587857" y="16268"/>
                  </a:moveTo>
                  <a:lnTo>
                    <a:pt x="529221" y="16268"/>
                  </a:lnTo>
                  <a:lnTo>
                    <a:pt x="529221" y="5372"/>
                  </a:lnTo>
                  <a:lnTo>
                    <a:pt x="532650" y="4635"/>
                  </a:lnTo>
                  <a:lnTo>
                    <a:pt x="532650" y="901"/>
                  </a:lnTo>
                  <a:lnTo>
                    <a:pt x="510425" y="12"/>
                  </a:lnTo>
                  <a:lnTo>
                    <a:pt x="510425" y="16268"/>
                  </a:lnTo>
                  <a:lnTo>
                    <a:pt x="451650" y="16268"/>
                  </a:lnTo>
                  <a:lnTo>
                    <a:pt x="451650" y="33286"/>
                  </a:lnTo>
                  <a:lnTo>
                    <a:pt x="510425" y="33286"/>
                  </a:lnTo>
                  <a:lnTo>
                    <a:pt x="510425" y="47599"/>
                  </a:lnTo>
                  <a:lnTo>
                    <a:pt x="464324" y="47599"/>
                  </a:lnTo>
                  <a:lnTo>
                    <a:pt x="464324" y="125476"/>
                  </a:lnTo>
                  <a:lnTo>
                    <a:pt x="483425" y="125476"/>
                  </a:lnTo>
                  <a:lnTo>
                    <a:pt x="483425" y="65201"/>
                  </a:lnTo>
                  <a:lnTo>
                    <a:pt x="510425" y="65201"/>
                  </a:lnTo>
                  <a:lnTo>
                    <a:pt x="510425" y="136804"/>
                  </a:lnTo>
                  <a:lnTo>
                    <a:pt x="529221" y="136804"/>
                  </a:lnTo>
                  <a:lnTo>
                    <a:pt x="529221" y="65201"/>
                  </a:lnTo>
                  <a:lnTo>
                    <a:pt x="556374" y="65201"/>
                  </a:lnTo>
                  <a:lnTo>
                    <a:pt x="556374" y="107416"/>
                  </a:lnTo>
                  <a:lnTo>
                    <a:pt x="554443" y="108013"/>
                  </a:lnTo>
                  <a:lnTo>
                    <a:pt x="546671" y="108013"/>
                  </a:lnTo>
                  <a:lnTo>
                    <a:pt x="542798" y="107721"/>
                  </a:lnTo>
                  <a:lnTo>
                    <a:pt x="539965" y="107264"/>
                  </a:lnTo>
                  <a:lnTo>
                    <a:pt x="543394" y="113690"/>
                  </a:lnTo>
                  <a:lnTo>
                    <a:pt x="544741" y="117563"/>
                  </a:lnTo>
                  <a:lnTo>
                    <a:pt x="545782" y="126517"/>
                  </a:lnTo>
                  <a:lnTo>
                    <a:pt x="561276" y="125577"/>
                  </a:lnTo>
                  <a:lnTo>
                    <a:pt x="570230" y="122301"/>
                  </a:lnTo>
                  <a:lnTo>
                    <a:pt x="574332" y="116078"/>
                  </a:lnTo>
                  <a:lnTo>
                    <a:pt x="575322" y="106235"/>
                  </a:lnTo>
                  <a:lnTo>
                    <a:pt x="575322" y="47599"/>
                  </a:lnTo>
                  <a:lnTo>
                    <a:pt x="529221" y="47599"/>
                  </a:lnTo>
                  <a:lnTo>
                    <a:pt x="529221" y="38049"/>
                  </a:lnTo>
                  <a:lnTo>
                    <a:pt x="532650" y="37160"/>
                  </a:lnTo>
                  <a:lnTo>
                    <a:pt x="532650" y="34023"/>
                  </a:lnTo>
                  <a:lnTo>
                    <a:pt x="528929" y="33286"/>
                  </a:lnTo>
                  <a:lnTo>
                    <a:pt x="587857" y="33286"/>
                  </a:lnTo>
                  <a:lnTo>
                    <a:pt x="587857" y="1626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967005" y="7838605"/>
              <a:ext cx="434916" cy="138290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4640224" y="8097393"/>
              <a:ext cx="104775" cy="121920"/>
            </a:xfrm>
            <a:custGeom>
              <a:avLst/>
              <a:gdLst/>
              <a:ahLst/>
              <a:cxnLst/>
              <a:rect l="l" t="t" r="r" b="b"/>
              <a:pathLst>
                <a:path w="104775" h="121920">
                  <a:moveTo>
                    <a:pt x="104571" y="63728"/>
                  </a:moveTo>
                  <a:lnTo>
                    <a:pt x="85039" y="63728"/>
                  </a:lnTo>
                  <a:lnTo>
                    <a:pt x="85039" y="94907"/>
                  </a:lnTo>
                  <a:lnTo>
                    <a:pt x="104571" y="94907"/>
                  </a:lnTo>
                  <a:lnTo>
                    <a:pt x="104571" y="63728"/>
                  </a:lnTo>
                  <a:close/>
                </a:path>
                <a:path w="104775" h="121920">
                  <a:moveTo>
                    <a:pt x="104571" y="0"/>
                  </a:moveTo>
                  <a:lnTo>
                    <a:pt x="0" y="0"/>
                  </a:lnTo>
                  <a:lnTo>
                    <a:pt x="0" y="17780"/>
                  </a:lnTo>
                  <a:lnTo>
                    <a:pt x="0" y="46990"/>
                  </a:lnTo>
                  <a:lnTo>
                    <a:pt x="0" y="63500"/>
                  </a:lnTo>
                  <a:lnTo>
                    <a:pt x="0" y="95250"/>
                  </a:lnTo>
                  <a:lnTo>
                    <a:pt x="0" y="113030"/>
                  </a:lnTo>
                  <a:lnTo>
                    <a:pt x="0" y="121920"/>
                  </a:lnTo>
                  <a:lnTo>
                    <a:pt x="19545" y="121920"/>
                  </a:lnTo>
                  <a:lnTo>
                    <a:pt x="19545" y="113030"/>
                  </a:lnTo>
                  <a:lnTo>
                    <a:pt x="85039" y="113030"/>
                  </a:lnTo>
                  <a:lnTo>
                    <a:pt x="85039" y="121475"/>
                  </a:lnTo>
                  <a:lnTo>
                    <a:pt x="104571" y="121475"/>
                  </a:lnTo>
                  <a:lnTo>
                    <a:pt x="104571" y="113030"/>
                  </a:lnTo>
                  <a:lnTo>
                    <a:pt x="104571" y="112814"/>
                  </a:lnTo>
                  <a:lnTo>
                    <a:pt x="104571" y="95250"/>
                  </a:lnTo>
                  <a:lnTo>
                    <a:pt x="19545" y="95250"/>
                  </a:lnTo>
                  <a:lnTo>
                    <a:pt x="19545" y="63500"/>
                  </a:lnTo>
                  <a:lnTo>
                    <a:pt x="104571" y="63500"/>
                  </a:lnTo>
                  <a:lnTo>
                    <a:pt x="104571" y="46990"/>
                  </a:lnTo>
                  <a:lnTo>
                    <a:pt x="19545" y="46990"/>
                  </a:lnTo>
                  <a:lnTo>
                    <a:pt x="19545" y="17780"/>
                  </a:lnTo>
                  <a:lnTo>
                    <a:pt x="85039" y="17780"/>
                  </a:lnTo>
                  <a:lnTo>
                    <a:pt x="85039" y="46723"/>
                  </a:lnTo>
                  <a:lnTo>
                    <a:pt x="104571" y="46723"/>
                  </a:lnTo>
                  <a:lnTo>
                    <a:pt x="104571" y="17780"/>
                  </a:lnTo>
                  <a:lnTo>
                    <a:pt x="104571" y="17335"/>
                  </a:lnTo>
                  <a:lnTo>
                    <a:pt x="10457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771084" y="8086242"/>
              <a:ext cx="287953" cy="138887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221084" y="8086242"/>
              <a:ext cx="584200" cy="140335"/>
            </a:xfrm>
            <a:custGeom>
              <a:avLst/>
              <a:gdLst/>
              <a:ahLst/>
              <a:cxnLst/>
              <a:rect l="l" t="t" r="r" b="b"/>
              <a:pathLst>
                <a:path w="584200" h="140334">
                  <a:moveTo>
                    <a:pt x="136652" y="70269"/>
                  </a:moveTo>
                  <a:lnTo>
                    <a:pt x="105029" y="70269"/>
                  </a:lnTo>
                  <a:lnTo>
                    <a:pt x="105029" y="85331"/>
                  </a:lnTo>
                  <a:lnTo>
                    <a:pt x="99809" y="91147"/>
                  </a:lnTo>
                  <a:lnTo>
                    <a:pt x="95034" y="95478"/>
                  </a:lnTo>
                  <a:lnTo>
                    <a:pt x="90106" y="99212"/>
                  </a:lnTo>
                  <a:lnTo>
                    <a:pt x="85331" y="94132"/>
                  </a:lnTo>
                  <a:lnTo>
                    <a:pt x="82359" y="90703"/>
                  </a:lnTo>
                  <a:lnTo>
                    <a:pt x="79070" y="85331"/>
                  </a:lnTo>
                  <a:lnTo>
                    <a:pt x="105029" y="85331"/>
                  </a:lnTo>
                  <a:lnTo>
                    <a:pt x="105029" y="70269"/>
                  </a:lnTo>
                  <a:lnTo>
                    <a:pt x="75641" y="70269"/>
                  </a:lnTo>
                  <a:lnTo>
                    <a:pt x="75641" y="108153"/>
                  </a:lnTo>
                  <a:lnTo>
                    <a:pt x="70104" y="109524"/>
                  </a:lnTo>
                  <a:lnTo>
                    <a:pt x="63017" y="111137"/>
                  </a:lnTo>
                  <a:lnTo>
                    <a:pt x="53949" y="113030"/>
                  </a:lnTo>
                  <a:lnTo>
                    <a:pt x="43561" y="115011"/>
                  </a:lnTo>
                  <a:lnTo>
                    <a:pt x="43561" y="85331"/>
                  </a:lnTo>
                  <a:lnTo>
                    <a:pt x="60274" y="85331"/>
                  </a:lnTo>
                  <a:lnTo>
                    <a:pt x="61887" y="88633"/>
                  </a:lnTo>
                  <a:lnTo>
                    <a:pt x="64935" y="94005"/>
                  </a:lnTo>
                  <a:lnTo>
                    <a:pt x="69507" y="100749"/>
                  </a:lnTo>
                  <a:lnTo>
                    <a:pt x="75641" y="108153"/>
                  </a:lnTo>
                  <a:lnTo>
                    <a:pt x="75641" y="70269"/>
                  </a:lnTo>
                  <a:lnTo>
                    <a:pt x="46253" y="70269"/>
                  </a:lnTo>
                  <a:lnTo>
                    <a:pt x="46253" y="62204"/>
                  </a:lnTo>
                  <a:lnTo>
                    <a:pt x="114427" y="62204"/>
                  </a:lnTo>
                  <a:lnTo>
                    <a:pt x="114427" y="48488"/>
                  </a:lnTo>
                  <a:lnTo>
                    <a:pt x="46253" y="48488"/>
                  </a:lnTo>
                  <a:lnTo>
                    <a:pt x="46253" y="40424"/>
                  </a:lnTo>
                  <a:lnTo>
                    <a:pt x="114579" y="40424"/>
                  </a:lnTo>
                  <a:lnTo>
                    <a:pt x="114579" y="27000"/>
                  </a:lnTo>
                  <a:lnTo>
                    <a:pt x="46253" y="27000"/>
                  </a:lnTo>
                  <a:lnTo>
                    <a:pt x="46253" y="19240"/>
                  </a:lnTo>
                  <a:lnTo>
                    <a:pt x="122783" y="19240"/>
                  </a:lnTo>
                  <a:lnTo>
                    <a:pt x="122783" y="4470"/>
                  </a:lnTo>
                  <a:lnTo>
                    <a:pt x="28206" y="4470"/>
                  </a:lnTo>
                  <a:lnTo>
                    <a:pt x="28206" y="70269"/>
                  </a:lnTo>
                  <a:lnTo>
                    <a:pt x="0" y="70269"/>
                  </a:lnTo>
                  <a:lnTo>
                    <a:pt x="0" y="85331"/>
                  </a:lnTo>
                  <a:lnTo>
                    <a:pt x="25514" y="85331"/>
                  </a:lnTo>
                  <a:lnTo>
                    <a:pt x="25514" y="118148"/>
                  </a:lnTo>
                  <a:lnTo>
                    <a:pt x="14173" y="120091"/>
                  </a:lnTo>
                  <a:lnTo>
                    <a:pt x="8509" y="120548"/>
                  </a:lnTo>
                  <a:lnTo>
                    <a:pt x="2603" y="121221"/>
                  </a:lnTo>
                  <a:lnTo>
                    <a:pt x="3314" y="121221"/>
                  </a:lnTo>
                  <a:lnTo>
                    <a:pt x="8356" y="135902"/>
                  </a:lnTo>
                  <a:lnTo>
                    <a:pt x="9105" y="138290"/>
                  </a:lnTo>
                  <a:lnTo>
                    <a:pt x="9855" y="139484"/>
                  </a:lnTo>
                  <a:lnTo>
                    <a:pt x="12090" y="139484"/>
                  </a:lnTo>
                  <a:lnTo>
                    <a:pt x="12687" y="139026"/>
                  </a:lnTo>
                  <a:lnTo>
                    <a:pt x="13728" y="136652"/>
                  </a:lnTo>
                  <a:lnTo>
                    <a:pt x="28917" y="133807"/>
                  </a:lnTo>
                  <a:lnTo>
                    <a:pt x="45567" y="130403"/>
                  </a:lnTo>
                  <a:lnTo>
                    <a:pt x="61963" y="126809"/>
                  </a:lnTo>
                  <a:lnTo>
                    <a:pt x="76377" y="123367"/>
                  </a:lnTo>
                  <a:lnTo>
                    <a:pt x="76085" y="121437"/>
                  </a:lnTo>
                  <a:lnTo>
                    <a:pt x="75996" y="120548"/>
                  </a:lnTo>
                  <a:lnTo>
                    <a:pt x="75946" y="120091"/>
                  </a:lnTo>
                  <a:lnTo>
                    <a:pt x="76885" y="115011"/>
                  </a:lnTo>
                  <a:lnTo>
                    <a:pt x="77724" y="110388"/>
                  </a:lnTo>
                  <a:lnTo>
                    <a:pt x="88023" y="119227"/>
                  </a:lnTo>
                  <a:lnTo>
                    <a:pt x="100114" y="127469"/>
                  </a:lnTo>
                  <a:lnTo>
                    <a:pt x="112306" y="134264"/>
                  </a:lnTo>
                  <a:lnTo>
                    <a:pt x="122923" y="138734"/>
                  </a:lnTo>
                  <a:lnTo>
                    <a:pt x="128054" y="130403"/>
                  </a:lnTo>
                  <a:lnTo>
                    <a:pt x="128155" y="130225"/>
                  </a:lnTo>
                  <a:lnTo>
                    <a:pt x="133223" y="126504"/>
                  </a:lnTo>
                  <a:lnTo>
                    <a:pt x="135763" y="124561"/>
                  </a:lnTo>
                  <a:lnTo>
                    <a:pt x="125196" y="121221"/>
                  </a:lnTo>
                  <a:lnTo>
                    <a:pt x="116014" y="117182"/>
                  </a:lnTo>
                  <a:lnTo>
                    <a:pt x="108432" y="113030"/>
                  </a:lnTo>
                  <a:lnTo>
                    <a:pt x="104279" y="110388"/>
                  </a:lnTo>
                  <a:lnTo>
                    <a:pt x="102641" y="109347"/>
                  </a:lnTo>
                  <a:lnTo>
                    <a:pt x="114427" y="100545"/>
                  </a:lnTo>
                  <a:lnTo>
                    <a:pt x="115773" y="99504"/>
                  </a:lnTo>
                  <a:lnTo>
                    <a:pt x="116090" y="99212"/>
                  </a:lnTo>
                  <a:lnTo>
                    <a:pt x="120396" y="95173"/>
                  </a:lnTo>
                  <a:lnTo>
                    <a:pt x="123228" y="95326"/>
                  </a:lnTo>
                  <a:lnTo>
                    <a:pt x="124269" y="95326"/>
                  </a:lnTo>
                  <a:lnTo>
                    <a:pt x="124269" y="95173"/>
                  </a:lnTo>
                  <a:lnTo>
                    <a:pt x="124269" y="92938"/>
                  </a:lnTo>
                  <a:lnTo>
                    <a:pt x="123520" y="92189"/>
                  </a:lnTo>
                  <a:lnTo>
                    <a:pt x="114287" y="85331"/>
                  </a:lnTo>
                  <a:lnTo>
                    <a:pt x="136652" y="85331"/>
                  </a:lnTo>
                  <a:lnTo>
                    <a:pt x="136652" y="70269"/>
                  </a:lnTo>
                  <a:close/>
                </a:path>
                <a:path w="584200" h="140334">
                  <a:moveTo>
                    <a:pt x="288099" y="123825"/>
                  </a:moveTo>
                  <a:lnTo>
                    <a:pt x="274269" y="112636"/>
                  </a:lnTo>
                  <a:lnTo>
                    <a:pt x="259930" y="97790"/>
                  </a:lnTo>
                  <a:lnTo>
                    <a:pt x="246494" y="79806"/>
                  </a:lnTo>
                  <a:lnTo>
                    <a:pt x="235432" y="59232"/>
                  </a:lnTo>
                  <a:lnTo>
                    <a:pt x="240461" y="46939"/>
                  </a:lnTo>
                  <a:lnTo>
                    <a:pt x="243763" y="37261"/>
                  </a:lnTo>
                  <a:lnTo>
                    <a:pt x="245770" y="29984"/>
                  </a:lnTo>
                  <a:lnTo>
                    <a:pt x="246926" y="24917"/>
                  </a:lnTo>
                  <a:lnTo>
                    <a:pt x="240512" y="18796"/>
                  </a:lnTo>
                  <a:lnTo>
                    <a:pt x="202768" y="18796"/>
                  </a:lnTo>
                  <a:lnTo>
                    <a:pt x="206057" y="7162"/>
                  </a:lnTo>
                  <a:lnTo>
                    <a:pt x="209931" y="5969"/>
                  </a:lnTo>
                  <a:lnTo>
                    <a:pt x="209931" y="2692"/>
                  </a:lnTo>
                  <a:lnTo>
                    <a:pt x="188150" y="0"/>
                  </a:lnTo>
                  <a:lnTo>
                    <a:pt x="179527" y="29578"/>
                  </a:lnTo>
                  <a:lnTo>
                    <a:pt x="167855" y="52628"/>
                  </a:lnTo>
                  <a:lnTo>
                    <a:pt x="155917" y="69011"/>
                  </a:lnTo>
                  <a:lnTo>
                    <a:pt x="146532" y="78613"/>
                  </a:lnTo>
                  <a:lnTo>
                    <a:pt x="153835" y="81013"/>
                  </a:lnTo>
                  <a:lnTo>
                    <a:pt x="157873" y="83388"/>
                  </a:lnTo>
                  <a:lnTo>
                    <a:pt x="162788" y="88163"/>
                  </a:lnTo>
                  <a:lnTo>
                    <a:pt x="170053" y="80556"/>
                  </a:lnTo>
                  <a:lnTo>
                    <a:pt x="178752" y="69113"/>
                  </a:lnTo>
                  <a:lnTo>
                    <a:pt x="187807" y="54483"/>
                  </a:lnTo>
                  <a:lnTo>
                    <a:pt x="196062" y="37299"/>
                  </a:lnTo>
                  <a:lnTo>
                    <a:pt x="223951" y="37299"/>
                  </a:lnTo>
                  <a:lnTo>
                    <a:pt x="205054" y="79273"/>
                  </a:lnTo>
                  <a:lnTo>
                    <a:pt x="169024" y="115112"/>
                  </a:lnTo>
                  <a:lnTo>
                    <a:pt x="149517" y="125463"/>
                  </a:lnTo>
                  <a:lnTo>
                    <a:pt x="154279" y="128600"/>
                  </a:lnTo>
                  <a:lnTo>
                    <a:pt x="158318" y="132321"/>
                  </a:lnTo>
                  <a:lnTo>
                    <a:pt x="163830" y="139776"/>
                  </a:lnTo>
                  <a:lnTo>
                    <a:pt x="175475" y="132740"/>
                  </a:lnTo>
                  <a:lnTo>
                    <a:pt x="191452" y="120523"/>
                  </a:lnTo>
                  <a:lnTo>
                    <a:pt x="209257" y="102336"/>
                  </a:lnTo>
                  <a:lnTo>
                    <a:pt x="226339" y="77431"/>
                  </a:lnTo>
                  <a:lnTo>
                    <a:pt x="235597" y="93586"/>
                  </a:lnTo>
                  <a:lnTo>
                    <a:pt x="246265" y="108966"/>
                  </a:lnTo>
                  <a:lnTo>
                    <a:pt x="258953" y="123977"/>
                  </a:lnTo>
                  <a:lnTo>
                    <a:pt x="274231" y="139039"/>
                  </a:lnTo>
                  <a:lnTo>
                    <a:pt x="280200" y="128892"/>
                  </a:lnTo>
                  <a:lnTo>
                    <a:pt x="288099" y="123825"/>
                  </a:lnTo>
                  <a:close/>
                </a:path>
                <a:path w="584200" h="140334">
                  <a:moveTo>
                    <a:pt x="435825" y="76073"/>
                  </a:moveTo>
                  <a:lnTo>
                    <a:pt x="378091" y="76073"/>
                  </a:lnTo>
                  <a:lnTo>
                    <a:pt x="378091" y="62357"/>
                  </a:lnTo>
                  <a:lnTo>
                    <a:pt x="426275" y="62357"/>
                  </a:lnTo>
                  <a:lnTo>
                    <a:pt x="426275" y="45199"/>
                  </a:lnTo>
                  <a:lnTo>
                    <a:pt x="378091" y="45199"/>
                  </a:lnTo>
                  <a:lnTo>
                    <a:pt x="378091" y="28486"/>
                  </a:lnTo>
                  <a:lnTo>
                    <a:pt x="387350" y="26644"/>
                  </a:lnTo>
                  <a:lnTo>
                    <a:pt x="395605" y="24650"/>
                  </a:lnTo>
                  <a:lnTo>
                    <a:pt x="415239" y="18783"/>
                  </a:lnTo>
                  <a:lnTo>
                    <a:pt x="417931" y="20281"/>
                  </a:lnTo>
                  <a:lnTo>
                    <a:pt x="421208" y="20281"/>
                  </a:lnTo>
                  <a:lnTo>
                    <a:pt x="421944" y="19088"/>
                  </a:lnTo>
                  <a:lnTo>
                    <a:pt x="421944" y="17157"/>
                  </a:lnTo>
                  <a:lnTo>
                    <a:pt x="408381" y="1041"/>
                  </a:lnTo>
                  <a:lnTo>
                    <a:pt x="384111" y="9194"/>
                  </a:lnTo>
                  <a:lnTo>
                    <a:pt x="360959" y="13728"/>
                  </a:lnTo>
                  <a:lnTo>
                    <a:pt x="340512" y="15684"/>
                  </a:lnTo>
                  <a:lnTo>
                    <a:pt x="324396" y="16103"/>
                  </a:lnTo>
                  <a:lnTo>
                    <a:pt x="316928" y="16103"/>
                  </a:lnTo>
                  <a:lnTo>
                    <a:pt x="308127" y="15659"/>
                  </a:lnTo>
                  <a:lnTo>
                    <a:pt x="312445" y="22225"/>
                  </a:lnTo>
                  <a:lnTo>
                    <a:pt x="314248" y="25501"/>
                  </a:lnTo>
                  <a:lnTo>
                    <a:pt x="315442" y="32677"/>
                  </a:lnTo>
                  <a:lnTo>
                    <a:pt x="328841" y="32816"/>
                  </a:lnTo>
                  <a:lnTo>
                    <a:pt x="341630" y="32372"/>
                  </a:lnTo>
                  <a:lnTo>
                    <a:pt x="358101" y="31178"/>
                  </a:lnTo>
                  <a:lnTo>
                    <a:pt x="358101" y="45199"/>
                  </a:lnTo>
                  <a:lnTo>
                    <a:pt x="307530" y="45199"/>
                  </a:lnTo>
                  <a:lnTo>
                    <a:pt x="307530" y="62357"/>
                  </a:lnTo>
                  <a:lnTo>
                    <a:pt x="358101" y="62357"/>
                  </a:lnTo>
                  <a:lnTo>
                    <a:pt x="358101" y="76073"/>
                  </a:lnTo>
                  <a:lnTo>
                    <a:pt x="297688" y="76073"/>
                  </a:lnTo>
                  <a:lnTo>
                    <a:pt x="297688" y="93687"/>
                  </a:lnTo>
                  <a:lnTo>
                    <a:pt x="358101" y="93687"/>
                  </a:lnTo>
                  <a:lnTo>
                    <a:pt x="358101" y="117856"/>
                  </a:lnTo>
                  <a:lnTo>
                    <a:pt x="357200" y="120827"/>
                  </a:lnTo>
                  <a:lnTo>
                    <a:pt x="346468" y="120827"/>
                  </a:lnTo>
                  <a:lnTo>
                    <a:pt x="335572" y="119926"/>
                  </a:lnTo>
                  <a:lnTo>
                    <a:pt x="342138" y="126644"/>
                  </a:lnTo>
                  <a:lnTo>
                    <a:pt x="344233" y="139636"/>
                  </a:lnTo>
                  <a:lnTo>
                    <a:pt x="361162" y="138531"/>
                  </a:lnTo>
                  <a:lnTo>
                    <a:pt x="371513" y="135343"/>
                  </a:lnTo>
                  <a:lnTo>
                    <a:pt x="376682" y="128981"/>
                  </a:lnTo>
                  <a:lnTo>
                    <a:pt x="378091" y="118300"/>
                  </a:lnTo>
                  <a:lnTo>
                    <a:pt x="378091" y="93687"/>
                  </a:lnTo>
                  <a:lnTo>
                    <a:pt x="435825" y="93687"/>
                  </a:lnTo>
                  <a:lnTo>
                    <a:pt x="435825" y="76073"/>
                  </a:lnTo>
                  <a:close/>
                </a:path>
                <a:path w="584200" h="140334">
                  <a:moveTo>
                    <a:pt x="583996" y="18199"/>
                  </a:moveTo>
                  <a:lnTo>
                    <a:pt x="525360" y="18199"/>
                  </a:lnTo>
                  <a:lnTo>
                    <a:pt x="525360" y="7302"/>
                  </a:lnTo>
                  <a:lnTo>
                    <a:pt x="528789" y="6565"/>
                  </a:lnTo>
                  <a:lnTo>
                    <a:pt x="528789" y="2832"/>
                  </a:lnTo>
                  <a:lnTo>
                    <a:pt x="506564" y="1943"/>
                  </a:lnTo>
                  <a:lnTo>
                    <a:pt x="506564" y="18199"/>
                  </a:lnTo>
                  <a:lnTo>
                    <a:pt x="447789" y="18199"/>
                  </a:lnTo>
                  <a:lnTo>
                    <a:pt x="447789" y="35217"/>
                  </a:lnTo>
                  <a:lnTo>
                    <a:pt x="506564" y="35217"/>
                  </a:lnTo>
                  <a:lnTo>
                    <a:pt x="506564" y="49530"/>
                  </a:lnTo>
                  <a:lnTo>
                    <a:pt x="460463" y="49530"/>
                  </a:lnTo>
                  <a:lnTo>
                    <a:pt x="460463" y="127406"/>
                  </a:lnTo>
                  <a:lnTo>
                    <a:pt x="479564" y="127406"/>
                  </a:lnTo>
                  <a:lnTo>
                    <a:pt x="479564" y="67132"/>
                  </a:lnTo>
                  <a:lnTo>
                    <a:pt x="506564" y="67132"/>
                  </a:lnTo>
                  <a:lnTo>
                    <a:pt x="506564" y="138734"/>
                  </a:lnTo>
                  <a:lnTo>
                    <a:pt x="525360" y="138734"/>
                  </a:lnTo>
                  <a:lnTo>
                    <a:pt x="525360" y="67132"/>
                  </a:lnTo>
                  <a:lnTo>
                    <a:pt x="552513" y="67132"/>
                  </a:lnTo>
                  <a:lnTo>
                    <a:pt x="552513" y="109347"/>
                  </a:lnTo>
                  <a:lnTo>
                    <a:pt x="550583" y="109943"/>
                  </a:lnTo>
                  <a:lnTo>
                    <a:pt x="542810" y="109943"/>
                  </a:lnTo>
                  <a:lnTo>
                    <a:pt x="538937" y="109651"/>
                  </a:lnTo>
                  <a:lnTo>
                    <a:pt x="536105" y="109194"/>
                  </a:lnTo>
                  <a:lnTo>
                    <a:pt x="539534" y="115620"/>
                  </a:lnTo>
                  <a:lnTo>
                    <a:pt x="540880" y="119494"/>
                  </a:lnTo>
                  <a:lnTo>
                    <a:pt x="541921" y="128447"/>
                  </a:lnTo>
                  <a:lnTo>
                    <a:pt x="557415" y="127495"/>
                  </a:lnTo>
                  <a:lnTo>
                    <a:pt x="566369" y="124231"/>
                  </a:lnTo>
                  <a:lnTo>
                    <a:pt x="570471" y="117995"/>
                  </a:lnTo>
                  <a:lnTo>
                    <a:pt x="571461" y="108165"/>
                  </a:lnTo>
                  <a:lnTo>
                    <a:pt x="571461" y="49530"/>
                  </a:lnTo>
                  <a:lnTo>
                    <a:pt x="525360" y="49530"/>
                  </a:lnTo>
                  <a:lnTo>
                    <a:pt x="525360" y="39979"/>
                  </a:lnTo>
                  <a:lnTo>
                    <a:pt x="528789" y="39090"/>
                  </a:lnTo>
                  <a:lnTo>
                    <a:pt x="528789" y="35953"/>
                  </a:lnTo>
                  <a:lnTo>
                    <a:pt x="525068" y="35217"/>
                  </a:lnTo>
                  <a:lnTo>
                    <a:pt x="583996" y="35217"/>
                  </a:lnTo>
                  <a:lnTo>
                    <a:pt x="583996" y="18199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966998" y="8084455"/>
              <a:ext cx="436567" cy="141566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4847633" y="8961411"/>
            <a:ext cx="434340" cy="139065"/>
            <a:chOff x="4847633" y="8961411"/>
            <a:chExt cx="434340" cy="139065"/>
          </a:xfrm>
        </p:grpSpPr>
        <p:pic>
          <p:nvPicPr>
            <p:cNvPr id="119" name="object 11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847633" y="8961411"/>
              <a:ext cx="143205" cy="13559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011304" y="8966327"/>
              <a:ext cx="113830" cy="128447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146048" y="8961413"/>
              <a:ext cx="135305" cy="138874"/>
            </a:xfrm>
            <a:prstGeom prst="rect">
              <a:avLst/>
            </a:prstGeom>
          </p:spPr>
        </p:pic>
      </p:grpSp>
      <p:pic>
        <p:nvPicPr>
          <p:cNvPr id="122" name="object 122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5741535" y="8960960"/>
            <a:ext cx="435075" cy="139327"/>
          </a:xfrm>
          <a:prstGeom prst="rect">
            <a:avLst/>
          </a:prstGeom>
        </p:spPr>
      </p:pic>
      <p:pic>
        <p:nvPicPr>
          <p:cNvPr id="123" name="object 123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4844793" y="9209944"/>
            <a:ext cx="436561" cy="139029"/>
          </a:xfrm>
          <a:prstGeom prst="rect">
            <a:avLst/>
          </a:prstGeom>
        </p:spPr>
      </p:pic>
      <p:pic>
        <p:nvPicPr>
          <p:cNvPr id="124" name="object 124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5593533" y="9208592"/>
            <a:ext cx="732287" cy="140380"/>
          </a:xfrm>
          <a:prstGeom prst="rect">
            <a:avLst/>
          </a:prstGeom>
        </p:spPr>
      </p:pic>
      <p:pic>
        <p:nvPicPr>
          <p:cNvPr id="125" name="object 125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4700215" y="9458627"/>
            <a:ext cx="728554" cy="138582"/>
          </a:xfrm>
          <a:prstGeom prst="rect">
            <a:avLst/>
          </a:prstGeom>
        </p:spPr>
      </p:pic>
      <p:pic>
        <p:nvPicPr>
          <p:cNvPr id="126" name="object 126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5741389" y="9460558"/>
            <a:ext cx="433428" cy="135463"/>
          </a:xfrm>
          <a:prstGeom prst="rect">
            <a:avLst/>
          </a:prstGeom>
        </p:spPr>
      </p:pic>
      <p:grpSp>
        <p:nvGrpSpPr>
          <p:cNvPr id="127" name="object 127"/>
          <p:cNvGrpSpPr/>
          <p:nvPr/>
        </p:nvGrpSpPr>
        <p:grpSpPr>
          <a:xfrm>
            <a:off x="2540422" y="9202874"/>
            <a:ext cx="477520" cy="199390"/>
            <a:chOff x="2540422" y="9202874"/>
            <a:chExt cx="477520" cy="199390"/>
          </a:xfrm>
        </p:grpSpPr>
        <p:sp>
          <p:nvSpPr>
            <p:cNvPr id="128" name="object 128"/>
            <p:cNvSpPr/>
            <p:nvPr/>
          </p:nvSpPr>
          <p:spPr>
            <a:xfrm>
              <a:off x="2540422" y="9202874"/>
              <a:ext cx="477520" cy="199390"/>
            </a:xfrm>
            <a:custGeom>
              <a:avLst/>
              <a:gdLst/>
              <a:ahLst/>
              <a:cxnLst/>
              <a:rect l="l" t="t" r="r" b="b"/>
              <a:pathLst>
                <a:path w="477519" h="199390">
                  <a:moveTo>
                    <a:pt x="457581" y="0"/>
                  </a:moveTo>
                  <a:lnTo>
                    <a:pt x="19900" y="0"/>
                  </a:lnTo>
                  <a:lnTo>
                    <a:pt x="12156" y="1562"/>
                  </a:lnTo>
                  <a:lnTo>
                    <a:pt x="5830" y="5824"/>
                  </a:lnTo>
                  <a:lnTo>
                    <a:pt x="1564" y="12146"/>
                  </a:lnTo>
                  <a:lnTo>
                    <a:pt x="0" y="19888"/>
                  </a:lnTo>
                  <a:lnTo>
                    <a:pt x="0" y="179044"/>
                  </a:lnTo>
                  <a:lnTo>
                    <a:pt x="1564" y="186793"/>
                  </a:lnTo>
                  <a:lnTo>
                    <a:pt x="5830" y="193119"/>
                  </a:lnTo>
                  <a:lnTo>
                    <a:pt x="12156" y="197382"/>
                  </a:lnTo>
                  <a:lnTo>
                    <a:pt x="19900" y="198945"/>
                  </a:lnTo>
                  <a:lnTo>
                    <a:pt x="457581" y="198945"/>
                  </a:lnTo>
                  <a:lnTo>
                    <a:pt x="465325" y="197382"/>
                  </a:lnTo>
                  <a:lnTo>
                    <a:pt x="471651" y="193119"/>
                  </a:lnTo>
                  <a:lnTo>
                    <a:pt x="475917" y="186793"/>
                  </a:lnTo>
                  <a:lnTo>
                    <a:pt x="477481" y="179044"/>
                  </a:lnTo>
                  <a:lnTo>
                    <a:pt x="477481" y="19888"/>
                  </a:lnTo>
                  <a:lnTo>
                    <a:pt x="475917" y="12146"/>
                  </a:lnTo>
                  <a:lnTo>
                    <a:pt x="471651" y="5824"/>
                  </a:lnTo>
                  <a:lnTo>
                    <a:pt x="465325" y="1562"/>
                  </a:lnTo>
                  <a:lnTo>
                    <a:pt x="4575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579933" y="9235887"/>
              <a:ext cx="397177" cy="127845"/>
            </a:xfrm>
            <a:prstGeom prst="rect">
              <a:avLst/>
            </a:prstGeom>
          </p:spPr>
        </p:pic>
      </p:grpSp>
      <p:grpSp>
        <p:nvGrpSpPr>
          <p:cNvPr id="130" name="object 130"/>
          <p:cNvGrpSpPr/>
          <p:nvPr/>
        </p:nvGrpSpPr>
        <p:grpSpPr>
          <a:xfrm>
            <a:off x="44723" y="230301"/>
            <a:ext cx="7470775" cy="450215"/>
            <a:chOff x="44723" y="230301"/>
            <a:chExt cx="7470775" cy="450215"/>
          </a:xfrm>
        </p:grpSpPr>
        <p:sp>
          <p:nvSpPr>
            <p:cNvPr id="131" name="object 131"/>
            <p:cNvSpPr/>
            <p:nvPr/>
          </p:nvSpPr>
          <p:spPr>
            <a:xfrm>
              <a:off x="47250" y="299609"/>
              <a:ext cx="7465695" cy="378460"/>
            </a:xfrm>
            <a:custGeom>
              <a:avLst/>
              <a:gdLst/>
              <a:ahLst/>
              <a:cxnLst/>
              <a:rect l="l" t="t" r="r" b="b"/>
              <a:pathLst>
                <a:path w="7465695" h="378459">
                  <a:moveTo>
                    <a:pt x="7465466" y="378002"/>
                  </a:moveTo>
                  <a:lnTo>
                    <a:pt x="0" y="378002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378002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2039197" y="299616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w="0" h="378459">
                  <a:moveTo>
                    <a:pt x="0" y="0"/>
                  </a:moveTo>
                  <a:lnTo>
                    <a:pt x="0" y="378002"/>
                  </a:lnTo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5520762" y="299616"/>
              <a:ext cx="0" cy="378460"/>
            </a:xfrm>
            <a:custGeom>
              <a:avLst/>
              <a:gdLst/>
              <a:ahLst/>
              <a:cxnLst/>
              <a:rect l="l" t="t" r="r" b="b"/>
              <a:pathLst>
                <a:path w="0" h="378459">
                  <a:moveTo>
                    <a:pt x="0" y="0"/>
                  </a:moveTo>
                  <a:lnTo>
                    <a:pt x="0" y="378002"/>
                  </a:lnTo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2069884" y="338378"/>
              <a:ext cx="3413760" cy="295910"/>
            </a:xfrm>
            <a:custGeom>
              <a:avLst/>
              <a:gdLst/>
              <a:ahLst/>
              <a:cxnLst/>
              <a:rect l="l" t="t" r="r" b="b"/>
              <a:pathLst>
                <a:path w="3413760" h="295909">
                  <a:moveTo>
                    <a:pt x="4610" y="253555"/>
                  </a:moveTo>
                  <a:lnTo>
                    <a:pt x="0" y="254927"/>
                  </a:lnTo>
                  <a:lnTo>
                    <a:pt x="3873" y="255739"/>
                  </a:lnTo>
                  <a:lnTo>
                    <a:pt x="4610" y="253555"/>
                  </a:lnTo>
                  <a:close/>
                </a:path>
                <a:path w="3413760" h="295909">
                  <a:moveTo>
                    <a:pt x="4610" y="172707"/>
                  </a:moveTo>
                  <a:lnTo>
                    <a:pt x="0" y="174078"/>
                  </a:lnTo>
                  <a:lnTo>
                    <a:pt x="3873" y="174891"/>
                  </a:lnTo>
                  <a:lnTo>
                    <a:pt x="4610" y="172707"/>
                  </a:lnTo>
                  <a:close/>
                </a:path>
                <a:path w="3413760" h="295909">
                  <a:moveTo>
                    <a:pt x="4610" y="91859"/>
                  </a:moveTo>
                  <a:lnTo>
                    <a:pt x="0" y="93230"/>
                  </a:lnTo>
                  <a:lnTo>
                    <a:pt x="3873" y="94043"/>
                  </a:lnTo>
                  <a:lnTo>
                    <a:pt x="4610" y="91859"/>
                  </a:lnTo>
                  <a:close/>
                </a:path>
                <a:path w="3413760" h="295909">
                  <a:moveTo>
                    <a:pt x="4610" y="10998"/>
                  </a:moveTo>
                  <a:lnTo>
                    <a:pt x="0" y="12369"/>
                  </a:lnTo>
                  <a:lnTo>
                    <a:pt x="3873" y="13182"/>
                  </a:lnTo>
                  <a:lnTo>
                    <a:pt x="4610" y="10998"/>
                  </a:lnTo>
                  <a:close/>
                </a:path>
                <a:path w="3413760" h="295909">
                  <a:moveTo>
                    <a:pt x="7683" y="243928"/>
                  </a:moveTo>
                  <a:lnTo>
                    <a:pt x="4533" y="243039"/>
                  </a:lnTo>
                  <a:lnTo>
                    <a:pt x="1054" y="244906"/>
                  </a:lnTo>
                  <a:lnTo>
                    <a:pt x="7683" y="243928"/>
                  </a:lnTo>
                  <a:close/>
                </a:path>
                <a:path w="3413760" h="295909">
                  <a:moveTo>
                    <a:pt x="7683" y="163080"/>
                  </a:moveTo>
                  <a:lnTo>
                    <a:pt x="4533" y="162204"/>
                  </a:lnTo>
                  <a:lnTo>
                    <a:pt x="1054" y="164058"/>
                  </a:lnTo>
                  <a:lnTo>
                    <a:pt x="7683" y="163080"/>
                  </a:lnTo>
                  <a:close/>
                </a:path>
                <a:path w="3413760" h="295909">
                  <a:moveTo>
                    <a:pt x="7683" y="82232"/>
                  </a:moveTo>
                  <a:lnTo>
                    <a:pt x="4533" y="81343"/>
                  </a:lnTo>
                  <a:lnTo>
                    <a:pt x="1054" y="83210"/>
                  </a:lnTo>
                  <a:lnTo>
                    <a:pt x="7683" y="82232"/>
                  </a:lnTo>
                  <a:close/>
                </a:path>
                <a:path w="3413760" h="295909">
                  <a:moveTo>
                    <a:pt x="7683" y="1371"/>
                  </a:moveTo>
                  <a:lnTo>
                    <a:pt x="4533" y="482"/>
                  </a:lnTo>
                  <a:lnTo>
                    <a:pt x="1054" y="2349"/>
                  </a:lnTo>
                  <a:lnTo>
                    <a:pt x="7683" y="1371"/>
                  </a:lnTo>
                  <a:close/>
                </a:path>
                <a:path w="3413760" h="295909">
                  <a:moveTo>
                    <a:pt x="7772" y="233349"/>
                  </a:moveTo>
                  <a:lnTo>
                    <a:pt x="7683" y="226872"/>
                  </a:lnTo>
                  <a:lnTo>
                    <a:pt x="7200" y="230035"/>
                  </a:lnTo>
                  <a:lnTo>
                    <a:pt x="7772" y="233349"/>
                  </a:lnTo>
                  <a:close/>
                </a:path>
                <a:path w="3413760" h="295909">
                  <a:moveTo>
                    <a:pt x="7772" y="152501"/>
                  </a:moveTo>
                  <a:lnTo>
                    <a:pt x="7683" y="146024"/>
                  </a:lnTo>
                  <a:lnTo>
                    <a:pt x="7200" y="149186"/>
                  </a:lnTo>
                  <a:lnTo>
                    <a:pt x="7772" y="152501"/>
                  </a:lnTo>
                  <a:close/>
                </a:path>
                <a:path w="3413760" h="295909">
                  <a:moveTo>
                    <a:pt x="7772" y="71640"/>
                  </a:moveTo>
                  <a:lnTo>
                    <a:pt x="7683" y="65163"/>
                  </a:lnTo>
                  <a:lnTo>
                    <a:pt x="7200" y="68313"/>
                  </a:lnTo>
                  <a:lnTo>
                    <a:pt x="7772" y="71640"/>
                  </a:lnTo>
                  <a:close/>
                </a:path>
                <a:path w="3413760" h="295909">
                  <a:moveTo>
                    <a:pt x="17462" y="265201"/>
                  </a:moveTo>
                  <a:lnTo>
                    <a:pt x="15278" y="261315"/>
                  </a:lnTo>
                  <a:lnTo>
                    <a:pt x="13347" y="262610"/>
                  </a:lnTo>
                  <a:lnTo>
                    <a:pt x="17462" y="265201"/>
                  </a:lnTo>
                  <a:close/>
                </a:path>
                <a:path w="3413760" h="295909">
                  <a:moveTo>
                    <a:pt x="17462" y="184353"/>
                  </a:moveTo>
                  <a:lnTo>
                    <a:pt x="15278" y="180467"/>
                  </a:lnTo>
                  <a:lnTo>
                    <a:pt x="13347" y="181762"/>
                  </a:lnTo>
                  <a:lnTo>
                    <a:pt x="17462" y="184353"/>
                  </a:lnTo>
                  <a:close/>
                </a:path>
                <a:path w="3413760" h="295909">
                  <a:moveTo>
                    <a:pt x="17462" y="103505"/>
                  </a:moveTo>
                  <a:lnTo>
                    <a:pt x="15278" y="99618"/>
                  </a:lnTo>
                  <a:lnTo>
                    <a:pt x="13347" y="100914"/>
                  </a:lnTo>
                  <a:lnTo>
                    <a:pt x="17462" y="103505"/>
                  </a:lnTo>
                  <a:close/>
                </a:path>
                <a:path w="3413760" h="295909">
                  <a:moveTo>
                    <a:pt x="17462" y="22644"/>
                  </a:moveTo>
                  <a:lnTo>
                    <a:pt x="15278" y="18757"/>
                  </a:lnTo>
                  <a:lnTo>
                    <a:pt x="13347" y="20053"/>
                  </a:lnTo>
                  <a:lnTo>
                    <a:pt x="17462" y="22644"/>
                  </a:lnTo>
                  <a:close/>
                </a:path>
                <a:path w="3413760" h="295909">
                  <a:moveTo>
                    <a:pt x="35420" y="285330"/>
                  </a:moveTo>
                  <a:lnTo>
                    <a:pt x="35179" y="282981"/>
                  </a:lnTo>
                  <a:lnTo>
                    <a:pt x="29514" y="286537"/>
                  </a:lnTo>
                  <a:lnTo>
                    <a:pt x="35420" y="285330"/>
                  </a:lnTo>
                  <a:close/>
                </a:path>
                <a:path w="3413760" h="295909">
                  <a:moveTo>
                    <a:pt x="35420" y="204482"/>
                  </a:moveTo>
                  <a:lnTo>
                    <a:pt x="35179" y="202133"/>
                  </a:lnTo>
                  <a:lnTo>
                    <a:pt x="29514" y="205689"/>
                  </a:lnTo>
                  <a:lnTo>
                    <a:pt x="35420" y="204482"/>
                  </a:lnTo>
                  <a:close/>
                </a:path>
                <a:path w="3413760" h="295909">
                  <a:moveTo>
                    <a:pt x="35420" y="123634"/>
                  </a:moveTo>
                  <a:lnTo>
                    <a:pt x="35179" y="121285"/>
                  </a:lnTo>
                  <a:lnTo>
                    <a:pt x="29514" y="124841"/>
                  </a:lnTo>
                  <a:lnTo>
                    <a:pt x="35420" y="123634"/>
                  </a:lnTo>
                  <a:close/>
                </a:path>
                <a:path w="3413760" h="295909">
                  <a:moveTo>
                    <a:pt x="35420" y="42773"/>
                  </a:moveTo>
                  <a:lnTo>
                    <a:pt x="35179" y="40424"/>
                  </a:lnTo>
                  <a:lnTo>
                    <a:pt x="29514" y="43980"/>
                  </a:lnTo>
                  <a:lnTo>
                    <a:pt x="35420" y="42773"/>
                  </a:lnTo>
                  <a:close/>
                </a:path>
                <a:path w="3413760" h="295909">
                  <a:moveTo>
                    <a:pt x="39611" y="273761"/>
                  </a:moveTo>
                  <a:lnTo>
                    <a:pt x="38531" y="265595"/>
                  </a:lnTo>
                  <a:lnTo>
                    <a:pt x="36474" y="265595"/>
                  </a:lnTo>
                  <a:lnTo>
                    <a:pt x="39611" y="273761"/>
                  </a:lnTo>
                  <a:close/>
                </a:path>
                <a:path w="3413760" h="295909">
                  <a:moveTo>
                    <a:pt x="39611" y="192925"/>
                  </a:moveTo>
                  <a:lnTo>
                    <a:pt x="38531" y="184746"/>
                  </a:lnTo>
                  <a:lnTo>
                    <a:pt x="36474" y="184746"/>
                  </a:lnTo>
                  <a:lnTo>
                    <a:pt x="39611" y="192925"/>
                  </a:lnTo>
                  <a:close/>
                </a:path>
                <a:path w="3413760" h="295909">
                  <a:moveTo>
                    <a:pt x="39611" y="112064"/>
                  </a:moveTo>
                  <a:lnTo>
                    <a:pt x="38531" y="103898"/>
                  </a:lnTo>
                  <a:lnTo>
                    <a:pt x="36474" y="103898"/>
                  </a:lnTo>
                  <a:lnTo>
                    <a:pt x="39611" y="112064"/>
                  </a:lnTo>
                  <a:close/>
                </a:path>
                <a:path w="3413760" h="295909">
                  <a:moveTo>
                    <a:pt x="39611" y="31216"/>
                  </a:moveTo>
                  <a:lnTo>
                    <a:pt x="38531" y="23037"/>
                  </a:lnTo>
                  <a:lnTo>
                    <a:pt x="36474" y="23037"/>
                  </a:lnTo>
                  <a:lnTo>
                    <a:pt x="39611" y="31216"/>
                  </a:lnTo>
                  <a:close/>
                </a:path>
                <a:path w="3413760" h="295909">
                  <a:moveTo>
                    <a:pt x="45046" y="293979"/>
                  </a:moveTo>
                  <a:lnTo>
                    <a:pt x="40665" y="293014"/>
                  </a:lnTo>
                  <a:lnTo>
                    <a:pt x="40424" y="295351"/>
                  </a:lnTo>
                  <a:lnTo>
                    <a:pt x="45046" y="293979"/>
                  </a:lnTo>
                  <a:close/>
                </a:path>
                <a:path w="3413760" h="295909">
                  <a:moveTo>
                    <a:pt x="45046" y="213131"/>
                  </a:moveTo>
                  <a:lnTo>
                    <a:pt x="40665" y="212166"/>
                  </a:lnTo>
                  <a:lnTo>
                    <a:pt x="40424" y="214503"/>
                  </a:lnTo>
                  <a:lnTo>
                    <a:pt x="45046" y="213131"/>
                  </a:lnTo>
                  <a:close/>
                </a:path>
                <a:path w="3413760" h="295909">
                  <a:moveTo>
                    <a:pt x="45046" y="132283"/>
                  </a:moveTo>
                  <a:lnTo>
                    <a:pt x="40665" y="131318"/>
                  </a:lnTo>
                  <a:lnTo>
                    <a:pt x="40424" y="133654"/>
                  </a:lnTo>
                  <a:lnTo>
                    <a:pt x="45046" y="132283"/>
                  </a:lnTo>
                  <a:close/>
                </a:path>
                <a:path w="3413760" h="295909">
                  <a:moveTo>
                    <a:pt x="45046" y="51422"/>
                  </a:moveTo>
                  <a:lnTo>
                    <a:pt x="40665" y="50457"/>
                  </a:lnTo>
                  <a:lnTo>
                    <a:pt x="40424" y="52806"/>
                  </a:lnTo>
                  <a:lnTo>
                    <a:pt x="45046" y="51422"/>
                  </a:lnTo>
                  <a:close/>
                </a:path>
                <a:path w="3413760" h="295909">
                  <a:moveTo>
                    <a:pt x="48120" y="284353"/>
                  </a:moveTo>
                  <a:lnTo>
                    <a:pt x="44958" y="283464"/>
                  </a:lnTo>
                  <a:lnTo>
                    <a:pt x="41478" y="285330"/>
                  </a:lnTo>
                  <a:lnTo>
                    <a:pt x="48120" y="284353"/>
                  </a:lnTo>
                  <a:close/>
                </a:path>
                <a:path w="3413760" h="295909">
                  <a:moveTo>
                    <a:pt x="48120" y="203504"/>
                  </a:moveTo>
                  <a:lnTo>
                    <a:pt x="44958" y="202615"/>
                  </a:lnTo>
                  <a:lnTo>
                    <a:pt x="41478" y="204482"/>
                  </a:lnTo>
                  <a:lnTo>
                    <a:pt x="48120" y="203504"/>
                  </a:lnTo>
                  <a:close/>
                </a:path>
                <a:path w="3413760" h="295909">
                  <a:moveTo>
                    <a:pt x="48120" y="122656"/>
                  </a:moveTo>
                  <a:lnTo>
                    <a:pt x="44958" y="121767"/>
                  </a:lnTo>
                  <a:lnTo>
                    <a:pt x="41478" y="123634"/>
                  </a:lnTo>
                  <a:lnTo>
                    <a:pt x="48120" y="122656"/>
                  </a:lnTo>
                  <a:close/>
                </a:path>
                <a:path w="3413760" h="295909">
                  <a:moveTo>
                    <a:pt x="48120" y="41795"/>
                  </a:moveTo>
                  <a:lnTo>
                    <a:pt x="44958" y="40906"/>
                  </a:lnTo>
                  <a:lnTo>
                    <a:pt x="41478" y="42773"/>
                  </a:lnTo>
                  <a:lnTo>
                    <a:pt x="48120" y="41795"/>
                  </a:lnTo>
                  <a:close/>
                </a:path>
                <a:path w="3413760" h="295909">
                  <a:moveTo>
                    <a:pt x="59753" y="233349"/>
                  </a:moveTo>
                  <a:lnTo>
                    <a:pt x="59321" y="229463"/>
                  </a:lnTo>
                  <a:lnTo>
                    <a:pt x="57010" y="229463"/>
                  </a:lnTo>
                  <a:lnTo>
                    <a:pt x="59753" y="233349"/>
                  </a:lnTo>
                  <a:close/>
                </a:path>
                <a:path w="3413760" h="295909">
                  <a:moveTo>
                    <a:pt x="59753" y="152501"/>
                  </a:moveTo>
                  <a:lnTo>
                    <a:pt x="59321" y="148615"/>
                  </a:lnTo>
                  <a:lnTo>
                    <a:pt x="57010" y="148615"/>
                  </a:lnTo>
                  <a:lnTo>
                    <a:pt x="59753" y="152501"/>
                  </a:lnTo>
                  <a:close/>
                </a:path>
                <a:path w="3413760" h="295909">
                  <a:moveTo>
                    <a:pt x="59753" y="71640"/>
                  </a:moveTo>
                  <a:lnTo>
                    <a:pt x="59321" y="67754"/>
                  </a:lnTo>
                  <a:lnTo>
                    <a:pt x="57010" y="67754"/>
                  </a:lnTo>
                  <a:lnTo>
                    <a:pt x="59753" y="71640"/>
                  </a:lnTo>
                  <a:close/>
                </a:path>
                <a:path w="3413760" h="295909">
                  <a:moveTo>
                    <a:pt x="75844" y="244906"/>
                  </a:moveTo>
                  <a:lnTo>
                    <a:pt x="75603" y="242557"/>
                  </a:lnTo>
                  <a:lnTo>
                    <a:pt x="69938" y="246113"/>
                  </a:lnTo>
                  <a:lnTo>
                    <a:pt x="75844" y="244906"/>
                  </a:lnTo>
                  <a:close/>
                </a:path>
                <a:path w="3413760" h="295909">
                  <a:moveTo>
                    <a:pt x="75844" y="164058"/>
                  </a:moveTo>
                  <a:lnTo>
                    <a:pt x="75603" y="161709"/>
                  </a:lnTo>
                  <a:lnTo>
                    <a:pt x="69938" y="165265"/>
                  </a:lnTo>
                  <a:lnTo>
                    <a:pt x="75844" y="164058"/>
                  </a:lnTo>
                  <a:close/>
                </a:path>
                <a:path w="3413760" h="295909">
                  <a:moveTo>
                    <a:pt x="75844" y="83210"/>
                  </a:moveTo>
                  <a:lnTo>
                    <a:pt x="75603" y="80873"/>
                  </a:lnTo>
                  <a:lnTo>
                    <a:pt x="69938" y="84416"/>
                  </a:lnTo>
                  <a:lnTo>
                    <a:pt x="75844" y="83210"/>
                  </a:lnTo>
                  <a:close/>
                </a:path>
                <a:path w="3413760" h="295909">
                  <a:moveTo>
                    <a:pt x="75844" y="2349"/>
                  </a:moveTo>
                  <a:lnTo>
                    <a:pt x="75603" y="0"/>
                  </a:lnTo>
                  <a:lnTo>
                    <a:pt x="69938" y="3556"/>
                  </a:lnTo>
                  <a:lnTo>
                    <a:pt x="75844" y="2349"/>
                  </a:lnTo>
                  <a:close/>
                </a:path>
                <a:path w="3413760" h="295909">
                  <a:moveTo>
                    <a:pt x="76657" y="252577"/>
                  </a:moveTo>
                  <a:lnTo>
                    <a:pt x="72275" y="253555"/>
                  </a:lnTo>
                  <a:lnTo>
                    <a:pt x="73012" y="255739"/>
                  </a:lnTo>
                  <a:lnTo>
                    <a:pt x="76657" y="252577"/>
                  </a:lnTo>
                  <a:close/>
                </a:path>
                <a:path w="3413760" h="295909">
                  <a:moveTo>
                    <a:pt x="76657" y="171742"/>
                  </a:moveTo>
                  <a:lnTo>
                    <a:pt x="72275" y="172707"/>
                  </a:lnTo>
                  <a:lnTo>
                    <a:pt x="73012" y="174891"/>
                  </a:lnTo>
                  <a:lnTo>
                    <a:pt x="76657" y="171742"/>
                  </a:lnTo>
                  <a:close/>
                </a:path>
                <a:path w="3413760" h="295909">
                  <a:moveTo>
                    <a:pt x="76657" y="90881"/>
                  </a:moveTo>
                  <a:lnTo>
                    <a:pt x="72275" y="91859"/>
                  </a:lnTo>
                  <a:lnTo>
                    <a:pt x="73012" y="94043"/>
                  </a:lnTo>
                  <a:lnTo>
                    <a:pt x="76657" y="90881"/>
                  </a:lnTo>
                  <a:close/>
                </a:path>
                <a:path w="3413760" h="295909">
                  <a:moveTo>
                    <a:pt x="76657" y="10033"/>
                  </a:moveTo>
                  <a:lnTo>
                    <a:pt x="72275" y="10998"/>
                  </a:lnTo>
                  <a:lnTo>
                    <a:pt x="73012" y="13182"/>
                  </a:lnTo>
                  <a:lnTo>
                    <a:pt x="76657" y="10033"/>
                  </a:lnTo>
                  <a:close/>
                </a:path>
                <a:path w="3413760" h="295909">
                  <a:moveTo>
                    <a:pt x="85471" y="253555"/>
                  </a:moveTo>
                  <a:lnTo>
                    <a:pt x="80860" y="254927"/>
                  </a:lnTo>
                  <a:lnTo>
                    <a:pt x="84747" y="255739"/>
                  </a:lnTo>
                  <a:lnTo>
                    <a:pt x="85471" y="253555"/>
                  </a:lnTo>
                  <a:close/>
                </a:path>
                <a:path w="3413760" h="295909">
                  <a:moveTo>
                    <a:pt x="85471" y="172707"/>
                  </a:moveTo>
                  <a:lnTo>
                    <a:pt x="80860" y="174078"/>
                  </a:lnTo>
                  <a:lnTo>
                    <a:pt x="84747" y="174891"/>
                  </a:lnTo>
                  <a:lnTo>
                    <a:pt x="85471" y="172707"/>
                  </a:lnTo>
                  <a:close/>
                </a:path>
                <a:path w="3413760" h="295909">
                  <a:moveTo>
                    <a:pt x="85471" y="91859"/>
                  </a:moveTo>
                  <a:lnTo>
                    <a:pt x="80860" y="93230"/>
                  </a:lnTo>
                  <a:lnTo>
                    <a:pt x="84747" y="94043"/>
                  </a:lnTo>
                  <a:lnTo>
                    <a:pt x="85471" y="91859"/>
                  </a:lnTo>
                  <a:close/>
                </a:path>
                <a:path w="3413760" h="295909">
                  <a:moveTo>
                    <a:pt x="85471" y="10998"/>
                  </a:moveTo>
                  <a:lnTo>
                    <a:pt x="80860" y="12369"/>
                  </a:lnTo>
                  <a:lnTo>
                    <a:pt x="84747" y="13182"/>
                  </a:lnTo>
                  <a:lnTo>
                    <a:pt x="85471" y="10998"/>
                  </a:lnTo>
                  <a:close/>
                </a:path>
                <a:path w="3413760" h="295909">
                  <a:moveTo>
                    <a:pt x="88531" y="243928"/>
                  </a:moveTo>
                  <a:lnTo>
                    <a:pt x="85382" y="243039"/>
                  </a:lnTo>
                  <a:lnTo>
                    <a:pt x="81902" y="244906"/>
                  </a:lnTo>
                  <a:lnTo>
                    <a:pt x="88531" y="243928"/>
                  </a:lnTo>
                  <a:close/>
                </a:path>
                <a:path w="3413760" h="295909">
                  <a:moveTo>
                    <a:pt x="88531" y="163080"/>
                  </a:moveTo>
                  <a:lnTo>
                    <a:pt x="85382" y="162204"/>
                  </a:lnTo>
                  <a:lnTo>
                    <a:pt x="81902" y="164058"/>
                  </a:lnTo>
                  <a:lnTo>
                    <a:pt x="88531" y="163080"/>
                  </a:lnTo>
                  <a:close/>
                </a:path>
                <a:path w="3413760" h="295909">
                  <a:moveTo>
                    <a:pt x="88531" y="82232"/>
                  </a:moveTo>
                  <a:lnTo>
                    <a:pt x="85382" y="81343"/>
                  </a:lnTo>
                  <a:lnTo>
                    <a:pt x="81902" y="83210"/>
                  </a:lnTo>
                  <a:lnTo>
                    <a:pt x="88531" y="82232"/>
                  </a:lnTo>
                  <a:close/>
                </a:path>
                <a:path w="3413760" h="295909">
                  <a:moveTo>
                    <a:pt x="88531" y="1371"/>
                  </a:moveTo>
                  <a:lnTo>
                    <a:pt x="85382" y="482"/>
                  </a:lnTo>
                  <a:lnTo>
                    <a:pt x="81902" y="2349"/>
                  </a:lnTo>
                  <a:lnTo>
                    <a:pt x="88531" y="1371"/>
                  </a:lnTo>
                  <a:close/>
                </a:path>
                <a:path w="3413760" h="295909">
                  <a:moveTo>
                    <a:pt x="88620" y="233349"/>
                  </a:moveTo>
                  <a:lnTo>
                    <a:pt x="88531" y="226872"/>
                  </a:lnTo>
                  <a:lnTo>
                    <a:pt x="88049" y="230035"/>
                  </a:lnTo>
                  <a:lnTo>
                    <a:pt x="88620" y="233349"/>
                  </a:lnTo>
                  <a:close/>
                </a:path>
                <a:path w="3413760" h="295909">
                  <a:moveTo>
                    <a:pt x="88620" y="152501"/>
                  </a:moveTo>
                  <a:lnTo>
                    <a:pt x="88531" y="146024"/>
                  </a:lnTo>
                  <a:lnTo>
                    <a:pt x="88049" y="149186"/>
                  </a:lnTo>
                  <a:lnTo>
                    <a:pt x="88620" y="152501"/>
                  </a:lnTo>
                  <a:close/>
                </a:path>
                <a:path w="3413760" h="295909">
                  <a:moveTo>
                    <a:pt x="88620" y="71640"/>
                  </a:moveTo>
                  <a:lnTo>
                    <a:pt x="88531" y="65163"/>
                  </a:lnTo>
                  <a:lnTo>
                    <a:pt x="88049" y="68313"/>
                  </a:lnTo>
                  <a:lnTo>
                    <a:pt x="88620" y="71640"/>
                  </a:lnTo>
                  <a:close/>
                </a:path>
                <a:path w="3413760" h="295909">
                  <a:moveTo>
                    <a:pt x="98323" y="265201"/>
                  </a:moveTo>
                  <a:lnTo>
                    <a:pt x="96139" y="261315"/>
                  </a:lnTo>
                  <a:lnTo>
                    <a:pt x="94195" y="262610"/>
                  </a:lnTo>
                  <a:lnTo>
                    <a:pt x="98323" y="265201"/>
                  </a:lnTo>
                  <a:close/>
                </a:path>
                <a:path w="3413760" h="295909">
                  <a:moveTo>
                    <a:pt x="98323" y="184353"/>
                  </a:moveTo>
                  <a:lnTo>
                    <a:pt x="96139" y="180467"/>
                  </a:lnTo>
                  <a:lnTo>
                    <a:pt x="94195" y="181762"/>
                  </a:lnTo>
                  <a:lnTo>
                    <a:pt x="98323" y="184353"/>
                  </a:lnTo>
                  <a:close/>
                </a:path>
                <a:path w="3413760" h="295909">
                  <a:moveTo>
                    <a:pt x="98323" y="103505"/>
                  </a:moveTo>
                  <a:lnTo>
                    <a:pt x="96139" y="99618"/>
                  </a:lnTo>
                  <a:lnTo>
                    <a:pt x="94195" y="100914"/>
                  </a:lnTo>
                  <a:lnTo>
                    <a:pt x="98323" y="103505"/>
                  </a:lnTo>
                  <a:close/>
                </a:path>
                <a:path w="3413760" h="295909">
                  <a:moveTo>
                    <a:pt x="98323" y="22644"/>
                  </a:moveTo>
                  <a:lnTo>
                    <a:pt x="96139" y="18757"/>
                  </a:lnTo>
                  <a:lnTo>
                    <a:pt x="94195" y="20053"/>
                  </a:lnTo>
                  <a:lnTo>
                    <a:pt x="98323" y="22644"/>
                  </a:lnTo>
                  <a:close/>
                </a:path>
                <a:path w="3413760" h="295909">
                  <a:moveTo>
                    <a:pt x="116268" y="285330"/>
                  </a:moveTo>
                  <a:lnTo>
                    <a:pt x="116027" y="282981"/>
                  </a:lnTo>
                  <a:lnTo>
                    <a:pt x="110363" y="286537"/>
                  </a:lnTo>
                  <a:lnTo>
                    <a:pt x="116268" y="285330"/>
                  </a:lnTo>
                  <a:close/>
                </a:path>
                <a:path w="3413760" h="295909">
                  <a:moveTo>
                    <a:pt x="116268" y="204482"/>
                  </a:moveTo>
                  <a:lnTo>
                    <a:pt x="116027" y="202133"/>
                  </a:lnTo>
                  <a:lnTo>
                    <a:pt x="110363" y="205689"/>
                  </a:lnTo>
                  <a:lnTo>
                    <a:pt x="116268" y="204482"/>
                  </a:lnTo>
                  <a:close/>
                </a:path>
                <a:path w="3413760" h="295909">
                  <a:moveTo>
                    <a:pt x="116268" y="123634"/>
                  </a:moveTo>
                  <a:lnTo>
                    <a:pt x="116027" y="121285"/>
                  </a:lnTo>
                  <a:lnTo>
                    <a:pt x="110363" y="124841"/>
                  </a:lnTo>
                  <a:lnTo>
                    <a:pt x="116268" y="123634"/>
                  </a:lnTo>
                  <a:close/>
                </a:path>
                <a:path w="3413760" h="295909">
                  <a:moveTo>
                    <a:pt x="116268" y="42773"/>
                  </a:moveTo>
                  <a:lnTo>
                    <a:pt x="116027" y="40424"/>
                  </a:lnTo>
                  <a:lnTo>
                    <a:pt x="110363" y="43980"/>
                  </a:lnTo>
                  <a:lnTo>
                    <a:pt x="116268" y="42773"/>
                  </a:lnTo>
                  <a:close/>
                </a:path>
                <a:path w="3413760" h="295909">
                  <a:moveTo>
                    <a:pt x="120472" y="273761"/>
                  </a:moveTo>
                  <a:lnTo>
                    <a:pt x="119380" y="265595"/>
                  </a:lnTo>
                  <a:lnTo>
                    <a:pt x="117322" y="265595"/>
                  </a:lnTo>
                  <a:lnTo>
                    <a:pt x="120472" y="273761"/>
                  </a:lnTo>
                  <a:close/>
                </a:path>
                <a:path w="3413760" h="295909">
                  <a:moveTo>
                    <a:pt x="120472" y="192925"/>
                  </a:moveTo>
                  <a:lnTo>
                    <a:pt x="119380" y="184746"/>
                  </a:lnTo>
                  <a:lnTo>
                    <a:pt x="117322" y="184746"/>
                  </a:lnTo>
                  <a:lnTo>
                    <a:pt x="120472" y="192925"/>
                  </a:lnTo>
                  <a:close/>
                </a:path>
                <a:path w="3413760" h="295909">
                  <a:moveTo>
                    <a:pt x="120472" y="112064"/>
                  </a:moveTo>
                  <a:lnTo>
                    <a:pt x="119380" y="103898"/>
                  </a:lnTo>
                  <a:lnTo>
                    <a:pt x="117322" y="103898"/>
                  </a:lnTo>
                  <a:lnTo>
                    <a:pt x="120472" y="112064"/>
                  </a:lnTo>
                  <a:close/>
                </a:path>
                <a:path w="3413760" h="295909">
                  <a:moveTo>
                    <a:pt x="120472" y="31216"/>
                  </a:moveTo>
                  <a:lnTo>
                    <a:pt x="119380" y="23037"/>
                  </a:lnTo>
                  <a:lnTo>
                    <a:pt x="117322" y="23037"/>
                  </a:lnTo>
                  <a:lnTo>
                    <a:pt x="120472" y="31216"/>
                  </a:lnTo>
                  <a:close/>
                </a:path>
                <a:path w="3413760" h="295909">
                  <a:moveTo>
                    <a:pt x="125895" y="293979"/>
                  </a:moveTo>
                  <a:lnTo>
                    <a:pt x="121526" y="293014"/>
                  </a:lnTo>
                  <a:lnTo>
                    <a:pt x="121285" y="295351"/>
                  </a:lnTo>
                  <a:lnTo>
                    <a:pt x="125895" y="293979"/>
                  </a:lnTo>
                  <a:close/>
                </a:path>
                <a:path w="3413760" h="295909">
                  <a:moveTo>
                    <a:pt x="125895" y="213131"/>
                  </a:moveTo>
                  <a:lnTo>
                    <a:pt x="121526" y="212166"/>
                  </a:lnTo>
                  <a:lnTo>
                    <a:pt x="121285" y="214503"/>
                  </a:lnTo>
                  <a:lnTo>
                    <a:pt x="125895" y="213131"/>
                  </a:lnTo>
                  <a:close/>
                </a:path>
                <a:path w="3413760" h="295909">
                  <a:moveTo>
                    <a:pt x="125895" y="132283"/>
                  </a:moveTo>
                  <a:lnTo>
                    <a:pt x="121526" y="131318"/>
                  </a:lnTo>
                  <a:lnTo>
                    <a:pt x="121285" y="133654"/>
                  </a:lnTo>
                  <a:lnTo>
                    <a:pt x="125895" y="132283"/>
                  </a:lnTo>
                  <a:close/>
                </a:path>
                <a:path w="3413760" h="295909">
                  <a:moveTo>
                    <a:pt x="125895" y="51422"/>
                  </a:moveTo>
                  <a:lnTo>
                    <a:pt x="121526" y="50457"/>
                  </a:lnTo>
                  <a:lnTo>
                    <a:pt x="121285" y="52806"/>
                  </a:lnTo>
                  <a:lnTo>
                    <a:pt x="125895" y="51422"/>
                  </a:lnTo>
                  <a:close/>
                </a:path>
                <a:path w="3413760" h="295909">
                  <a:moveTo>
                    <a:pt x="128955" y="284353"/>
                  </a:moveTo>
                  <a:lnTo>
                    <a:pt x="125806" y="283464"/>
                  </a:lnTo>
                  <a:lnTo>
                    <a:pt x="122326" y="285330"/>
                  </a:lnTo>
                  <a:lnTo>
                    <a:pt x="128955" y="284353"/>
                  </a:lnTo>
                  <a:close/>
                </a:path>
                <a:path w="3413760" h="295909">
                  <a:moveTo>
                    <a:pt x="128955" y="203504"/>
                  </a:moveTo>
                  <a:lnTo>
                    <a:pt x="125806" y="202615"/>
                  </a:lnTo>
                  <a:lnTo>
                    <a:pt x="122326" y="204482"/>
                  </a:lnTo>
                  <a:lnTo>
                    <a:pt x="128955" y="203504"/>
                  </a:lnTo>
                  <a:close/>
                </a:path>
                <a:path w="3413760" h="295909">
                  <a:moveTo>
                    <a:pt x="128955" y="122656"/>
                  </a:moveTo>
                  <a:lnTo>
                    <a:pt x="125806" y="121767"/>
                  </a:lnTo>
                  <a:lnTo>
                    <a:pt x="122326" y="123634"/>
                  </a:lnTo>
                  <a:lnTo>
                    <a:pt x="128955" y="122656"/>
                  </a:lnTo>
                  <a:close/>
                </a:path>
                <a:path w="3413760" h="295909">
                  <a:moveTo>
                    <a:pt x="128955" y="41795"/>
                  </a:moveTo>
                  <a:lnTo>
                    <a:pt x="125806" y="40906"/>
                  </a:lnTo>
                  <a:lnTo>
                    <a:pt x="122326" y="42773"/>
                  </a:lnTo>
                  <a:lnTo>
                    <a:pt x="128955" y="41795"/>
                  </a:lnTo>
                  <a:close/>
                </a:path>
                <a:path w="3413760" h="295909">
                  <a:moveTo>
                    <a:pt x="140601" y="233349"/>
                  </a:moveTo>
                  <a:lnTo>
                    <a:pt x="140169" y="229463"/>
                  </a:lnTo>
                  <a:lnTo>
                    <a:pt x="137858" y="229463"/>
                  </a:lnTo>
                  <a:lnTo>
                    <a:pt x="140601" y="233349"/>
                  </a:lnTo>
                  <a:close/>
                </a:path>
                <a:path w="3413760" h="295909">
                  <a:moveTo>
                    <a:pt x="140601" y="152501"/>
                  </a:moveTo>
                  <a:lnTo>
                    <a:pt x="140169" y="148615"/>
                  </a:lnTo>
                  <a:lnTo>
                    <a:pt x="137858" y="148615"/>
                  </a:lnTo>
                  <a:lnTo>
                    <a:pt x="140601" y="152501"/>
                  </a:lnTo>
                  <a:close/>
                </a:path>
                <a:path w="3413760" h="295909">
                  <a:moveTo>
                    <a:pt x="140601" y="71640"/>
                  </a:moveTo>
                  <a:lnTo>
                    <a:pt x="140169" y="67754"/>
                  </a:lnTo>
                  <a:lnTo>
                    <a:pt x="137858" y="67754"/>
                  </a:lnTo>
                  <a:lnTo>
                    <a:pt x="140601" y="71640"/>
                  </a:lnTo>
                  <a:close/>
                </a:path>
                <a:path w="3413760" h="295909">
                  <a:moveTo>
                    <a:pt x="156692" y="244906"/>
                  </a:moveTo>
                  <a:lnTo>
                    <a:pt x="156438" y="242557"/>
                  </a:lnTo>
                  <a:lnTo>
                    <a:pt x="150799" y="246113"/>
                  </a:lnTo>
                  <a:lnTo>
                    <a:pt x="156692" y="244906"/>
                  </a:lnTo>
                  <a:close/>
                </a:path>
                <a:path w="3413760" h="295909">
                  <a:moveTo>
                    <a:pt x="156692" y="164058"/>
                  </a:moveTo>
                  <a:lnTo>
                    <a:pt x="156438" y="161709"/>
                  </a:lnTo>
                  <a:lnTo>
                    <a:pt x="150799" y="165265"/>
                  </a:lnTo>
                  <a:lnTo>
                    <a:pt x="156692" y="164058"/>
                  </a:lnTo>
                  <a:close/>
                </a:path>
                <a:path w="3413760" h="295909">
                  <a:moveTo>
                    <a:pt x="156692" y="83210"/>
                  </a:moveTo>
                  <a:lnTo>
                    <a:pt x="156438" y="80873"/>
                  </a:lnTo>
                  <a:lnTo>
                    <a:pt x="150799" y="84416"/>
                  </a:lnTo>
                  <a:lnTo>
                    <a:pt x="156692" y="83210"/>
                  </a:lnTo>
                  <a:close/>
                </a:path>
                <a:path w="3413760" h="295909">
                  <a:moveTo>
                    <a:pt x="156692" y="2349"/>
                  </a:moveTo>
                  <a:lnTo>
                    <a:pt x="156438" y="0"/>
                  </a:lnTo>
                  <a:lnTo>
                    <a:pt x="150799" y="3556"/>
                  </a:lnTo>
                  <a:lnTo>
                    <a:pt x="156692" y="2349"/>
                  </a:lnTo>
                  <a:close/>
                </a:path>
                <a:path w="3413760" h="295909">
                  <a:moveTo>
                    <a:pt x="157505" y="252577"/>
                  </a:moveTo>
                  <a:lnTo>
                    <a:pt x="153149" y="253555"/>
                  </a:lnTo>
                  <a:lnTo>
                    <a:pt x="153873" y="255739"/>
                  </a:lnTo>
                  <a:lnTo>
                    <a:pt x="157505" y="252577"/>
                  </a:lnTo>
                  <a:close/>
                </a:path>
                <a:path w="3413760" h="295909">
                  <a:moveTo>
                    <a:pt x="157505" y="171742"/>
                  </a:moveTo>
                  <a:lnTo>
                    <a:pt x="153149" y="172707"/>
                  </a:lnTo>
                  <a:lnTo>
                    <a:pt x="153873" y="174891"/>
                  </a:lnTo>
                  <a:lnTo>
                    <a:pt x="157505" y="171742"/>
                  </a:lnTo>
                  <a:close/>
                </a:path>
                <a:path w="3413760" h="295909">
                  <a:moveTo>
                    <a:pt x="157505" y="90881"/>
                  </a:moveTo>
                  <a:lnTo>
                    <a:pt x="153149" y="91859"/>
                  </a:lnTo>
                  <a:lnTo>
                    <a:pt x="153873" y="94043"/>
                  </a:lnTo>
                  <a:lnTo>
                    <a:pt x="157505" y="90881"/>
                  </a:lnTo>
                  <a:close/>
                </a:path>
                <a:path w="3413760" h="295909">
                  <a:moveTo>
                    <a:pt x="157505" y="10033"/>
                  </a:moveTo>
                  <a:lnTo>
                    <a:pt x="153149" y="10998"/>
                  </a:lnTo>
                  <a:lnTo>
                    <a:pt x="153873" y="13182"/>
                  </a:lnTo>
                  <a:lnTo>
                    <a:pt x="157505" y="10033"/>
                  </a:lnTo>
                  <a:close/>
                </a:path>
                <a:path w="3413760" h="295909">
                  <a:moveTo>
                    <a:pt x="166319" y="253555"/>
                  </a:moveTo>
                  <a:lnTo>
                    <a:pt x="161709" y="254927"/>
                  </a:lnTo>
                  <a:lnTo>
                    <a:pt x="165595" y="255739"/>
                  </a:lnTo>
                  <a:lnTo>
                    <a:pt x="166319" y="253555"/>
                  </a:lnTo>
                  <a:close/>
                </a:path>
                <a:path w="3413760" h="295909">
                  <a:moveTo>
                    <a:pt x="166319" y="172707"/>
                  </a:moveTo>
                  <a:lnTo>
                    <a:pt x="161709" y="174078"/>
                  </a:lnTo>
                  <a:lnTo>
                    <a:pt x="165595" y="174891"/>
                  </a:lnTo>
                  <a:lnTo>
                    <a:pt x="166319" y="172707"/>
                  </a:lnTo>
                  <a:close/>
                </a:path>
                <a:path w="3413760" h="295909">
                  <a:moveTo>
                    <a:pt x="166319" y="91859"/>
                  </a:moveTo>
                  <a:lnTo>
                    <a:pt x="161709" y="93230"/>
                  </a:lnTo>
                  <a:lnTo>
                    <a:pt x="165595" y="94043"/>
                  </a:lnTo>
                  <a:lnTo>
                    <a:pt x="166319" y="91859"/>
                  </a:lnTo>
                  <a:close/>
                </a:path>
                <a:path w="3413760" h="295909">
                  <a:moveTo>
                    <a:pt x="166319" y="10998"/>
                  </a:moveTo>
                  <a:lnTo>
                    <a:pt x="161709" y="12369"/>
                  </a:lnTo>
                  <a:lnTo>
                    <a:pt x="165595" y="13182"/>
                  </a:lnTo>
                  <a:lnTo>
                    <a:pt x="166319" y="10998"/>
                  </a:lnTo>
                  <a:close/>
                </a:path>
                <a:path w="3413760" h="295909">
                  <a:moveTo>
                    <a:pt x="169379" y="243928"/>
                  </a:moveTo>
                  <a:lnTo>
                    <a:pt x="166230" y="243039"/>
                  </a:lnTo>
                  <a:lnTo>
                    <a:pt x="162750" y="244906"/>
                  </a:lnTo>
                  <a:lnTo>
                    <a:pt x="169379" y="243928"/>
                  </a:lnTo>
                  <a:close/>
                </a:path>
                <a:path w="3413760" h="295909">
                  <a:moveTo>
                    <a:pt x="169379" y="163080"/>
                  </a:moveTo>
                  <a:lnTo>
                    <a:pt x="166230" y="162204"/>
                  </a:lnTo>
                  <a:lnTo>
                    <a:pt x="162750" y="164058"/>
                  </a:lnTo>
                  <a:lnTo>
                    <a:pt x="169379" y="163080"/>
                  </a:lnTo>
                  <a:close/>
                </a:path>
                <a:path w="3413760" h="295909">
                  <a:moveTo>
                    <a:pt x="169379" y="82232"/>
                  </a:moveTo>
                  <a:lnTo>
                    <a:pt x="166230" y="81343"/>
                  </a:lnTo>
                  <a:lnTo>
                    <a:pt x="162750" y="83210"/>
                  </a:lnTo>
                  <a:lnTo>
                    <a:pt x="169379" y="82232"/>
                  </a:lnTo>
                  <a:close/>
                </a:path>
                <a:path w="3413760" h="295909">
                  <a:moveTo>
                    <a:pt x="169379" y="1371"/>
                  </a:moveTo>
                  <a:lnTo>
                    <a:pt x="166230" y="482"/>
                  </a:lnTo>
                  <a:lnTo>
                    <a:pt x="162750" y="2349"/>
                  </a:lnTo>
                  <a:lnTo>
                    <a:pt x="169379" y="1371"/>
                  </a:lnTo>
                  <a:close/>
                </a:path>
                <a:path w="3413760" h="295909">
                  <a:moveTo>
                    <a:pt x="169468" y="233349"/>
                  </a:moveTo>
                  <a:lnTo>
                    <a:pt x="169379" y="226872"/>
                  </a:lnTo>
                  <a:lnTo>
                    <a:pt x="168910" y="230035"/>
                  </a:lnTo>
                  <a:lnTo>
                    <a:pt x="169468" y="233349"/>
                  </a:lnTo>
                  <a:close/>
                </a:path>
                <a:path w="3413760" h="295909">
                  <a:moveTo>
                    <a:pt x="169468" y="152501"/>
                  </a:moveTo>
                  <a:lnTo>
                    <a:pt x="169379" y="146024"/>
                  </a:lnTo>
                  <a:lnTo>
                    <a:pt x="168910" y="149186"/>
                  </a:lnTo>
                  <a:lnTo>
                    <a:pt x="169468" y="152501"/>
                  </a:lnTo>
                  <a:close/>
                </a:path>
                <a:path w="3413760" h="295909">
                  <a:moveTo>
                    <a:pt x="169468" y="71640"/>
                  </a:moveTo>
                  <a:lnTo>
                    <a:pt x="169379" y="65163"/>
                  </a:lnTo>
                  <a:lnTo>
                    <a:pt x="168910" y="68313"/>
                  </a:lnTo>
                  <a:lnTo>
                    <a:pt x="169468" y="71640"/>
                  </a:lnTo>
                  <a:close/>
                </a:path>
                <a:path w="3413760" h="295909">
                  <a:moveTo>
                    <a:pt x="179171" y="265201"/>
                  </a:moveTo>
                  <a:lnTo>
                    <a:pt x="176999" y="261315"/>
                  </a:lnTo>
                  <a:lnTo>
                    <a:pt x="175044" y="262610"/>
                  </a:lnTo>
                  <a:lnTo>
                    <a:pt x="179171" y="265201"/>
                  </a:lnTo>
                  <a:close/>
                </a:path>
                <a:path w="3413760" h="295909">
                  <a:moveTo>
                    <a:pt x="179171" y="184353"/>
                  </a:moveTo>
                  <a:lnTo>
                    <a:pt x="176999" y="180467"/>
                  </a:lnTo>
                  <a:lnTo>
                    <a:pt x="175044" y="181762"/>
                  </a:lnTo>
                  <a:lnTo>
                    <a:pt x="179171" y="184353"/>
                  </a:lnTo>
                  <a:close/>
                </a:path>
                <a:path w="3413760" h="295909">
                  <a:moveTo>
                    <a:pt x="179171" y="103505"/>
                  </a:moveTo>
                  <a:lnTo>
                    <a:pt x="176999" y="99618"/>
                  </a:lnTo>
                  <a:lnTo>
                    <a:pt x="175044" y="100914"/>
                  </a:lnTo>
                  <a:lnTo>
                    <a:pt x="179171" y="103505"/>
                  </a:lnTo>
                  <a:close/>
                </a:path>
                <a:path w="3413760" h="295909">
                  <a:moveTo>
                    <a:pt x="179171" y="22644"/>
                  </a:moveTo>
                  <a:lnTo>
                    <a:pt x="176999" y="18757"/>
                  </a:lnTo>
                  <a:lnTo>
                    <a:pt x="175044" y="20053"/>
                  </a:lnTo>
                  <a:lnTo>
                    <a:pt x="179171" y="22644"/>
                  </a:lnTo>
                  <a:close/>
                </a:path>
                <a:path w="3413760" h="295909">
                  <a:moveTo>
                    <a:pt x="197116" y="285330"/>
                  </a:moveTo>
                  <a:lnTo>
                    <a:pt x="196875" y="282981"/>
                  </a:lnTo>
                  <a:lnTo>
                    <a:pt x="191223" y="286537"/>
                  </a:lnTo>
                  <a:lnTo>
                    <a:pt x="197116" y="285330"/>
                  </a:lnTo>
                  <a:close/>
                </a:path>
                <a:path w="3413760" h="295909">
                  <a:moveTo>
                    <a:pt x="197116" y="204482"/>
                  </a:moveTo>
                  <a:lnTo>
                    <a:pt x="196875" y="202133"/>
                  </a:lnTo>
                  <a:lnTo>
                    <a:pt x="191223" y="205689"/>
                  </a:lnTo>
                  <a:lnTo>
                    <a:pt x="197116" y="204482"/>
                  </a:lnTo>
                  <a:close/>
                </a:path>
                <a:path w="3413760" h="295909">
                  <a:moveTo>
                    <a:pt x="197116" y="123634"/>
                  </a:moveTo>
                  <a:lnTo>
                    <a:pt x="196875" y="121285"/>
                  </a:lnTo>
                  <a:lnTo>
                    <a:pt x="191223" y="124841"/>
                  </a:lnTo>
                  <a:lnTo>
                    <a:pt x="197116" y="123634"/>
                  </a:lnTo>
                  <a:close/>
                </a:path>
                <a:path w="3413760" h="295909">
                  <a:moveTo>
                    <a:pt x="197116" y="42773"/>
                  </a:moveTo>
                  <a:lnTo>
                    <a:pt x="196875" y="40424"/>
                  </a:lnTo>
                  <a:lnTo>
                    <a:pt x="191223" y="43980"/>
                  </a:lnTo>
                  <a:lnTo>
                    <a:pt x="197116" y="42773"/>
                  </a:lnTo>
                  <a:close/>
                </a:path>
                <a:path w="3413760" h="295909">
                  <a:moveTo>
                    <a:pt x="201333" y="273761"/>
                  </a:moveTo>
                  <a:lnTo>
                    <a:pt x="200228" y="265595"/>
                  </a:lnTo>
                  <a:lnTo>
                    <a:pt x="198170" y="265595"/>
                  </a:lnTo>
                  <a:lnTo>
                    <a:pt x="201333" y="273761"/>
                  </a:lnTo>
                  <a:close/>
                </a:path>
                <a:path w="3413760" h="295909">
                  <a:moveTo>
                    <a:pt x="201333" y="192925"/>
                  </a:moveTo>
                  <a:lnTo>
                    <a:pt x="200228" y="184746"/>
                  </a:lnTo>
                  <a:lnTo>
                    <a:pt x="198170" y="184746"/>
                  </a:lnTo>
                  <a:lnTo>
                    <a:pt x="201333" y="192925"/>
                  </a:lnTo>
                  <a:close/>
                </a:path>
                <a:path w="3413760" h="295909">
                  <a:moveTo>
                    <a:pt x="201333" y="112064"/>
                  </a:moveTo>
                  <a:lnTo>
                    <a:pt x="200228" y="103898"/>
                  </a:lnTo>
                  <a:lnTo>
                    <a:pt x="198170" y="103898"/>
                  </a:lnTo>
                  <a:lnTo>
                    <a:pt x="201333" y="112064"/>
                  </a:lnTo>
                  <a:close/>
                </a:path>
                <a:path w="3413760" h="295909">
                  <a:moveTo>
                    <a:pt x="201333" y="31216"/>
                  </a:moveTo>
                  <a:lnTo>
                    <a:pt x="200228" y="23037"/>
                  </a:lnTo>
                  <a:lnTo>
                    <a:pt x="198170" y="23037"/>
                  </a:lnTo>
                  <a:lnTo>
                    <a:pt x="201333" y="31216"/>
                  </a:lnTo>
                  <a:close/>
                </a:path>
                <a:path w="3413760" h="295909">
                  <a:moveTo>
                    <a:pt x="206743" y="293979"/>
                  </a:moveTo>
                  <a:lnTo>
                    <a:pt x="202374" y="293014"/>
                  </a:lnTo>
                  <a:lnTo>
                    <a:pt x="202133" y="295351"/>
                  </a:lnTo>
                  <a:lnTo>
                    <a:pt x="206743" y="293979"/>
                  </a:lnTo>
                  <a:close/>
                </a:path>
                <a:path w="3413760" h="295909">
                  <a:moveTo>
                    <a:pt x="206743" y="213131"/>
                  </a:moveTo>
                  <a:lnTo>
                    <a:pt x="202374" y="212166"/>
                  </a:lnTo>
                  <a:lnTo>
                    <a:pt x="202133" y="214503"/>
                  </a:lnTo>
                  <a:lnTo>
                    <a:pt x="206743" y="213131"/>
                  </a:lnTo>
                  <a:close/>
                </a:path>
                <a:path w="3413760" h="295909">
                  <a:moveTo>
                    <a:pt x="206743" y="132283"/>
                  </a:moveTo>
                  <a:lnTo>
                    <a:pt x="202374" y="131318"/>
                  </a:lnTo>
                  <a:lnTo>
                    <a:pt x="202133" y="133654"/>
                  </a:lnTo>
                  <a:lnTo>
                    <a:pt x="206743" y="132283"/>
                  </a:lnTo>
                  <a:close/>
                </a:path>
                <a:path w="3413760" h="295909">
                  <a:moveTo>
                    <a:pt x="206743" y="51422"/>
                  </a:moveTo>
                  <a:lnTo>
                    <a:pt x="202374" y="50457"/>
                  </a:lnTo>
                  <a:lnTo>
                    <a:pt x="202133" y="52806"/>
                  </a:lnTo>
                  <a:lnTo>
                    <a:pt x="206743" y="51422"/>
                  </a:lnTo>
                  <a:close/>
                </a:path>
                <a:path w="3413760" h="295909">
                  <a:moveTo>
                    <a:pt x="209816" y="284353"/>
                  </a:moveTo>
                  <a:lnTo>
                    <a:pt x="206667" y="283464"/>
                  </a:lnTo>
                  <a:lnTo>
                    <a:pt x="203187" y="285330"/>
                  </a:lnTo>
                  <a:lnTo>
                    <a:pt x="209816" y="284353"/>
                  </a:lnTo>
                  <a:close/>
                </a:path>
                <a:path w="3413760" h="295909">
                  <a:moveTo>
                    <a:pt x="209816" y="203504"/>
                  </a:moveTo>
                  <a:lnTo>
                    <a:pt x="206667" y="202615"/>
                  </a:lnTo>
                  <a:lnTo>
                    <a:pt x="203187" y="204482"/>
                  </a:lnTo>
                  <a:lnTo>
                    <a:pt x="209816" y="203504"/>
                  </a:lnTo>
                  <a:close/>
                </a:path>
                <a:path w="3413760" h="295909">
                  <a:moveTo>
                    <a:pt x="209816" y="122656"/>
                  </a:moveTo>
                  <a:lnTo>
                    <a:pt x="206667" y="121767"/>
                  </a:lnTo>
                  <a:lnTo>
                    <a:pt x="203187" y="123634"/>
                  </a:lnTo>
                  <a:lnTo>
                    <a:pt x="209816" y="122656"/>
                  </a:lnTo>
                  <a:close/>
                </a:path>
                <a:path w="3413760" h="295909">
                  <a:moveTo>
                    <a:pt x="209816" y="41795"/>
                  </a:moveTo>
                  <a:lnTo>
                    <a:pt x="206667" y="40906"/>
                  </a:lnTo>
                  <a:lnTo>
                    <a:pt x="203187" y="42773"/>
                  </a:lnTo>
                  <a:lnTo>
                    <a:pt x="209816" y="41795"/>
                  </a:lnTo>
                  <a:close/>
                </a:path>
                <a:path w="3413760" h="295909">
                  <a:moveTo>
                    <a:pt x="221449" y="233349"/>
                  </a:moveTo>
                  <a:lnTo>
                    <a:pt x="221018" y="229463"/>
                  </a:lnTo>
                  <a:lnTo>
                    <a:pt x="218706" y="229463"/>
                  </a:lnTo>
                  <a:lnTo>
                    <a:pt x="221449" y="233349"/>
                  </a:lnTo>
                  <a:close/>
                </a:path>
                <a:path w="3413760" h="295909">
                  <a:moveTo>
                    <a:pt x="221449" y="152501"/>
                  </a:moveTo>
                  <a:lnTo>
                    <a:pt x="221018" y="148615"/>
                  </a:lnTo>
                  <a:lnTo>
                    <a:pt x="218706" y="148615"/>
                  </a:lnTo>
                  <a:lnTo>
                    <a:pt x="221449" y="152501"/>
                  </a:lnTo>
                  <a:close/>
                </a:path>
                <a:path w="3413760" h="295909">
                  <a:moveTo>
                    <a:pt x="221449" y="71640"/>
                  </a:moveTo>
                  <a:lnTo>
                    <a:pt x="221018" y="67754"/>
                  </a:lnTo>
                  <a:lnTo>
                    <a:pt x="218706" y="67754"/>
                  </a:lnTo>
                  <a:lnTo>
                    <a:pt x="221449" y="71640"/>
                  </a:lnTo>
                  <a:close/>
                </a:path>
                <a:path w="3413760" h="295909">
                  <a:moveTo>
                    <a:pt x="237540" y="244906"/>
                  </a:moveTo>
                  <a:lnTo>
                    <a:pt x="237312" y="242557"/>
                  </a:lnTo>
                  <a:lnTo>
                    <a:pt x="231648" y="246113"/>
                  </a:lnTo>
                  <a:lnTo>
                    <a:pt x="237540" y="244906"/>
                  </a:lnTo>
                  <a:close/>
                </a:path>
                <a:path w="3413760" h="295909">
                  <a:moveTo>
                    <a:pt x="237540" y="164058"/>
                  </a:moveTo>
                  <a:lnTo>
                    <a:pt x="237312" y="161709"/>
                  </a:lnTo>
                  <a:lnTo>
                    <a:pt x="231648" y="165265"/>
                  </a:lnTo>
                  <a:lnTo>
                    <a:pt x="237540" y="164058"/>
                  </a:lnTo>
                  <a:close/>
                </a:path>
                <a:path w="3413760" h="295909">
                  <a:moveTo>
                    <a:pt x="237540" y="83210"/>
                  </a:moveTo>
                  <a:lnTo>
                    <a:pt x="237312" y="80873"/>
                  </a:lnTo>
                  <a:lnTo>
                    <a:pt x="231648" y="84416"/>
                  </a:lnTo>
                  <a:lnTo>
                    <a:pt x="237540" y="83210"/>
                  </a:lnTo>
                  <a:close/>
                </a:path>
                <a:path w="3413760" h="295909">
                  <a:moveTo>
                    <a:pt x="237540" y="2349"/>
                  </a:moveTo>
                  <a:lnTo>
                    <a:pt x="237312" y="0"/>
                  </a:lnTo>
                  <a:lnTo>
                    <a:pt x="231648" y="3556"/>
                  </a:lnTo>
                  <a:lnTo>
                    <a:pt x="237540" y="2349"/>
                  </a:lnTo>
                  <a:close/>
                </a:path>
                <a:path w="3413760" h="295909">
                  <a:moveTo>
                    <a:pt x="238353" y="252577"/>
                  </a:moveTo>
                  <a:lnTo>
                    <a:pt x="233984" y="253555"/>
                  </a:lnTo>
                  <a:lnTo>
                    <a:pt x="234721" y="255739"/>
                  </a:lnTo>
                  <a:lnTo>
                    <a:pt x="238353" y="252577"/>
                  </a:lnTo>
                  <a:close/>
                </a:path>
                <a:path w="3413760" h="295909">
                  <a:moveTo>
                    <a:pt x="238353" y="171742"/>
                  </a:moveTo>
                  <a:lnTo>
                    <a:pt x="233984" y="172707"/>
                  </a:lnTo>
                  <a:lnTo>
                    <a:pt x="234721" y="174891"/>
                  </a:lnTo>
                  <a:lnTo>
                    <a:pt x="238353" y="171742"/>
                  </a:lnTo>
                  <a:close/>
                </a:path>
                <a:path w="3413760" h="295909">
                  <a:moveTo>
                    <a:pt x="238353" y="90881"/>
                  </a:moveTo>
                  <a:lnTo>
                    <a:pt x="233984" y="91859"/>
                  </a:lnTo>
                  <a:lnTo>
                    <a:pt x="234721" y="94043"/>
                  </a:lnTo>
                  <a:lnTo>
                    <a:pt x="238353" y="90881"/>
                  </a:lnTo>
                  <a:close/>
                </a:path>
                <a:path w="3413760" h="295909">
                  <a:moveTo>
                    <a:pt x="238353" y="10033"/>
                  </a:moveTo>
                  <a:lnTo>
                    <a:pt x="233984" y="10998"/>
                  </a:lnTo>
                  <a:lnTo>
                    <a:pt x="234721" y="13182"/>
                  </a:lnTo>
                  <a:lnTo>
                    <a:pt x="238353" y="10033"/>
                  </a:lnTo>
                  <a:close/>
                </a:path>
                <a:path w="3413760" h="295909">
                  <a:moveTo>
                    <a:pt x="247167" y="253555"/>
                  </a:moveTo>
                  <a:lnTo>
                    <a:pt x="242557" y="254927"/>
                  </a:lnTo>
                  <a:lnTo>
                    <a:pt x="246443" y="255739"/>
                  </a:lnTo>
                  <a:lnTo>
                    <a:pt x="247167" y="253555"/>
                  </a:lnTo>
                  <a:close/>
                </a:path>
                <a:path w="3413760" h="295909">
                  <a:moveTo>
                    <a:pt x="247167" y="172707"/>
                  </a:moveTo>
                  <a:lnTo>
                    <a:pt x="242557" y="174078"/>
                  </a:lnTo>
                  <a:lnTo>
                    <a:pt x="246443" y="174891"/>
                  </a:lnTo>
                  <a:lnTo>
                    <a:pt x="247167" y="172707"/>
                  </a:lnTo>
                  <a:close/>
                </a:path>
                <a:path w="3413760" h="295909">
                  <a:moveTo>
                    <a:pt x="247167" y="91859"/>
                  </a:moveTo>
                  <a:lnTo>
                    <a:pt x="242557" y="93230"/>
                  </a:lnTo>
                  <a:lnTo>
                    <a:pt x="246443" y="94043"/>
                  </a:lnTo>
                  <a:lnTo>
                    <a:pt x="247167" y="91859"/>
                  </a:lnTo>
                  <a:close/>
                </a:path>
                <a:path w="3413760" h="295909">
                  <a:moveTo>
                    <a:pt x="247167" y="10998"/>
                  </a:moveTo>
                  <a:lnTo>
                    <a:pt x="242557" y="12369"/>
                  </a:lnTo>
                  <a:lnTo>
                    <a:pt x="246443" y="13182"/>
                  </a:lnTo>
                  <a:lnTo>
                    <a:pt x="247167" y="10998"/>
                  </a:lnTo>
                  <a:close/>
                </a:path>
                <a:path w="3413760" h="295909">
                  <a:moveTo>
                    <a:pt x="250240" y="243928"/>
                  </a:moveTo>
                  <a:lnTo>
                    <a:pt x="247078" y="243039"/>
                  </a:lnTo>
                  <a:lnTo>
                    <a:pt x="243611" y="244906"/>
                  </a:lnTo>
                  <a:lnTo>
                    <a:pt x="250240" y="243928"/>
                  </a:lnTo>
                  <a:close/>
                </a:path>
                <a:path w="3413760" h="295909">
                  <a:moveTo>
                    <a:pt x="250240" y="163080"/>
                  </a:moveTo>
                  <a:lnTo>
                    <a:pt x="247078" y="162204"/>
                  </a:lnTo>
                  <a:lnTo>
                    <a:pt x="243611" y="164058"/>
                  </a:lnTo>
                  <a:lnTo>
                    <a:pt x="250240" y="163080"/>
                  </a:lnTo>
                  <a:close/>
                </a:path>
                <a:path w="3413760" h="295909">
                  <a:moveTo>
                    <a:pt x="250240" y="82232"/>
                  </a:moveTo>
                  <a:lnTo>
                    <a:pt x="247078" y="81343"/>
                  </a:lnTo>
                  <a:lnTo>
                    <a:pt x="243611" y="83210"/>
                  </a:lnTo>
                  <a:lnTo>
                    <a:pt x="250240" y="82232"/>
                  </a:lnTo>
                  <a:close/>
                </a:path>
                <a:path w="3413760" h="295909">
                  <a:moveTo>
                    <a:pt x="250240" y="1371"/>
                  </a:moveTo>
                  <a:lnTo>
                    <a:pt x="247078" y="482"/>
                  </a:lnTo>
                  <a:lnTo>
                    <a:pt x="243611" y="2349"/>
                  </a:lnTo>
                  <a:lnTo>
                    <a:pt x="250240" y="1371"/>
                  </a:lnTo>
                  <a:close/>
                </a:path>
                <a:path w="3413760" h="295909">
                  <a:moveTo>
                    <a:pt x="250317" y="233349"/>
                  </a:moveTo>
                  <a:lnTo>
                    <a:pt x="250240" y="226872"/>
                  </a:lnTo>
                  <a:lnTo>
                    <a:pt x="249758" y="230035"/>
                  </a:lnTo>
                  <a:lnTo>
                    <a:pt x="250317" y="233349"/>
                  </a:lnTo>
                  <a:close/>
                </a:path>
                <a:path w="3413760" h="295909">
                  <a:moveTo>
                    <a:pt x="250317" y="152501"/>
                  </a:moveTo>
                  <a:lnTo>
                    <a:pt x="250240" y="146024"/>
                  </a:lnTo>
                  <a:lnTo>
                    <a:pt x="249758" y="149186"/>
                  </a:lnTo>
                  <a:lnTo>
                    <a:pt x="250317" y="152501"/>
                  </a:lnTo>
                  <a:close/>
                </a:path>
                <a:path w="3413760" h="295909">
                  <a:moveTo>
                    <a:pt x="250317" y="71640"/>
                  </a:moveTo>
                  <a:lnTo>
                    <a:pt x="250240" y="65163"/>
                  </a:lnTo>
                  <a:lnTo>
                    <a:pt x="249758" y="68313"/>
                  </a:lnTo>
                  <a:lnTo>
                    <a:pt x="250317" y="71640"/>
                  </a:lnTo>
                  <a:close/>
                </a:path>
                <a:path w="3413760" h="295909">
                  <a:moveTo>
                    <a:pt x="260019" y="265201"/>
                  </a:moveTo>
                  <a:lnTo>
                    <a:pt x="257848" y="261315"/>
                  </a:lnTo>
                  <a:lnTo>
                    <a:pt x="255892" y="262610"/>
                  </a:lnTo>
                  <a:lnTo>
                    <a:pt x="260019" y="265201"/>
                  </a:lnTo>
                  <a:close/>
                </a:path>
                <a:path w="3413760" h="295909">
                  <a:moveTo>
                    <a:pt x="260019" y="184353"/>
                  </a:moveTo>
                  <a:lnTo>
                    <a:pt x="257848" y="180467"/>
                  </a:lnTo>
                  <a:lnTo>
                    <a:pt x="255892" y="181762"/>
                  </a:lnTo>
                  <a:lnTo>
                    <a:pt x="260019" y="184353"/>
                  </a:lnTo>
                  <a:close/>
                </a:path>
                <a:path w="3413760" h="295909">
                  <a:moveTo>
                    <a:pt x="260019" y="103505"/>
                  </a:moveTo>
                  <a:lnTo>
                    <a:pt x="257848" y="99618"/>
                  </a:lnTo>
                  <a:lnTo>
                    <a:pt x="255892" y="100914"/>
                  </a:lnTo>
                  <a:lnTo>
                    <a:pt x="260019" y="103505"/>
                  </a:lnTo>
                  <a:close/>
                </a:path>
                <a:path w="3413760" h="295909">
                  <a:moveTo>
                    <a:pt x="260019" y="22644"/>
                  </a:moveTo>
                  <a:lnTo>
                    <a:pt x="257848" y="18757"/>
                  </a:lnTo>
                  <a:lnTo>
                    <a:pt x="255892" y="20053"/>
                  </a:lnTo>
                  <a:lnTo>
                    <a:pt x="260019" y="22644"/>
                  </a:lnTo>
                  <a:close/>
                </a:path>
                <a:path w="3413760" h="295909">
                  <a:moveTo>
                    <a:pt x="277964" y="285330"/>
                  </a:moveTo>
                  <a:lnTo>
                    <a:pt x="277736" y="282981"/>
                  </a:lnTo>
                  <a:lnTo>
                    <a:pt x="272072" y="286537"/>
                  </a:lnTo>
                  <a:lnTo>
                    <a:pt x="277964" y="285330"/>
                  </a:lnTo>
                  <a:close/>
                </a:path>
                <a:path w="3413760" h="295909">
                  <a:moveTo>
                    <a:pt x="277964" y="204482"/>
                  </a:moveTo>
                  <a:lnTo>
                    <a:pt x="277736" y="202133"/>
                  </a:lnTo>
                  <a:lnTo>
                    <a:pt x="272072" y="205689"/>
                  </a:lnTo>
                  <a:lnTo>
                    <a:pt x="277964" y="204482"/>
                  </a:lnTo>
                  <a:close/>
                </a:path>
                <a:path w="3413760" h="295909">
                  <a:moveTo>
                    <a:pt x="277964" y="123634"/>
                  </a:moveTo>
                  <a:lnTo>
                    <a:pt x="277736" y="121285"/>
                  </a:lnTo>
                  <a:lnTo>
                    <a:pt x="272072" y="124841"/>
                  </a:lnTo>
                  <a:lnTo>
                    <a:pt x="277964" y="123634"/>
                  </a:lnTo>
                  <a:close/>
                </a:path>
                <a:path w="3413760" h="295909">
                  <a:moveTo>
                    <a:pt x="277964" y="42773"/>
                  </a:moveTo>
                  <a:lnTo>
                    <a:pt x="277736" y="40424"/>
                  </a:lnTo>
                  <a:lnTo>
                    <a:pt x="272072" y="43980"/>
                  </a:lnTo>
                  <a:lnTo>
                    <a:pt x="277964" y="42773"/>
                  </a:lnTo>
                  <a:close/>
                </a:path>
                <a:path w="3413760" h="295909">
                  <a:moveTo>
                    <a:pt x="282168" y="273761"/>
                  </a:moveTo>
                  <a:lnTo>
                    <a:pt x="281089" y="265595"/>
                  </a:lnTo>
                  <a:lnTo>
                    <a:pt x="279019" y="265595"/>
                  </a:lnTo>
                  <a:lnTo>
                    <a:pt x="282168" y="273761"/>
                  </a:lnTo>
                  <a:close/>
                </a:path>
                <a:path w="3413760" h="295909">
                  <a:moveTo>
                    <a:pt x="282168" y="192925"/>
                  </a:moveTo>
                  <a:lnTo>
                    <a:pt x="281089" y="184746"/>
                  </a:lnTo>
                  <a:lnTo>
                    <a:pt x="279019" y="184746"/>
                  </a:lnTo>
                  <a:lnTo>
                    <a:pt x="282168" y="192925"/>
                  </a:lnTo>
                  <a:close/>
                </a:path>
                <a:path w="3413760" h="295909">
                  <a:moveTo>
                    <a:pt x="282168" y="112064"/>
                  </a:moveTo>
                  <a:lnTo>
                    <a:pt x="281089" y="103898"/>
                  </a:lnTo>
                  <a:lnTo>
                    <a:pt x="279019" y="103898"/>
                  </a:lnTo>
                  <a:lnTo>
                    <a:pt x="282168" y="112064"/>
                  </a:lnTo>
                  <a:close/>
                </a:path>
                <a:path w="3413760" h="295909">
                  <a:moveTo>
                    <a:pt x="282168" y="31216"/>
                  </a:moveTo>
                  <a:lnTo>
                    <a:pt x="281089" y="23037"/>
                  </a:lnTo>
                  <a:lnTo>
                    <a:pt x="279019" y="23037"/>
                  </a:lnTo>
                  <a:lnTo>
                    <a:pt x="282168" y="31216"/>
                  </a:lnTo>
                  <a:close/>
                </a:path>
                <a:path w="3413760" h="295909">
                  <a:moveTo>
                    <a:pt x="287591" y="293979"/>
                  </a:moveTo>
                  <a:lnTo>
                    <a:pt x="283235" y="293014"/>
                  </a:lnTo>
                  <a:lnTo>
                    <a:pt x="282981" y="295351"/>
                  </a:lnTo>
                  <a:lnTo>
                    <a:pt x="287591" y="293979"/>
                  </a:lnTo>
                  <a:close/>
                </a:path>
                <a:path w="3413760" h="295909">
                  <a:moveTo>
                    <a:pt x="287591" y="213131"/>
                  </a:moveTo>
                  <a:lnTo>
                    <a:pt x="283235" y="212166"/>
                  </a:lnTo>
                  <a:lnTo>
                    <a:pt x="282981" y="214503"/>
                  </a:lnTo>
                  <a:lnTo>
                    <a:pt x="287591" y="213131"/>
                  </a:lnTo>
                  <a:close/>
                </a:path>
                <a:path w="3413760" h="295909">
                  <a:moveTo>
                    <a:pt x="287591" y="132283"/>
                  </a:moveTo>
                  <a:lnTo>
                    <a:pt x="283235" y="131318"/>
                  </a:lnTo>
                  <a:lnTo>
                    <a:pt x="282981" y="133654"/>
                  </a:lnTo>
                  <a:lnTo>
                    <a:pt x="287591" y="132283"/>
                  </a:lnTo>
                  <a:close/>
                </a:path>
                <a:path w="3413760" h="295909">
                  <a:moveTo>
                    <a:pt x="287591" y="51422"/>
                  </a:moveTo>
                  <a:lnTo>
                    <a:pt x="283235" y="50457"/>
                  </a:lnTo>
                  <a:lnTo>
                    <a:pt x="282981" y="52806"/>
                  </a:lnTo>
                  <a:lnTo>
                    <a:pt x="287591" y="51422"/>
                  </a:lnTo>
                  <a:close/>
                </a:path>
                <a:path w="3413760" h="295909">
                  <a:moveTo>
                    <a:pt x="290664" y="284353"/>
                  </a:moveTo>
                  <a:lnTo>
                    <a:pt x="287502" y="283464"/>
                  </a:lnTo>
                  <a:lnTo>
                    <a:pt x="284035" y="285330"/>
                  </a:lnTo>
                  <a:lnTo>
                    <a:pt x="290664" y="284353"/>
                  </a:lnTo>
                  <a:close/>
                </a:path>
                <a:path w="3413760" h="295909">
                  <a:moveTo>
                    <a:pt x="290664" y="203504"/>
                  </a:moveTo>
                  <a:lnTo>
                    <a:pt x="287502" y="202615"/>
                  </a:lnTo>
                  <a:lnTo>
                    <a:pt x="284035" y="204482"/>
                  </a:lnTo>
                  <a:lnTo>
                    <a:pt x="290664" y="203504"/>
                  </a:lnTo>
                  <a:close/>
                </a:path>
                <a:path w="3413760" h="295909">
                  <a:moveTo>
                    <a:pt x="290664" y="122656"/>
                  </a:moveTo>
                  <a:lnTo>
                    <a:pt x="287502" y="121767"/>
                  </a:lnTo>
                  <a:lnTo>
                    <a:pt x="284035" y="123634"/>
                  </a:lnTo>
                  <a:lnTo>
                    <a:pt x="290664" y="122656"/>
                  </a:lnTo>
                  <a:close/>
                </a:path>
                <a:path w="3413760" h="295909">
                  <a:moveTo>
                    <a:pt x="290664" y="41795"/>
                  </a:moveTo>
                  <a:lnTo>
                    <a:pt x="287502" y="40906"/>
                  </a:lnTo>
                  <a:lnTo>
                    <a:pt x="284035" y="42773"/>
                  </a:lnTo>
                  <a:lnTo>
                    <a:pt x="290664" y="41795"/>
                  </a:lnTo>
                  <a:close/>
                </a:path>
                <a:path w="3413760" h="295909">
                  <a:moveTo>
                    <a:pt x="302310" y="233349"/>
                  </a:moveTo>
                  <a:lnTo>
                    <a:pt x="301866" y="229463"/>
                  </a:lnTo>
                  <a:lnTo>
                    <a:pt x="299554" y="229463"/>
                  </a:lnTo>
                  <a:lnTo>
                    <a:pt x="302310" y="233349"/>
                  </a:lnTo>
                  <a:close/>
                </a:path>
                <a:path w="3413760" h="295909">
                  <a:moveTo>
                    <a:pt x="302310" y="152501"/>
                  </a:moveTo>
                  <a:lnTo>
                    <a:pt x="301866" y="148615"/>
                  </a:lnTo>
                  <a:lnTo>
                    <a:pt x="299554" y="148615"/>
                  </a:lnTo>
                  <a:lnTo>
                    <a:pt x="302310" y="152501"/>
                  </a:lnTo>
                  <a:close/>
                </a:path>
                <a:path w="3413760" h="295909">
                  <a:moveTo>
                    <a:pt x="302310" y="71640"/>
                  </a:moveTo>
                  <a:lnTo>
                    <a:pt x="301866" y="67754"/>
                  </a:lnTo>
                  <a:lnTo>
                    <a:pt x="299554" y="67754"/>
                  </a:lnTo>
                  <a:lnTo>
                    <a:pt x="302310" y="71640"/>
                  </a:lnTo>
                  <a:close/>
                </a:path>
                <a:path w="3413760" h="295909">
                  <a:moveTo>
                    <a:pt x="318401" y="244906"/>
                  </a:moveTo>
                  <a:lnTo>
                    <a:pt x="318160" y="242557"/>
                  </a:lnTo>
                  <a:lnTo>
                    <a:pt x="312496" y="246113"/>
                  </a:lnTo>
                  <a:lnTo>
                    <a:pt x="318401" y="244906"/>
                  </a:lnTo>
                  <a:close/>
                </a:path>
                <a:path w="3413760" h="295909">
                  <a:moveTo>
                    <a:pt x="318401" y="164058"/>
                  </a:moveTo>
                  <a:lnTo>
                    <a:pt x="318160" y="161709"/>
                  </a:lnTo>
                  <a:lnTo>
                    <a:pt x="312496" y="165265"/>
                  </a:lnTo>
                  <a:lnTo>
                    <a:pt x="318401" y="164058"/>
                  </a:lnTo>
                  <a:close/>
                </a:path>
                <a:path w="3413760" h="295909">
                  <a:moveTo>
                    <a:pt x="318401" y="83210"/>
                  </a:moveTo>
                  <a:lnTo>
                    <a:pt x="318160" y="80873"/>
                  </a:lnTo>
                  <a:lnTo>
                    <a:pt x="312496" y="84416"/>
                  </a:lnTo>
                  <a:lnTo>
                    <a:pt x="318401" y="83210"/>
                  </a:lnTo>
                  <a:close/>
                </a:path>
                <a:path w="3413760" h="295909">
                  <a:moveTo>
                    <a:pt x="318401" y="2349"/>
                  </a:moveTo>
                  <a:lnTo>
                    <a:pt x="318160" y="0"/>
                  </a:lnTo>
                  <a:lnTo>
                    <a:pt x="312496" y="3556"/>
                  </a:lnTo>
                  <a:lnTo>
                    <a:pt x="318401" y="2349"/>
                  </a:lnTo>
                  <a:close/>
                </a:path>
                <a:path w="3413760" h="295909">
                  <a:moveTo>
                    <a:pt x="319214" y="252577"/>
                  </a:moveTo>
                  <a:lnTo>
                    <a:pt x="314845" y="253555"/>
                  </a:lnTo>
                  <a:lnTo>
                    <a:pt x="315569" y="255739"/>
                  </a:lnTo>
                  <a:lnTo>
                    <a:pt x="319214" y="252577"/>
                  </a:lnTo>
                  <a:close/>
                </a:path>
                <a:path w="3413760" h="295909">
                  <a:moveTo>
                    <a:pt x="319214" y="171742"/>
                  </a:moveTo>
                  <a:lnTo>
                    <a:pt x="314845" y="172707"/>
                  </a:lnTo>
                  <a:lnTo>
                    <a:pt x="315569" y="174891"/>
                  </a:lnTo>
                  <a:lnTo>
                    <a:pt x="319214" y="171742"/>
                  </a:lnTo>
                  <a:close/>
                </a:path>
                <a:path w="3413760" h="295909">
                  <a:moveTo>
                    <a:pt x="319214" y="90881"/>
                  </a:moveTo>
                  <a:lnTo>
                    <a:pt x="314845" y="91859"/>
                  </a:lnTo>
                  <a:lnTo>
                    <a:pt x="315569" y="94043"/>
                  </a:lnTo>
                  <a:lnTo>
                    <a:pt x="319214" y="90881"/>
                  </a:lnTo>
                  <a:close/>
                </a:path>
                <a:path w="3413760" h="295909">
                  <a:moveTo>
                    <a:pt x="319214" y="10033"/>
                  </a:moveTo>
                  <a:lnTo>
                    <a:pt x="314845" y="10998"/>
                  </a:lnTo>
                  <a:lnTo>
                    <a:pt x="315569" y="13182"/>
                  </a:lnTo>
                  <a:lnTo>
                    <a:pt x="319214" y="10033"/>
                  </a:lnTo>
                  <a:close/>
                </a:path>
                <a:path w="3413760" h="295909">
                  <a:moveTo>
                    <a:pt x="328028" y="253555"/>
                  </a:moveTo>
                  <a:lnTo>
                    <a:pt x="323405" y="254927"/>
                  </a:lnTo>
                  <a:lnTo>
                    <a:pt x="327291" y="255739"/>
                  </a:lnTo>
                  <a:lnTo>
                    <a:pt x="328028" y="253555"/>
                  </a:lnTo>
                  <a:close/>
                </a:path>
                <a:path w="3413760" h="295909">
                  <a:moveTo>
                    <a:pt x="328028" y="172707"/>
                  </a:moveTo>
                  <a:lnTo>
                    <a:pt x="323405" y="174078"/>
                  </a:lnTo>
                  <a:lnTo>
                    <a:pt x="327291" y="174891"/>
                  </a:lnTo>
                  <a:lnTo>
                    <a:pt x="328028" y="172707"/>
                  </a:lnTo>
                  <a:close/>
                </a:path>
                <a:path w="3413760" h="295909">
                  <a:moveTo>
                    <a:pt x="328028" y="91859"/>
                  </a:moveTo>
                  <a:lnTo>
                    <a:pt x="323405" y="93230"/>
                  </a:lnTo>
                  <a:lnTo>
                    <a:pt x="327291" y="94043"/>
                  </a:lnTo>
                  <a:lnTo>
                    <a:pt x="328028" y="91859"/>
                  </a:lnTo>
                  <a:close/>
                </a:path>
                <a:path w="3413760" h="295909">
                  <a:moveTo>
                    <a:pt x="328028" y="10998"/>
                  </a:moveTo>
                  <a:lnTo>
                    <a:pt x="323405" y="12369"/>
                  </a:lnTo>
                  <a:lnTo>
                    <a:pt x="327291" y="13182"/>
                  </a:lnTo>
                  <a:lnTo>
                    <a:pt x="328028" y="10998"/>
                  </a:lnTo>
                  <a:close/>
                </a:path>
                <a:path w="3413760" h="295909">
                  <a:moveTo>
                    <a:pt x="331101" y="243928"/>
                  </a:moveTo>
                  <a:lnTo>
                    <a:pt x="327952" y="243039"/>
                  </a:lnTo>
                  <a:lnTo>
                    <a:pt x="324459" y="244906"/>
                  </a:lnTo>
                  <a:lnTo>
                    <a:pt x="331101" y="243928"/>
                  </a:lnTo>
                  <a:close/>
                </a:path>
                <a:path w="3413760" h="295909">
                  <a:moveTo>
                    <a:pt x="331101" y="163080"/>
                  </a:moveTo>
                  <a:lnTo>
                    <a:pt x="327952" y="162204"/>
                  </a:lnTo>
                  <a:lnTo>
                    <a:pt x="324459" y="164058"/>
                  </a:lnTo>
                  <a:lnTo>
                    <a:pt x="331101" y="163080"/>
                  </a:lnTo>
                  <a:close/>
                </a:path>
                <a:path w="3413760" h="295909">
                  <a:moveTo>
                    <a:pt x="331101" y="82232"/>
                  </a:moveTo>
                  <a:lnTo>
                    <a:pt x="327952" y="81343"/>
                  </a:lnTo>
                  <a:lnTo>
                    <a:pt x="324459" y="83210"/>
                  </a:lnTo>
                  <a:lnTo>
                    <a:pt x="331101" y="82232"/>
                  </a:lnTo>
                  <a:close/>
                </a:path>
                <a:path w="3413760" h="295909">
                  <a:moveTo>
                    <a:pt x="331101" y="1371"/>
                  </a:moveTo>
                  <a:lnTo>
                    <a:pt x="327952" y="482"/>
                  </a:lnTo>
                  <a:lnTo>
                    <a:pt x="324459" y="2349"/>
                  </a:lnTo>
                  <a:lnTo>
                    <a:pt x="331101" y="1371"/>
                  </a:lnTo>
                  <a:close/>
                </a:path>
                <a:path w="3413760" h="295909">
                  <a:moveTo>
                    <a:pt x="331165" y="233349"/>
                  </a:moveTo>
                  <a:lnTo>
                    <a:pt x="331101" y="226872"/>
                  </a:lnTo>
                  <a:lnTo>
                    <a:pt x="330606" y="230035"/>
                  </a:lnTo>
                  <a:lnTo>
                    <a:pt x="331165" y="233349"/>
                  </a:lnTo>
                  <a:close/>
                </a:path>
                <a:path w="3413760" h="295909">
                  <a:moveTo>
                    <a:pt x="331165" y="152501"/>
                  </a:moveTo>
                  <a:lnTo>
                    <a:pt x="331101" y="146024"/>
                  </a:lnTo>
                  <a:lnTo>
                    <a:pt x="330606" y="149186"/>
                  </a:lnTo>
                  <a:lnTo>
                    <a:pt x="331165" y="152501"/>
                  </a:lnTo>
                  <a:close/>
                </a:path>
                <a:path w="3413760" h="295909">
                  <a:moveTo>
                    <a:pt x="331165" y="71640"/>
                  </a:moveTo>
                  <a:lnTo>
                    <a:pt x="331101" y="65163"/>
                  </a:lnTo>
                  <a:lnTo>
                    <a:pt x="330606" y="68313"/>
                  </a:lnTo>
                  <a:lnTo>
                    <a:pt x="331165" y="71640"/>
                  </a:lnTo>
                  <a:close/>
                </a:path>
                <a:path w="3413760" h="295909">
                  <a:moveTo>
                    <a:pt x="340868" y="265201"/>
                  </a:moveTo>
                  <a:lnTo>
                    <a:pt x="338696" y="261315"/>
                  </a:lnTo>
                  <a:lnTo>
                    <a:pt x="336765" y="262610"/>
                  </a:lnTo>
                  <a:lnTo>
                    <a:pt x="340868" y="265201"/>
                  </a:lnTo>
                  <a:close/>
                </a:path>
                <a:path w="3413760" h="295909">
                  <a:moveTo>
                    <a:pt x="340868" y="184353"/>
                  </a:moveTo>
                  <a:lnTo>
                    <a:pt x="338696" y="180467"/>
                  </a:lnTo>
                  <a:lnTo>
                    <a:pt x="336765" y="181762"/>
                  </a:lnTo>
                  <a:lnTo>
                    <a:pt x="340868" y="184353"/>
                  </a:lnTo>
                  <a:close/>
                </a:path>
                <a:path w="3413760" h="295909">
                  <a:moveTo>
                    <a:pt x="340868" y="103505"/>
                  </a:moveTo>
                  <a:lnTo>
                    <a:pt x="338696" y="99618"/>
                  </a:lnTo>
                  <a:lnTo>
                    <a:pt x="336765" y="100914"/>
                  </a:lnTo>
                  <a:lnTo>
                    <a:pt x="340868" y="103505"/>
                  </a:lnTo>
                  <a:close/>
                </a:path>
                <a:path w="3413760" h="295909">
                  <a:moveTo>
                    <a:pt x="340868" y="22644"/>
                  </a:moveTo>
                  <a:lnTo>
                    <a:pt x="338696" y="18757"/>
                  </a:lnTo>
                  <a:lnTo>
                    <a:pt x="336765" y="20053"/>
                  </a:lnTo>
                  <a:lnTo>
                    <a:pt x="340868" y="22644"/>
                  </a:lnTo>
                  <a:close/>
                </a:path>
                <a:path w="3413760" h="295909">
                  <a:moveTo>
                    <a:pt x="358825" y="285330"/>
                  </a:moveTo>
                  <a:lnTo>
                    <a:pt x="358584" y="282981"/>
                  </a:lnTo>
                  <a:lnTo>
                    <a:pt x="352920" y="286537"/>
                  </a:lnTo>
                  <a:lnTo>
                    <a:pt x="358825" y="285330"/>
                  </a:lnTo>
                  <a:close/>
                </a:path>
                <a:path w="3413760" h="295909">
                  <a:moveTo>
                    <a:pt x="358825" y="204482"/>
                  </a:moveTo>
                  <a:lnTo>
                    <a:pt x="358584" y="202133"/>
                  </a:lnTo>
                  <a:lnTo>
                    <a:pt x="352920" y="205689"/>
                  </a:lnTo>
                  <a:lnTo>
                    <a:pt x="358825" y="204482"/>
                  </a:lnTo>
                  <a:close/>
                </a:path>
                <a:path w="3413760" h="295909">
                  <a:moveTo>
                    <a:pt x="358825" y="123634"/>
                  </a:moveTo>
                  <a:lnTo>
                    <a:pt x="358584" y="121285"/>
                  </a:lnTo>
                  <a:lnTo>
                    <a:pt x="352920" y="124841"/>
                  </a:lnTo>
                  <a:lnTo>
                    <a:pt x="358825" y="123634"/>
                  </a:lnTo>
                  <a:close/>
                </a:path>
                <a:path w="3413760" h="295909">
                  <a:moveTo>
                    <a:pt x="358825" y="42773"/>
                  </a:moveTo>
                  <a:lnTo>
                    <a:pt x="358584" y="40424"/>
                  </a:lnTo>
                  <a:lnTo>
                    <a:pt x="352920" y="43980"/>
                  </a:lnTo>
                  <a:lnTo>
                    <a:pt x="358825" y="42773"/>
                  </a:lnTo>
                  <a:close/>
                </a:path>
                <a:path w="3413760" h="295909">
                  <a:moveTo>
                    <a:pt x="363029" y="273761"/>
                  </a:moveTo>
                  <a:lnTo>
                    <a:pt x="361937" y="265595"/>
                  </a:lnTo>
                  <a:lnTo>
                    <a:pt x="359867" y="265595"/>
                  </a:lnTo>
                  <a:lnTo>
                    <a:pt x="363029" y="273761"/>
                  </a:lnTo>
                  <a:close/>
                </a:path>
                <a:path w="3413760" h="295909">
                  <a:moveTo>
                    <a:pt x="363029" y="192925"/>
                  </a:moveTo>
                  <a:lnTo>
                    <a:pt x="361937" y="184746"/>
                  </a:lnTo>
                  <a:lnTo>
                    <a:pt x="359867" y="184746"/>
                  </a:lnTo>
                  <a:lnTo>
                    <a:pt x="363029" y="192925"/>
                  </a:lnTo>
                  <a:close/>
                </a:path>
                <a:path w="3413760" h="295909">
                  <a:moveTo>
                    <a:pt x="363029" y="112064"/>
                  </a:moveTo>
                  <a:lnTo>
                    <a:pt x="361937" y="103898"/>
                  </a:lnTo>
                  <a:lnTo>
                    <a:pt x="359867" y="103898"/>
                  </a:lnTo>
                  <a:lnTo>
                    <a:pt x="363029" y="112064"/>
                  </a:lnTo>
                  <a:close/>
                </a:path>
                <a:path w="3413760" h="295909">
                  <a:moveTo>
                    <a:pt x="363029" y="31216"/>
                  </a:moveTo>
                  <a:lnTo>
                    <a:pt x="361937" y="23037"/>
                  </a:lnTo>
                  <a:lnTo>
                    <a:pt x="359867" y="23037"/>
                  </a:lnTo>
                  <a:lnTo>
                    <a:pt x="363029" y="31216"/>
                  </a:lnTo>
                  <a:close/>
                </a:path>
                <a:path w="3413760" h="295909">
                  <a:moveTo>
                    <a:pt x="368452" y="293979"/>
                  </a:moveTo>
                  <a:lnTo>
                    <a:pt x="364070" y="293014"/>
                  </a:lnTo>
                  <a:lnTo>
                    <a:pt x="363829" y="295351"/>
                  </a:lnTo>
                  <a:lnTo>
                    <a:pt x="368452" y="293979"/>
                  </a:lnTo>
                  <a:close/>
                </a:path>
                <a:path w="3413760" h="295909">
                  <a:moveTo>
                    <a:pt x="368452" y="213131"/>
                  </a:moveTo>
                  <a:lnTo>
                    <a:pt x="364070" y="212166"/>
                  </a:lnTo>
                  <a:lnTo>
                    <a:pt x="363829" y="214503"/>
                  </a:lnTo>
                  <a:lnTo>
                    <a:pt x="368452" y="213131"/>
                  </a:lnTo>
                  <a:close/>
                </a:path>
                <a:path w="3413760" h="295909">
                  <a:moveTo>
                    <a:pt x="368452" y="132283"/>
                  </a:moveTo>
                  <a:lnTo>
                    <a:pt x="364070" y="131318"/>
                  </a:lnTo>
                  <a:lnTo>
                    <a:pt x="363829" y="133654"/>
                  </a:lnTo>
                  <a:lnTo>
                    <a:pt x="368452" y="132283"/>
                  </a:lnTo>
                  <a:close/>
                </a:path>
                <a:path w="3413760" h="295909">
                  <a:moveTo>
                    <a:pt x="368452" y="51422"/>
                  </a:moveTo>
                  <a:lnTo>
                    <a:pt x="364070" y="50457"/>
                  </a:lnTo>
                  <a:lnTo>
                    <a:pt x="363829" y="52806"/>
                  </a:lnTo>
                  <a:lnTo>
                    <a:pt x="368452" y="51422"/>
                  </a:lnTo>
                  <a:close/>
                </a:path>
                <a:path w="3413760" h="295909">
                  <a:moveTo>
                    <a:pt x="371525" y="284353"/>
                  </a:moveTo>
                  <a:lnTo>
                    <a:pt x="368376" y="283464"/>
                  </a:lnTo>
                  <a:lnTo>
                    <a:pt x="364883" y="285330"/>
                  </a:lnTo>
                  <a:lnTo>
                    <a:pt x="371525" y="284353"/>
                  </a:lnTo>
                  <a:close/>
                </a:path>
                <a:path w="3413760" h="295909">
                  <a:moveTo>
                    <a:pt x="371525" y="203504"/>
                  </a:moveTo>
                  <a:lnTo>
                    <a:pt x="368376" y="202615"/>
                  </a:lnTo>
                  <a:lnTo>
                    <a:pt x="364883" y="204482"/>
                  </a:lnTo>
                  <a:lnTo>
                    <a:pt x="371525" y="203504"/>
                  </a:lnTo>
                  <a:close/>
                </a:path>
                <a:path w="3413760" h="295909">
                  <a:moveTo>
                    <a:pt x="371525" y="122656"/>
                  </a:moveTo>
                  <a:lnTo>
                    <a:pt x="368376" y="121767"/>
                  </a:lnTo>
                  <a:lnTo>
                    <a:pt x="364883" y="123634"/>
                  </a:lnTo>
                  <a:lnTo>
                    <a:pt x="371525" y="122656"/>
                  </a:lnTo>
                  <a:close/>
                </a:path>
                <a:path w="3413760" h="295909">
                  <a:moveTo>
                    <a:pt x="371525" y="41795"/>
                  </a:moveTo>
                  <a:lnTo>
                    <a:pt x="368376" y="40906"/>
                  </a:lnTo>
                  <a:lnTo>
                    <a:pt x="364883" y="42773"/>
                  </a:lnTo>
                  <a:lnTo>
                    <a:pt x="371525" y="41795"/>
                  </a:lnTo>
                  <a:close/>
                </a:path>
                <a:path w="3413760" h="295909">
                  <a:moveTo>
                    <a:pt x="383159" y="233349"/>
                  </a:moveTo>
                  <a:lnTo>
                    <a:pt x="382727" y="229463"/>
                  </a:lnTo>
                  <a:lnTo>
                    <a:pt x="380415" y="229463"/>
                  </a:lnTo>
                  <a:lnTo>
                    <a:pt x="383159" y="233349"/>
                  </a:lnTo>
                  <a:close/>
                </a:path>
                <a:path w="3413760" h="295909">
                  <a:moveTo>
                    <a:pt x="383159" y="152501"/>
                  </a:moveTo>
                  <a:lnTo>
                    <a:pt x="382727" y="148615"/>
                  </a:lnTo>
                  <a:lnTo>
                    <a:pt x="380415" y="148615"/>
                  </a:lnTo>
                  <a:lnTo>
                    <a:pt x="383159" y="152501"/>
                  </a:lnTo>
                  <a:close/>
                </a:path>
                <a:path w="3413760" h="295909">
                  <a:moveTo>
                    <a:pt x="383159" y="71640"/>
                  </a:moveTo>
                  <a:lnTo>
                    <a:pt x="382727" y="67754"/>
                  </a:lnTo>
                  <a:lnTo>
                    <a:pt x="380415" y="67754"/>
                  </a:lnTo>
                  <a:lnTo>
                    <a:pt x="383159" y="71640"/>
                  </a:lnTo>
                  <a:close/>
                </a:path>
                <a:path w="3413760" h="295909">
                  <a:moveTo>
                    <a:pt x="399249" y="244906"/>
                  </a:moveTo>
                  <a:lnTo>
                    <a:pt x="399008" y="242557"/>
                  </a:lnTo>
                  <a:lnTo>
                    <a:pt x="393344" y="246113"/>
                  </a:lnTo>
                  <a:lnTo>
                    <a:pt x="399249" y="244906"/>
                  </a:lnTo>
                  <a:close/>
                </a:path>
                <a:path w="3413760" h="295909">
                  <a:moveTo>
                    <a:pt x="399249" y="164058"/>
                  </a:moveTo>
                  <a:lnTo>
                    <a:pt x="399008" y="161709"/>
                  </a:lnTo>
                  <a:lnTo>
                    <a:pt x="393344" y="165265"/>
                  </a:lnTo>
                  <a:lnTo>
                    <a:pt x="399249" y="164058"/>
                  </a:lnTo>
                  <a:close/>
                </a:path>
                <a:path w="3413760" h="295909">
                  <a:moveTo>
                    <a:pt x="399249" y="83210"/>
                  </a:moveTo>
                  <a:lnTo>
                    <a:pt x="399008" y="80873"/>
                  </a:lnTo>
                  <a:lnTo>
                    <a:pt x="393344" y="84416"/>
                  </a:lnTo>
                  <a:lnTo>
                    <a:pt x="399249" y="83210"/>
                  </a:lnTo>
                  <a:close/>
                </a:path>
                <a:path w="3413760" h="295909">
                  <a:moveTo>
                    <a:pt x="399249" y="2349"/>
                  </a:moveTo>
                  <a:lnTo>
                    <a:pt x="399008" y="0"/>
                  </a:lnTo>
                  <a:lnTo>
                    <a:pt x="393344" y="3556"/>
                  </a:lnTo>
                  <a:lnTo>
                    <a:pt x="399249" y="2349"/>
                  </a:lnTo>
                  <a:close/>
                </a:path>
                <a:path w="3413760" h="295909">
                  <a:moveTo>
                    <a:pt x="400062" y="252577"/>
                  </a:moveTo>
                  <a:lnTo>
                    <a:pt x="395681" y="253555"/>
                  </a:lnTo>
                  <a:lnTo>
                    <a:pt x="396417" y="255739"/>
                  </a:lnTo>
                  <a:lnTo>
                    <a:pt x="400062" y="252577"/>
                  </a:lnTo>
                  <a:close/>
                </a:path>
                <a:path w="3413760" h="295909">
                  <a:moveTo>
                    <a:pt x="400062" y="171742"/>
                  </a:moveTo>
                  <a:lnTo>
                    <a:pt x="395681" y="172707"/>
                  </a:lnTo>
                  <a:lnTo>
                    <a:pt x="396417" y="174891"/>
                  </a:lnTo>
                  <a:lnTo>
                    <a:pt x="400062" y="171742"/>
                  </a:lnTo>
                  <a:close/>
                </a:path>
                <a:path w="3413760" h="295909">
                  <a:moveTo>
                    <a:pt x="400062" y="90881"/>
                  </a:moveTo>
                  <a:lnTo>
                    <a:pt x="395681" y="91859"/>
                  </a:lnTo>
                  <a:lnTo>
                    <a:pt x="396417" y="94043"/>
                  </a:lnTo>
                  <a:lnTo>
                    <a:pt x="400062" y="90881"/>
                  </a:lnTo>
                  <a:close/>
                </a:path>
                <a:path w="3413760" h="295909">
                  <a:moveTo>
                    <a:pt x="400062" y="10033"/>
                  </a:moveTo>
                  <a:lnTo>
                    <a:pt x="395681" y="10998"/>
                  </a:lnTo>
                  <a:lnTo>
                    <a:pt x="396417" y="13182"/>
                  </a:lnTo>
                  <a:lnTo>
                    <a:pt x="400062" y="10033"/>
                  </a:lnTo>
                  <a:close/>
                </a:path>
                <a:path w="3413760" h="295909">
                  <a:moveTo>
                    <a:pt x="408876" y="253555"/>
                  </a:moveTo>
                  <a:lnTo>
                    <a:pt x="404266" y="254927"/>
                  </a:lnTo>
                  <a:lnTo>
                    <a:pt x="408152" y="255739"/>
                  </a:lnTo>
                  <a:lnTo>
                    <a:pt x="408876" y="253555"/>
                  </a:lnTo>
                  <a:close/>
                </a:path>
                <a:path w="3413760" h="295909">
                  <a:moveTo>
                    <a:pt x="408876" y="172707"/>
                  </a:moveTo>
                  <a:lnTo>
                    <a:pt x="404266" y="174078"/>
                  </a:lnTo>
                  <a:lnTo>
                    <a:pt x="408152" y="174891"/>
                  </a:lnTo>
                  <a:lnTo>
                    <a:pt x="408876" y="172707"/>
                  </a:lnTo>
                  <a:close/>
                </a:path>
                <a:path w="3413760" h="295909">
                  <a:moveTo>
                    <a:pt x="408876" y="91859"/>
                  </a:moveTo>
                  <a:lnTo>
                    <a:pt x="404266" y="93230"/>
                  </a:lnTo>
                  <a:lnTo>
                    <a:pt x="408152" y="94043"/>
                  </a:lnTo>
                  <a:lnTo>
                    <a:pt x="408876" y="91859"/>
                  </a:lnTo>
                  <a:close/>
                </a:path>
                <a:path w="3413760" h="295909">
                  <a:moveTo>
                    <a:pt x="408876" y="10998"/>
                  </a:moveTo>
                  <a:lnTo>
                    <a:pt x="404266" y="12369"/>
                  </a:lnTo>
                  <a:lnTo>
                    <a:pt x="408152" y="13182"/>
                  </a:lnTo>
                  <a:lnTo>
                    <a:pt x="408876" y="10998"/>
                  </a:lnTo>
                  <a:close/>
                </a:path>
                <a:path w="3413760" h="295909">
                  <a:moveTo>
                    <a:pt x="411949" y="243928"/>
                  </a:moveTo>
                  <a:lnTo>
                    <a:pt x="408787" y="243039"/>
                  </a:lnTo>
                  <a:lnTo>
                    <a:pt x="405307" y="244906"/>
                  </a:lnTo>
                  <a:lnTo>
                    <a:pt x="411949" y="243928"/>
                  </a:lnTo>
                  <a:close/>
                </a:path>
                <a:path w="3413760" h="295909">
                  <a:moveTo>
                    <a:pt x="411949" y="163080"/>
                  </a:moveTo>
                  <a:lnTo>
                    <a:pt x="408787" y="162204"/>
                  </a:lnTo>
                  <a:lnTo>
                    <a:pt x="405307" y="164058"/>
                  </a:lnTo>
                  <a:lnTo>
                    <a:pt x="411949" y="163080"/>
                  </a:lnTo>
                  <a:close/>
                </a:path>
                <a:path w="3413760" h="295909">
                  <a:moveTo>
                    <a:pt x="411949" y="82232"/>
                  </a:moveTo>
                  <a:lnTo>
                    <a:pt x="408787" y="81343"/>
                  </a:lnTo>
                  <a:lnTo>
                    <a:pt x="405307" y="83210"/>
                  </a:lnTo>
                  <a:lnTo>
                    <a:pt x="411949" y="82232"/>
                  </a:lnTo>
                  <a:close/>
                </a:path>
                <a:path w="3413760" h="295909">
                  <a:moveTo>
                    <a:pt x="411949" y="1371"/>
                  </a:moveTo>
                  <a:lnTo>
                    <a:pt x="408787" y="482"/>
                  </a:lnTo>
                  <a:lnTo>
                    <a:pt x="405307" y="2349"/>
                  </a:lnTo>
                  <a:lnTo>
                    <a:pt x="411949" y="1371"/>
                  </a:lnTo>
                  <a:close/>
                </a:path>
                <a:path w="3413760" h="295909">
                  <a:moveTo>
                    <a:pt x="412026" y="233349"/>
                  </a:moveTo>
                  <a:lnTo>
                    <a:pt x="411949" y="226872"/>
                  </a:lnTo>
                  <a:lnTo>
                    <a:pt x="411454" y="230035"/>
                  </a:lnTo>
                  <a:lnTo>
                    <a:pt x="412026" y="233349"/>
                  </a:lnTo>
                  <a:close/>
                </a:path>
                <a:path w="3413760" h="295909">
                  <a:moveTo>
                    <a:pt x="412026" y="152501"/>
                  </a:moveTo>
                  <a:lnTo>
                    <a:pt x="411949" y="146024"/>
                  </a:lnTo>
                  <a:lnTo>
                    <a:pt x="411454" y="149186"/>
                  </a:lnTo>
                  <a:lnTo>
                    <a:pt x="412026" y="152501"/>
                  </a:lnTo>
                  <a:close/>
                </a:path>
                <a:path w="3413760" h="295909">
                  <a:moveTo>
                    <a:pt x="412026" y="71640"/>
                  </a:moveTo>
                  <a:lnTo>
                    <a:pt x="411949" y="65163"/>
                  </a:lnTo>
                  <a:lnTo>
                    <a:pt x="411454" y="68313"/>
                  </a:lnTo>
                  <a:lnTo>
                    <a:pt x="412026" y="71640"/>
                  </a:lnTo>
                  <a:close/>
                </a:path>
                <a:path w="3413760" h="295909">
                  <a:moveTo>
                    <a:pt x="421716" y="265201"/>
                  </a:moveTo>
                  <a:lnTo>
                    <a:pt x="419544" y="261315"/>
                  </a:lnTo>
                  <a:lnTo>
                    <a:pt x="417601" y="262610"/>
                  </a:lnTo>
                  <a:lnTo>
                    <a:pt x="421716" y="265201"/>
                  </a:lnTo>
                  <a:close/>
                </a:path>
                <a:path w="3413760" h="295909">
                  <a:moveTo>
                    <a:pt x="421716" y="184353"/>
                  </a:moveTo>
                  <a:lnTo>
                    <a:pt x="419544" y="180467"/>
                  </a:lnTo>
                  <a:lnTo>
                    <a:pt x="417601" y="181762"/>
                  </a:lnTo>
                  <a:lnTo>
                    <a:pt x="421716" y="184353"/>
                  </a:lnTo>
                  <a:close/>
                </a:path>
                <a:path w="3413760" h="295909">
                  <a:moveTo>
                    <a:pt x="421716" y="103505"/>
                  </a:moveTo>
                  <a:lnTo>
                    <a:pt x="419544" y="99618"/>
                  </a:lnTo>
                  <a:lnTo>
                    <a:pt x="417601" y="100914"/>
                  </a:lnTo>
                  <a:lnTo>
                    <a:pt x="421716" y="103505"/>
                  </a:lnTo>
                  <a:close/>
                </a:path>
                <a:path w="3413760" h="295909">
                  <a:moveTo>
                    <a:pt x="421716" y="22644"/>
                  </a:moveTo>
                  <a:lnTo>
                    <a:pt x="419544" y="18757"/>
                  </a:lnTo>
                  <a:lnTo>
                    <a:pt x="417601" y="20053"/>
                  </a:lnTo>
                  <a:lnTo>
                    <a:pt x="421716" y="22644"/>
                  </a:lnTo>
                  <a:close/>
                </a:path>
                <a:path w="3413760" h="295909">
                  <a:moveTo>
                    <a:pt x="439674" y="285330"/>
                  </a:moveTo>
                  <a:lnTo>
                    <a:pt x="439432" y="282981"/>
                  </a:lnTo>
                  <a:lnTo>
                    <a:pt x="433768" y="286537"/>
                  </a:lnTo>
                  <a:lnTo>
                    <a:pt x="439674" y="285330"/>
                  </a:lnTo>
                  <a:close/>
                </a:path>
                <a:path w="3413760" h="295909">
                  <a:moveTo>
                    <a:pt x="439674" y="204482"/>
                  </a:moveTo>
                  <a:lnTo>
                    <a:pt x="439432" y="202133"/>
                  </a:lnTo>
                  <a:lnTo>
                    <a:pt x="433768" y="205689"/>
                  </a:lnTo>
                  <a:lnTo>
                    <a:pt x="439674" y="204482"/>
                  </a:lnTo>
                  <a:close/>
                </a:path>
                <a:path w="3413760" h="295909">
                  <a:moveTo>
                    <a:pt x="439674" y="123634"/>
                  </a:moveTo>
                  <a:lnTo>
                    <a:pt x="439432" y="121285"/>
                  </a:lnTo>
                  <a:lnTo>
                    <a:pt x="433768" y="124841"/>
                  </a:lnTo>
                  <a:lnTo>
                    <a:pt x="439674" y="123634"/>
                  </a:lnTo>
                  <a:close/>
                </a:path>
                <a:path w="3413760" h="295909">
                  <a:moveTo>
                    <a:pt x="439674" y="42773"/>
                  </a:moveTo>
                  <a:lnTo>
                    <a:pt x="439432" y="40424"/>
                  </a:lnTo>
                  <a:lnTo>
                    <a:pt x="433768" y="43980"/>
                  </a:lnTo>
                  <a:lnTo>
                    <a:pt x="439674" y="42773"/>
                  </a:lnTo>
                  <a:close/>
                </a:path>
                <a:path w="3413760" h="295909">
                  <a:moveTo>
                    <a:pt x="443877" y="273761"/>
                  </a:moveTo>
                  <a:lnTo>
                    <a:pt x="442785" y="265595"/>
                  </a:lnTo>
                  <a:lnTo>
                    <a:pt x="440728" y="265595"/>
                  </a:lnTo>
                  <a:lnTo>
                    <a:pt x="443877" y="273761"/>
                  </a:lnTo>
                  <a:close/>
                </a:path>
                <a:path w="3413760" h="295909">
                  <a:moveTo>
                    <a:pt x="443877" y="192925"/>
                  </a:moveTo>
                  <a:lnTo>
                    <a:pt x="442785" y="184746"/>
                  </a:lnTo>
                  <a:lnTo>
                    <a:pt x="440728" y="184746"/>
                  </a:lnTo>
                  <a:lnTo>
                    <a:pt x="443877" y="192925"/>
                  </a:lnTo>
                  <a:close/>
                </a:path>
                <a:path w="3413760" h="295909">
                  <a:moveTo>
                    <a:pt x="443877" y="112064"/>
                  </a:moveTo>
                  <a:lnTo>
                    <a:pt x="442785" y="103898"/>
                  </a:lnTo>
                  <a:lnTo>
                    <a:pt x="440728" y="103898"/>
                  </a:lnTo>
                  <a:lnTo>
                    <a:pt x="443877" y="112064"/>
                  </a:lnTo>
                  <a:close/>
                </a:path>
                <a:path w="3413760" h="295909">
                  <a:moveTo>
                    <a:pt x="443877" y="31216"/>
                  </a:moveTo>
                  <a:lnTo>
                    <a:pt x="442785" y="23037"/>
                  </a:lnTo>
                  <a:lnTo>
                    <a:pt x="440728" y="23037"/>
                  </a:lnTo>
                  <a:lnTo>
                    <a:pt x="443877" y="31216"/>
                  </a:lnTo>
                  <a:close/>
                </a:path>
                <a:path w="3413760" h="295909">
                  <a:moveTo>
                    <a:pt x="449300" y="293979"/>
                  </a:moveTo>
                  <a:lnTo>
                    <a:pt x="444931" y="293014"/>
                  </a:lnTo>
                  <a:lnTo>
                    <a:pt x="444703" y="295351"/>
                  </a:lnTo>
                  <a:lnTo>
                    <a:pt x="449300" y="293979"/>
                  </a:lnTo>
                  <a:close/>
                </a:path>
                <a:path w="3413760" h="295909">
                  <a:moveTo>
                    <a:pt x="449300" y="213131"/>
                  </a:moveTo>
                  <a:lnTo>
                    <a:pt x="444931" y="212166"/>
                  </a:lnTo>
                  <a:lnTo>
                    <a:pt x="444703" y="214503"/>
                  </a:lnTo>
                  <a:lnTo>
                    <a:pt x="449300" y="213131"/>
                  </a:lnTo>
                  <a:close/>
                </a:path>
                <a:path w="3413760" h="295909">
                  <a:moveTo>
                    <a:pt x="449300" y="132283"/>
                  </a:moveTo>
                  <a:lnTo>
                    <a:pt x="444931" y="131318"/>
                  </a:lnTo>
                  <a:lnTo>
                    <a:pt x="444703" y="133654"/>
                  </a:lnTo>
                  <a:lnTo>
                    <a:pt x="449300" y="132283"/>
                  </a:lnTo>
                  <a:close/>
                </a:path>
                <a:path w="3413760" h="295909">
                  <a:moveTo>
                    <a:pt x="449300" y="51422"/>
                  </a:moveTo>
                  <a:lnTo>
                    <a:pt x="444931" y="50457"/>
                  </a:lnTo>
                  <a:lnTo>
                    <a:pt x="444703" y="52806"/>
                  </a:lnTo>
                  <a:lnTo>
                    <a:pt x="449300" y="51422"/>
                  </a:lnTo>
                  <a:close/>
                </a:path>
                <a:path w="3413760" h="295909">
                  <a:moveTo>
                    <a:pt x="452374" y="284353"/>
                  </a:moveTo>
                  <a:lnTo>
                    <a:pt x="449211" y="283464"/>
                  </a:lnTo>
                  <a:lnTo>
                    <a:pt x="445731" y="285330"/>
                  </a:lnTo>
                  <a:lnTo>
                    <a:pt x="452374" y="284353"/>
                  </a:lnTo>
                  <a:close/>
                </a:path>
                <a:path w="3413760" h="295909">
                  <a:moveTo>
                    <a:pt x="452374" y="203504"/>
                  </a:moveTo>
                  <a:lnTo>
                    <a:pt x="449211" y="202615"/>
                  </a:lnTo>
                  <a:lnTo>
                    <a:pt x="445731" y="204482"/>
                  </a:lnTo>
                  <a:lnTo>
                    <a:pt x="452374" y="203504"/>
                  </a:lnTo>
                  <a:close/>
                </a:path>
                <a:path w="3413760" h="295909">
                  <a:moveTo>
                    <a:pt x="452374" y="122656"/>
                  </a:moveTo>
                  <a:lnTo>
                    <a:pt x="449211" y="121767"/>
                  </a:lnTo>
                  <a:lnTo>
                    <a:pt x="445731" y="123634"/>
                  </a:lnTo>
                  <a:lnTo>
                    <a:pt x="452374" y="122656"/>
                  </a:lnTo>
                  <a:close/>
                </a:path>
                <a:path w="3413760" h="295909">
                  <a:moveTo>
                    <a:pt x="452374" y="41795"/>
                  </a:moveTo>
                  <a:lnTo>
                    <a:pt x="449211" y="40906"/>
                  </a:lnTo>
                  <a:lnTo>
                    <a:pt x="445731" y="42773"/>
                  </a:lnTo>
                  <a:lnTo>
                    <a:pt x="452374" y="41795"/>
                  </a:lnTo>
                  <a:close/>
                </a:path>
                <a:path w="3413760" h="295909">
                  <a:moveTo>
                    <a:pt x="464007" y="233349"/>
                  </a:moveTo>
                  <a:lnTo>
                    <a:pt x="463575" y="229463"/>
                  </a:lnTo>
                  <a:lnTo>
                    <a:pt x="461264" y="229463"/>
                  </a:lnTo>
                  <a:lnTo>
                    <a:pt x="464007" y="233349"/>
                  </a:lnTo>
                  <a:close/>
                </a:path>
                <a:path w="3413760" h="295909">
                  <a:moveTo>
                    <a:pt x="464007" y="152501"/>
                  </a:moveTo>
                  <a:lnTo>
                    <a:pt x="463575" y="148615"/>
                  </a:lnTo>
                  <a:lnTo>
                    <a:pt x="461264" y="148615"/>
                  </a:lnTo>
                  <a:lnTo>
                    <a:pt x="464007" y="152501"/>
                  </a:lnTo>
                  <a:close/>
                </a:path>
                <a:path w="3413760" h="295909">
                  <a:moveTo>
                    <a:pt x="464007" y="71640"/>
                  </a:moveTo>
                  <a:lnTo>
                    <a:pt x="463575" y="67754"/>
                  </a:lnTo>
                  <a:lnTo>
                    <a:pt x="461264" y="67754"/>
                  </a:lnTo>
                  <a:lnTo>
                    <a:pt x="464007" y="71640"/>
                  </a:lnTo>
                  <a:close/>
                </a:path>
                <a:path w="3413760" h="295909">
                  <a:moveTo>
                    <a:pt x="480098" y="244906"/>
                  </a:moveTo>
                  <a:lnTo>
                    <a:pt x="479856" y="242557"/>
                  </a:lnTo>
                  <a:lnTo>
                    <a:pt x="474192" y="246113"/>
                  </a:lnTo>
                  <a:lnTo>
                    <a:pt x="480098" y="244906"/>
                  </a:lnTo>
                  <a:close/>
                </a:path>
                <a:path w="3413760" h="295909">
                  <a:moveTo>
                    <a:pt x="480098" y="164058"/>
                  </a:moveTo>
                  <a:lnTo>
                    <a:pt x="479856" y="161709"/>
                  </a:lnTo>
                  <a:lnTo>
                    <a:pt x="474192" y="165265"/>
                  </a:lnTo>
                  <a:lnTo>
                    <a:pt x="480098" y="164058"/>
                  </a:lnTo>
                  <a:close/>
                </a:path>
                <a:path w="3413760" h="295909">
                  <a:moveTo>
                    <a:pt x="480098" y="83210"/>
                  </a:moveTo>
                  <a:lnTo>
                    <a:pt x="479856" y="80873"/>
                  </a:lnTo>
                  <a:lnTo>
                    <a:pt x="474192" y="84416"/>
                  </a:lnTo>
                  <a:lnTo>
                    <a:pt x="480098" y="83210"/>
                  </a:lnTo>
                  <a:close/>
                </a:path>
                <a:path w="3413760" h="295909">
                  <a:moveTo>
                    <a:pt x="480098" y="2349"/>
                  </a:moveTo>
                  <a:lnTo>
                    <a:pt x="479856" y="0"/>
                  </a:lnTo>
                  <a:lnTo>
                    <a:pt x="474192" y="3556"/>
                  </a:lnTo>
                  <a:lnTo>
                    <a:pt x="480098" y="2349"/>
                  </a:lnTo>
                  <a:close/>
                </a:path>
                <a:path w="3413760" h="295909">
                  <a:moveTo>
                    <a:pt x="480910" y="252577"/>
                  </a:moveTo>
                  <a:lnTo>
                    <a:pt x="476554" y="253555"/>
                  </a:lnTo>
                  <a:lnTo>
                    <a:pt x="477278" y="255739"/>
                  </a:lnTo>
                  <a:lnTo>
                    <a:pt x="480910" y="252577"/>
                  </a:lnTo>
                  <a:close/>
                </a:path>
                <a:path w="3413760" h="295909">
                  <a:moveTo>
                    <a:pt x="480910" y="171742"/>
                  </a:moveTo>
                  <a:lnTo>
                    <a:pt x="476554" y="172707"/>
                  </a:lnTo>
                  <a:lnTo>
                    <a:pt x="477278" y="174891"/>
                  </a:lnTo>
                  <a:lnTo>
                    <a:pt x="480910" y="171742"/>
                  </a:lnTo>
                  <a:close/>
                </a:path>
                <a:path w="3413760" h="295909">
                  <a:moveTo>
                    <a:pt x="480910" y="90881"/>
                  </a:moveTo>
                  <a:lnTo>
                    <a:pt x="476554" y="91859"/>
                  </a:lnTo>
                  <a:lnTo>
                    <a:pt x="477278" y="94043"/>
                  </a:lnTo>
                  <a:lnTo>
                    <a:pt x="480910" y="90881"/>
                  </a:lnTo>
                  <a:close/>
                </a:path>
                <a:path w="3413760" h="295909">
                  <a:moveTo>
                    <a:pt x="480910" y="10033"/>
                  </a:moveTo>
                  <a:lnTo>
                    <a:pt x="476554" y="10998"/>
                  </a:lnTo>
                  <a:lnTo>
                    <a:pt x="477278" y="13182"/>
                  </a:lnTo>
                  <a:lnTo>
                    <a:pt x="480910" y="10033"/>
                  </a:lnTo>
                  <a:close/>
                </a:path>
                <a:path w="3413760" h="295909">
                  <a:moveTo>
                    <a:pt x="489724" y="253555"/>
                  </a:moveTo>
                  <a:lnTo>
                    <a:pt x="485114" y="254927"/>
                  </a:lnTo>
                  <a:lnTo>
                    <a:pt x="489000" y="255739"/>
                  </a:lnTo>
                  <a:lnTo>
                    <a:pt x="489724" y="253555"/>
                  </a:lnTo>
                  <a:close/>
                </a:path>
                <a:path w="3413760" h="295909">
                  <a:moveTo>
                    <a:pt x="489724" y="172707"/>
                  </a:moveTo>
                  <a:lnTo>
                    <a:pt x="485114" y="174078"/>
                  </a:lnTo>
                  <a:lnTo>
                    <a:pt x="489000" y="174891"/>
                  </a:lnTo>
                  <a:lnTo>
                    <a:pt x="489724" y="172707"/>
                  </a:lnTo>
                  <a:close/>
                </a:path>
                <a:path w="3413760" h="295909">
                  <a:moveTo>
                    <a:pt x="489724" y="91859"/>
                  </a:moveTo>
                  <a:lnTo>
                    <a:pt x="485114" y="93230"/>
                  </a:lnTo>
                  <a:lnTo>
                    <a:pt x="489000" y="94043"/>
                  </a:lnTo>
                  <a:lnTo>
                    <a:pt x="489724" y="91859"/>
                  </a:lnTo>
                  <a:close/>
                </a:path>
                <a:path w="3413760" h="295909">
                  <a:moveTo>
                    <a:pt x="489724" y="10998"/>
                  </a:moveTo>
                  <a:lnTo>
                    <a:pt x="485114" y="12369"/>
                  </a:lnTo>
                  <a:lnTo>
                    <a:pt x="489000" y="13182"/>
                  </a:lnTo>
                  <a:lnTo>
                    <a:pt x="489724" y="10998"/>
                  </a:lnTo>
                  <a:close/>
                </a:path>
                <a:path w="3413760" h="295909">
                  <a:moveTo>
                    <a:pt x="492798" y="243928"/>
                  </a:moveTo>
                  <a:lnTo>
                    <a:pt x="489648" y="243039"/>
                  </a:lnTo>
                  <a:lnTo>
                    <a:pt x="486156" y="244906"/>
                  </a:lnTo>
                  <a:lnTo>
                    <a:pt x="492798" y="243928"/>
                  </a:lnTo>
                  <a:close/>
                </a:path>
                <a:path w="3413760" h="295909">
                  <a:moveTo>
                    <a:pt x="492798" y="163080"/>
                  </a:moveTo>
                  <a:lnTo>
                    <a:pt x="489648" y="162204"/>
                  </a:lnTo>
                  <a:lnTo>
                    <a:pt x="486156" y="164058"/>
                  </a:lnTo>
                  <a:lnTo>
                    <a:pt x="492798" y="163080"/>
                  </a:lnTo>
                  <a:close/>
                </a:path>
                <a:path w="3413760" h="295909">
                  <a:moveTo>
                    <a:pt x="492798" y="82232"/>
                  </a:moveTo>
                  <a:lnTo>
                    <a:pt x="489648" y="81343"/>
                  </a:lnTo>
                  <a:lnTo>
                    <a:pt x="486156" y="83210"/>
                  </a:lnTo>
                  <a:lnTo>
                    <a:pt x="492798" y="82232"/>
                  </a:lnTo>
                  <a:close/>
                </a:path>
                <a:path w="3413760" h="295909">
                  <a:moveTo>
                    <a:pt x="492798" y="1371"/>
                  </a:moveTo>
                  <a:lnTo>
                    <a:pt x="489648" y="482"/>
                  </a:lnTo>
                  <a:lnTo>
                    <a:pt x="486156" y="2349"/>
                  </a:lnTo>
                  <a:lnTo>
                    <a:pt x="492798" y="1371"/>
                  </a:lnTo>
                  <a:close/>
                </a:path>
                <a:path w="3413760" h="295909">
                  <a:moveTo>
                    <a:pt x="492874" y="233349"/>
                  </a:moveTo>
                  <a:lnTo>
                    <a:pt x="492798" y="226872"/>
                  </a:lnTo>
                  <a:lnTo>
                    <a:pt x="492315" y="230035"/>
                  </a:lnTo>
                  <a:lnTo>
                    <a:pt x="492874" y="233349"/>
                  </a:lnTo>
                  <a:close/>
                </a:path>
                <a:path w="3413760" h="295909">
                  <a:moveTo>
                    <a:pt x="492874" y="152501"/>
                  </a:moveTo>
                  <a:lnTo>
                    <a:pt x="492798" y="146024"/>
                  </a:lnTo>
                  <a:lnTo>
                    <a:pt x="492315" y="149186"/>
                  </a:lnTo>
                  <a:lnTo>
                    <a:pt x="492874" y="152501"/>
                  </a:lnTo>
                  <a:close/>
                </a:path>
                <a:path w="3413760" h="295909">
                  <a:moveTo>
                    <a:pt x="492874" y="71640"/>
                  </a:moveTo>
                  <a:lnTo>
                    <a:pt x="492798" y="65163"/>
                  </a:lnTo>
                  <a:lnTo>
                    <a:pt x="492315" y="68313"/>
                  </a:lnTo>
                  <a:lnTo>
                    <a:pt x="492874" y="71640"/>
                  </a:lnTo>
                  <a:close/>
                </a:path>
                <a:path w="3413760" h="295909">
                  <a:moveTo>
                    <a:pt x="502589" y="265201"/>
                  </a:moveTo>
                  <a:lnTo>
                    <a:pt x="500405" y="261315"/>
                  </a:lnTo>
                  <a:lnTo>
                    <a:pt x="498462" y="262610"/>
                  </a:lnTo>
                  <a:lnTo>
                    <a:pt x="502589" y="265201"/>
                  </a:lnTo>
                  <a:close/>
                </a:path>
                <a:path w="3413760" h="295909">
                  <a:moveTo>
                    <a:pt x="502589" y="184353"/>
                  </a:moveTo>
                  <a:lnTo>
                    <a:pt x="500405" y="180467"/>
                  </a:lnTo>
                  <a:lnTo>
                    <a:pt x="498462" y="181762"/>
                  </a:lnTo>
                  <a:lnTo>
                    <a:pt x="502589" y="184353"/>
                  </a:lnTo>
                  <a:close/>
                </a:path>
                <a:path w="3413760" h="295909">
                  <a:moveTo>
                    <a:pt x="502589" y="103505"/>
                  </a:moveTo>
                  <a:lnTo>
                    <a:pt x="500405" y="99618"/>
                  </a:lnTo>
                  <a:lnTo>
                    <a:pt x="498462" y="100914"/>
                  </a:lnTo>
                  <a:lnTo>
                    <a:pt x="502589" y="103505"/>
                  </a:lnTo>
                  <a:close/>
                </a:path>
                <a:path w="3413760" h="295909">
                  <a:moveTo>
                    <a:pt x="502589" y="22644"/>
                  </a:moveTo>
                  <a:lnTo>
                    <a:pt x="500405" y="18757"/>
                  </a:lnTo>
                  <a:lnTo>
                    <a:pt x="498462" y="20053"/>
                  </a:lnTo>
                  <a:lnTo>
                    <a:pt x="502589" y="22644"/>
                  </a:lnTo>
                  <a:close/>
                </a:path>
                <a:path w="3413760" h="295909">
                  <a:moveTo>
                    <a:pt x="520522" y="285330"/>
                  </a:moveTo>
                  <a:lnTo>
                    <a:pt x="520280" y="282981"/>
                  </a:lnTo>
                  <a:lnTo>
                    <a:pt x="514629" y="286537"/>
                  </a:lnTo>
                  <a:lnTo>
                    <a:pt x="520522" y="285330"/>
                  </a:lnTo>
                  <a:close/>
                </a:path>
                <a:path w="3413760" h="295909">
                  <a:moveTo>
                    <a:pt x="520522" y="204482"/>
                  </a:moveTo>
                  <a:lnTo>
                    <a:pt x="520280" y="202133"/>
                  </a:lnTo>
                  <a:lnTo>
                    <a:pt x="514629" y="205689"/>
                  </a:lnTo>
                  <a:lnTo>
                    <a:pt x="520522" y="204482"/>
                  </a:lnTo>
                  <a:close/>
                </a:path>
                <a:path w="3413760" h="295909">
                  <a:moveTo>
                    <a:pt x="520522" y="123634"/>
                  </a:moveTo>
                  <a:lnTo>
                    <a:pt x="520280" y="121285"/>
                  </a:lnTo>
                  <a:lnTo>
                    <a:pt x="514629" y="124841"/>
                  </a:lnTo>
                  <a:lnTo>
                    <a:pt x="520522" y="123634"/>
                  </a:lnTo>
                  <a:close/>
                </a:path>
                <a:path w="3413760" h="295909">
                  <a:moveTo>
                    <a:pt x="520522" y="42773"/>
                  </a:moveTo>
                  <a:lnTo>
                    <a:pt x="520280" y="40424"/>
                  </a:lnTo>
                  <a:lnTo>
                    <a:pt x="514629" y="43980"/>
                  </a:lnTo>
                  <a:lnTo>
                    <a:pt x="520522" y="42773"/>
                  </a:lnTo>
                  <a:close/>
                </a:path>
                <a:path w="3413760" h="295909">
                  <a:moveTo>
                    <a:pt x="524738" y="273761"/>
                  </a:moveTo>
                  <a:lnTo>
                    <a:pt x="523633" y="265595"/>
                  </a:lnTo>
                  <a:lnTo>
                    <a:pt x="521589" y="265595"/>
                  </a:lnTo>
                  <a:lnTo>
                    <a:pt x="524738" y="273761"/>
                  </a:lnTo>
                  <a:close/>
                </a:path>
                <a:path w="3413760" h="295909">
                  <a:moveTo>
                    <a:pt x="524738" y="192925"/>
                  </a:moveTo>
                  <a:lnTo>
                    <a:pt x="523633" y="184746"/>
                  </a:lnTo>
                  <a:lnTo>
                    <a:pt x="521589" y="184746"/>
                  </a:lnTo>
                  <a:lnTo>
                    <a:pt x="524738" y="192925"/>
                  </a:lnTo>
                  <a:close/>
                </a:path>
                <a:path w="3413760" h="295909">
                  <a:moveTo>
                    <a:pt x="524738" y="112064"/>
                  </a:moveTo>
                  <a:lnTo>
                    <a:pt x="523633" y="103898"/>
                  </a:lnTo>
                  <a:lnTo>
                    <a:pt x="521589" y="103898"/>
                  </a:lnTo>
                  <a:lnTo>
                    <a:pt x="524738" y="112064"/>
                  </a:lnTo>
                  <a:close/>
                </a:path>
                <a:path w="3413760" h="295909">
                  <a:moveTo>
                    <a:pt x="524738" y="31216"/>
                  </a:moveTo>
                  <a:lnTo>
                    <a:pt x="523633" y="23037"/>
                  </a:lnTo>
                  <a:lnTo>
                    <a:pt x="521589" y="23037"/>
                  </a:lnTo>
                  <a:lnTo>
                    <a:pt x="524738" y="31216"/>
                  </a:lnTo>
                  <a:close/>
                </a:path>
                <a:path w="3413760" h="295909">
                  <a:moveTo>
                    <a:pt x="530148" y="293979"/>
                  </a:moveTo>
                  <a:lnTo>
                    <a:pt x="525792" y="293014"/>
                  </a:lnTo>
                  <a:lnTo>
                    <a:pt x="525538" y="295351"/>
                  </a:lnTo>
                  <a:lnTo>
                    <a:pt x="530148" y="293979"/>
                  </a:lnTo>
                  <a:close/>
                </a:path>
                <a:path w="3413760" h="295909">
                  <a:moveTo>
                    <a:pt x="530148" y="213131"/>
                  </a:moveTo>
                  <a:lnTo>
                    <a:pt x="525792" y="212166"/>
                  </a:lnTo>
                  <a:lnTo>
                    <a:pt x="525538" y="214503"/>
                  </a:lnTo>
                  <a:lnTo>
                    <a:pt x="530148" y="213131"/>
                  </a:lnTo>
                  <a:close/>
                </a:path>
                <a:path w="3413760" h="295909">
                  <a:moveTo>
                    <a:pt x="530148" y="132283"/>
                  </a:moveTo>
                  <a:lnTo>
                    <a:pt x="525792" y="131318"/>
                  </a:lnTo>
                  <a:lnTo>
                    <a:pt x="525538" y="133654"/>
                  </a:lnTo>
                  <a:lnTo>
                    <a:pt x="530148" y="132283"/>
                  </a:lnTo>
                  <a:close/>
                </a:path>
                <a:path w="3413760" h="295909">
                  <a:moveTo>
                    <a:pt x="530148" y="51422"/>
                  </a:moveTo>
                  <a:lnTo>
                    <a:pt x="525792" y="50457"/>
                  </a:lnTo>
                  <a:lnTo>
                    <a:pt x="525538" y="52806"/>
                  </a:lnTo>
                  <a:lnTo>
                    <a:pt x="530148" y="51422"/>
                  </a:lnTo>
                  <a:close/>
                </a:path>
                <a:path w="3413760" h="295909">
                  <a:moveTo>
                    <a:pt x="533222" y="284353"/>
                  </a:moveTo>
                  <a:lnTo>
                    <a:pt x="530072" y="283464"/>
                  </a:lnTo>
                  <a:lnTo>
                    <a:pt x="526592" y="285330"/>
                  </a:lnTo>
                  <a:lnTo>
                    <a:pt x="533222" y="284353"/>
                  </a:lnTo>
                  <a:close/>
                </a:path>
                <a:path w="3413760" h="295909">
                  <a:moveTo>
                    <a:pt x="533222" y="203504"/>
                  </a:moveTo>
                  <a:lnTo>
                    <a:pt x="530072" y="202615"/>
                  </a:lnTo>
                  <a:lnTo>
                    <a:pt x="526592" y="204482"/>
                  </a:lnTo>
                  <a:lnTo>
                    <a:pt x="533222" y="203504"/>
                  </a:lnTo>
                  <a:close/>
                </a:path>
                <a:path w="3413760" h="295909">
                  <a:moveTo>
                    <a:pt x="533222" y="122656"/>
                  </a:moveTo>
                  <a:lnTo>
                    <a:pt x="530072" y="121767"/>
                  </a:lnTo>
                  <a:lnTo>
                    <a:pt x="526592" y="123634"/>
                  </a:lnTo>
                  <a:lnTo>
                    <a:pt x="533222" y="122656"/>
                  </a:lnTo>
                  <a:close/>
                </a:path>
                <a:path w="3413760" h="295909">
                  <a:moveTo>
                    <a:pt x="533222" y="41795"/>
                  </a:moveTo>
                  <a:lnTo>
                    <a:pt x="530072" y="40906"/>
                  </a:lnTo>
                  <a:lnTo>
                    <a:pt x="526592" y="42773"/>
                  </a:lnTo>
                  <a:lnTo>
                    <a:pt x="533222" y="41795"/>
                  </a:lnTo>
                  <a:close/>
                </a:path>
                <a:path w="3413760" h="295909">
                  <a:moveTo>
                    <a:pt x="544855" y="233349"/>
                  </a:moveTo>
                  <a:lnTo>
                    <a:pt x="544423" y="229463"/>
                  </a:lnTo>
                  <a:lnTo>
                    <a:pt x="542112" y="229463"/>
                  </a:lnTo>
                  <a:lnTo>
                    <a:pt x="544855" y="233349"/>
                  </a:lnTo>
                  <a:close/>
                </a:path>
                <a:path w="3413760" h="295909">
                  <a:moveTo>
                    <a:pt x="544855" y="152501"/>
                  </a:moveTo>
                  <a:lnTo>
                    <a:pt x="544423" y="148615"/>
                  </a:lnTo>
                  <a:lnTo>
                    <a:pt x="542112" y="148615"/>
                  </a:lnTo>
                  <a:lnTo>
                    <a:pt x="544855" y="152501"/>
                  </a:lnTo>
                  <a:close/>
                </a:path>
                <a:path w="3413760" h="295909">
                  <a:moveTo>
                    <a:pt x="544855" y="71640"/>
                  </a:moveTo>
                  <a:lnTo>
                    <a:pt x="544423" y="67754"/>
                  </a:lnTo>
                  <a:lnTo>
                    <a:pt x="542112" y="67754"/>
                  </a:lnTo>
                  <a:lnTo>
                    <a:pt x="544855" y="71640"/>
                  </a:lnTo>
                  <a:close/>
                </a:path>
                <a:path w="3413760" h="295909">
                  <a:moveTo>
                    <a:pt x="560946" y="244906"/>
                  </a:moveTo>
                  <a:lnTo>
                    <a:pt x="560717" y="242557"/>
                  </a:lnTo>
                  <a:lnTo>
                    <a:pt x="555053" y="246113"/>
                  </a:lnTo>
                  <a:lnTo>
                    <a:pt x="560946" y="244906"/>
                  </a:lnTo>
                  <a:close/>
                </a:path>
                <a:path w="3413760" h="295909">
                  <a:moveTo>
                    <a:pt x="560946" y="164058"/>
                  </a:moveTo>
                  <a:lnTo>
                    <a:pt x="560717" y="161709"/>
                  </a:lnTo>
                  <a:lnTo>
                    <a:pt x="555053" y="165265"/>
                  </a:lnTo>
                  <a:lnTo>
                    <a:pt x="560946" y="164058"/>
                  </a:lnTo>
                  <a:close/>
                </a:path>
                <a:path w="3413760" h="295909">
                  <a:moveTo>
                    <a:pt x="560946" y="83210"/>
                  </a:moveTo>
                  <a:lnTo>
                    <a:pt x="560717" y="80873"/>
                  </a:lnTo>
                  <a:lnTo>
                    <a:pt x="555053" y="84416"/>
                  </a:lnTo>
                  <a:lnTo>
                    <a:pt x="560946" y="83210"/>
                  </a:lnTo>
                  <a:close/>
                </a:path>
                <a:path w="3413760" h="295909">
                  <a:moveTo>
                    <a:pt x="560946" y="2349"/>
                  </a:moveTo>
                  <a:lnTo>
                    <a:pt x="560717" y="0"/>
                  </a:lnTo>
                  <a:lnTo>
                    <a:pt x="555053" y="3556"/>
                  </a:lnTo>
                  <a:lnTo>
                    <a:pt x="560946" y="2349"/>
                  </a:lnTo>
                  <a:close/>
                </a:path>
                <a:path w="3413760" h="295909">
                  <a:moveTo>
                    <a:pt x="561759" y="252577"/>
                  </a:moveTo>
                  <a:lnTo>
                    <a:pt x="557403" y="253555"/>
                  </a:lnTo>
                  <a:lnTo>
                    <a:pt x="558126" y="255739"/>
                  </a:lnTo>
                  <a:lnTo>
                    <a:pt x="561759" y="252577"/>
                  </a:lnTo>
                  <a:close/>
                </a:path>
                <a:path w="3413760" h="295909">
                  <a:moveTo>
                    <a:pt x="561759" y="171742"/>
                  </a:moveTo>
                  <a:lnTo>
                    <a:pt x="557403" y="172707"/>
                  </a:lnTo>
                  <a:lnTo>
                    <a:pt x="558126" y="174891"/>
                  </a:lnTo>
                  <a:lnTo>
                    <a:pt x="561759" y="171742"/>
                  </a:lnTo>
                  <a:close/>
                </a:path>
                <a:path w="3413760" h="295909">
                  <a:moveTo>
                    <a:pt x="561759" y="90881"/>
                  </a:moveTo>
                  <a:lnTo>
                    <a:pt x="557403" y="91859"/>
                  </a:lnTo>
                  <a:lnTo>
                    <a:pt x="558126" y="94043"/>
                  </a:lnTo>
                  <a:lnTo>
                    <a:pt x="561759" y="90881"/>
                  </a:lnTo>
                  <a:close/>
                </a:path>
                <a:path w="3413760" h="295909">
                  <a:moveTo>
                    <a:pt x="561759" y="10033"/>
                  </a:moveTo>
                  <a:lnTo>
                    <a:pt x="557403" y="10998"/>
                  </a:lnTo>
                  <a:lnTo>
                    <a:pt x="558126" y="13182"/>
                  </a:lnTo>
                  <a:lnTo>
                    <a:pt x="561759" y="10033"/>
                  </a:lnTo>
                  <a:close/>
                </a:path>
                <a:path w="3413760" h="295909">
                  <a:moveTo>
                    <a:pt x="570572" y="253555"/>
                  </a:moveTo>
                  <a:lnTo>
                    <a:pt x="565962" y="254927"/>
                  </a:lnTo>
                  <a:lnTo>
                    <a:pt x="569849" y="255739"/>
                  </a:lnTo>
                  <a:lnTo>
                    <a:pt x="570572" y="253555"/>
                  </a:lnTo>
                  <a:close/>
                </a:path>
                <a:path w="3413760" h="295909">
                  <a:moveTo>
                    <a:pt x="570572" y="172707"/>
                  </a:moveTo>
                  <a:lnTo>
                    <a:pt x="565962" y="174078"/>
                  </a:lnTo>
                  <a:lnTo>
                    <a:pt x="569849" y="174891"/>
                  </a:lnTo>
                  <a:lnTo>
                    <a:pt x="570572" y="172707"/>
                  </a:lnTo>
                  <a:close/>
                </a:path>
                <a:path w="3413760" h="295909">
                  <a:moveTo>
                    <a:pt x="570572" y="91859"/>
                  </a:moveTo>
                  <a:lnTo>
                    <a:pt x="565962" y="93230"/>
                  </a:lnTo>
                  <a:lnTo>
                    <a:pt x="569849" y="94043"/>
                  </a:lnTo>
                  <a:lnTo>
                    <a:pt x="570572" y="91859"/>
                  </a:lnTo>
                  <a:close/>
                </a:path>
                <a:path w="3413760" h="295909">
                  <a:moveTo>
                    <a:pt x="570572" y="10998"/>
                  </a:moveTo>
                  <a:lnTo>
                    <a:pt x="565962" y="12369"/>
                  </a:lnTo>
                  <a:lnTo>
                    <a:pt x="569849" y="13182"/>
                  </a:lnTo>
                  <a:lnTo>
                    <a:pt x="570572" y="10998"/>
                  </a:lnTo>
                  <a:close/>
                </a:path>
                <a:path w="3413760" h="295909">
                  <a:moveTo>
                    <a:pt x="573646" y="243928"/>
                  </a:moveTo>
                  <a:lnTo>
                    <a:pt x="570484" y="243039"/>
                  </a:lnTo>
                  <a:lnTo>
                    <a:pt x="567016" y="244906"/>
                  </a:lnTo>
                  <a:lnTo>
                    <a:pt x="573646" y="243928"/>
                  </a:lnTo>
                  <a:close/>
                </a:path>
                <a:path w="3413760" h="295909">
                  <a:moveTo>
                    <a:pt x="573646" y="163080"/>
                  </a:moveTo>
                  <a:lnTo>
                    <a:pt x="570484" y="162204"/>
                  </a:lnTo>
                  <a:lnTo>
                    <a:pt x="567016" y="164058"/>
                  </a:lnTo>
                  <a:lnTo>
                    <a:pt x="573646" y="163080"/>
                  </a:lnTo>
                  <a:close/>
                </a:path>
                <a:path w="3413760" h="295909">
                  <a:moveTo>
                    <a:pt x="573646" y="82232"/>
                  </a:moveTo>
                  <a:lnTo>
                    <a:pt x="570484" y="81343"/>
                  </a:lnTo>
                  <a:lnTo>
                    <a:pt x="567016" y="83210"/>
                  </a:lnTo>
                  <a:lnTo>
                    <a:pt x="573646" y="82232"/>
                  </a:lnTo>
                  <a:close/>
                </a:path>
                <a:path w="3413760" h="295909">
                  <a:moveTo>
                    <a:pt x="573646" y="1371"/>
                  </a:moveTo>
                  <a:lnTo>
                    <a:pt x="570484" y="482"/>
                  </a:lnTo>
                  <a:lnTo>
                    <a:pt x="567016" y="2349"/>
                  </a:lnTo>
                  <a:lnTo>
                    <a:pt x="573646" y="1371"/>
                  </a:lnTo>
                  <a:close/>
                </a:path>
                <a:path w="3413760" h="295909">
                  <a:moveTo>
                    <a:pt x="573722" y="233349"/>
                  </a:moveTo>
                  <a:lnTo>
                    <a:pt x="573646" y="226872"/>
                  </a:lnTo>
                  <a:lnTo>
                    <a:pt x="573163" y="230035"/>
                  </a:lnTo>
                  <a:lnTo>
                    <a:pt x="573722" y="233349"/>
                  </a:lnTo>
                  <a:close/>
                </a:path>
                <a:path w="3413760" h="295909">
                  <a:moveTo>
                    <a:pt x="573722" y="152501"/>
                  </a:moveTo>
                  <a:lnTo>
                    <a:pt x="573646" y="146024"/>
                  </a:lnTo>
                  <a:lnTo>
                    <a:pt x="573163" y="149186"/>
                  </a:lnTo>
                  <a:lnTo>
                    <a:pt x="573722" y="152501"/>
                  </a:lnTo>
                  <a:close/>
                </a:path>
                <a:path w="3413760" h="295909">
                  <a:moveTo>
                    <a:pt x="573722" y="71640"/>
                  </a:moveTo>
                  <a:lnTo>
                    <a:pt x="573646" y="65163"/>
                  </a:lnTo>
                  <a:lnTo>
                    <a:pt x="573163" y="68313"/>
                  </a:lnTo>
                  <a:lnTo>
                    <a:pt x="573722" y="71640"/>
                  </a:lnTo>
                  <a:close/>
                </a:path>
                <a:path w="3413760" h="295909">
                  <a:moveTo>
                    <a:pt x="583425" y="265201"/>
                  </a:moveTo>
                  <a:lnTo>
                    <a:pt x="581253" y="261315"/>
                  </a:lnTo>
                  <a:lnTo>
                    <a:pt x="579297" y="262610"/>
                  </a:lnTo>
                  <a:lnTo>
                    <a:pt x="583425" y="265201"/>
                  </a:lnTo>
                  <a:close/>
                </a:path>
                <a:path w="3413760" h="295909">
                  <a:moveTo>
                    <a:pt x="583425" y="184353"/>
                  </a:moveTo>
                  <a:lnTo>
                    <a:pt x="581253" y="180467"/>
                  </a:lnTo>
                  <a:lnTo>
                    <a:pt x="579297" y="181762"/>
                  </a:lnTo>
                  <a:lnTo>
                    <a:pt x="583425" y="184353"/>
                  </a:lnTo>
                  <a:close/>
                </a:path>
                <a:path w="3413760" h="295909">
                  <a:moveTo>
                    <a:pt x="583425" y="103505"/>
                  </a:moveTo>
                  <a:lnTo>
                    <a:pt x="581253" y="99618"/>
                  </a:lnTo>
                  <a:lnTo>
                    <a:pt x="579297" y="100914"/>
                  </a:lnTo>
                  <a:lnTo>
                    <a:pt x="583425" y="103505"/>
                  </a:lnTo>
                  <a:close/>
                </a:path>
                <a:path w="3413760" h="295909">
                  <a:moveTo>
                    <a:pt x="583425" y="22644"/>
                  </a:moveTo>
                  <a:lnTo>
                    <a:pt x="581253" y="18757"/>
                  </a:lnTo>
                  <a:lnTo>
                    <a:pt x="579297" y="20053"/>
                  </a:lnTo>
                  <a:lnTo>
                    <a:pt x="583425" y="22644"/>
                  </a:lnTo>
                  <a:close/>
                </a:path>
                <a:path w="3413760" h="295909">
                  <a:moveTo>
                    <a:pt x="601370" y="285330"/>
                  </a:moveTo>
                  <a:lnTo>
                    <a:pt x="601141" y="282981"/>
                  </a:lnTo>
                  <a:lnTo>
                    <a:pt x="595477" y="286537"/>
                  </a:lnTo>
                  <a:lnTo>
                    <a:pt x="601370" y="285330"/>
                  </a:lnTo>
                  <a:close/>
                </a:path>
                <a:path w="3413760" h="295909">
                  <a:moveTo>
                    <a:pt x="601370" y="204482"/>
                  </a:moveTo>
                  <a:lnTo>
                    <a:pt x="601141" y="202133"/>
                  </a:lnTo>
                  <a:lnTo>
                    <a:pt x="595477" y="205689"/>
                  </a:lnTo>
                  <a:lnTo>
                    <a:pt x="601370" y="204482"/>
                  </a:lnTo>
                  <a:close/>
                </a:path>
                <a:path w="3413760" h="295909">
                  <a:moveTo>
                    <a:pt x="601370" y="123634"/>
                  </a:moveTo>
                  <a:lnTo>
                    <a:pt x="601141" y="121285"/>
                  </a:lnTo>
                  <a:lnTo>
                    <a:pt x="595477" y="124841"/>
                  </a:lnTo>
                  <a:lnTo>
                    <a:pt x="601370" y="123634"/>
                  </a:lnTo>
                  <a:close/>
                </a:path>
                <a:path w="3413760" h="295909">
                  <a:moveTo>
                    <a:pt x="601370" y="42773"/>
                  </a:moveTo>
                  <a:lnTo>
                    <a:pt x="601141" y="40424"/>
                  </a:lnTo>
                  <a:lnTo>
                    <a:pt x="595477" y="43980"/>
                  </a:lnTo>
                  <a:lnTo>
                    <a:pt x="601370" y="42773"/>
                  </a:lnTo>
                  <a:close/>
                </a:path>
                <a:path w="3413760" h="295909">
                  <a:moveTo>
                    <a:pt x="605574" y="273761"/>
                  </a:moveTo>
                  <a:lnTo>
                    <a:pt x="604494" y="265595"/>
                  </a:lnTo>
                  <a:lnTo>
                    <a:pt x="602424" y="265595"/>
                  </a:lnTo>
                  <a:lnTo>
                    <a:pt x="605574" y="273761"/>
                  </a:lnTo>
                  <a:close/>
                </a:path>
                <a:path w="3413760" h="295909">
                  <a:moveTo>
                    <a:pt x="605574" y="192925"/>
                  </a:moveTo>
                  <a:lnTo>
                    <a:pt x="604494" y="184746"/>
                  </a:lnTo>
                  <a:lnTo>
                    <a:pt x="602424" y="184746"/>
                  </a:lnTo>
                  <a:lnTo>
                    <a:pt x="605574" y="192925"/>
                  </a:lnTo>
                  <a:close/>
                </a:path>
                <a:path w="3413760" h="295909">
                  <a:moveTo>
                    <a:pt x="605574" y="112064"/>
                  </a:moveTo>
                  <a:lnTo>
                    <a:pt x="604494" y="103898"/>
                  </a:lnTo>
                  <a:lnTo>
                    <a:pt x="602424" y="103898"/>
                  </a:lnTo>
                  <a:lnTo>
                    <a:pt x="605574" y="112064"/>
                  </a:lnTo>
                  <a:close/>
                </a:path>
                <a:path w="3413760" h="295909">
                  <a:moveTo>
                    <a:pt x="605574" y="31216"/>
                  </a:moveTo>
                  <a:lnTo>
                    <a:pt x="604494" y="23037"/>
                  </a:lnTo>
                  <a:lnTo>
                    <a:pt x="602424" y="23037"/>
                  </a:lnTo>
                  <a:lnTo>
                    <a:pt x="605574" y="31216"/>
                  </a:lnTo>
                  <a:close/>
                </a:path>
                <a:path w="3413760" h="295909">
                  <a:moveTo>
                    <a:pt x="610997" y="293979"/>
                  </a:moveTo>
                  <a:lnTo>
                    <a:pt x="606640" y="293014"/>
                  </a:lnTo>
                  <a:lnTo>
                    <a:pt x="606399" y="295351"/>
                  </a:lnTo>
                  <a:lnTo>
                    <a:pt x="610997" y="293979"/>
                  </a:lnTo>
                  <a:close/>
                </a:path>
                <a:path w="3413760" h="295909">
                  <a:moveTo>
                    <a:pt x="610997" y="213131"/>
                  </a:moveTo>
                  <a:lnTo>
                    <a:pt x="606640" y="212166"/>
                  </a:lnTo>
                  <a:lnTo>
                    <a:pt x="606399" y="214503"/>
                  </a:lnTo>
                  <a:lnTo>
                    <a:pt x="610997" y="213131"/>
                  </a:lnTo>
                  <a:close/>
                </a:path>
                <a:path w="3413760" h="295909">
                  <a:moveTo>
                    <a:pt x="610997" y="132283"/>
                  </a:moveTo>
                  <a:lnTo>
                    <a:pt x="606640" y="131318"/>
                  </a:lnTo>
                  <a:lnTo>
                    <a:pt x="606399" y="133654"/>
                  </a:lnTo>
                  <a:lnTo>
                    <a:pt x="610997" y="132283"/>
                  </a:lnTo>
                  <a:close/>
                </a:path>
                <a:path w="3413760" h="295909">
                  <a:moveTo>
                    <a:pt x="610997" y="51422"/>
                  </a:moveTo>
                  <a:lnTo>
                    <a:pt x="606640" y="50457"/>
                  </a:lnTo>
                  <a:lnTo>
                    <a:pt x="606399" y="52806"/>
                  </a:lnTo>
                  <a:lnTo>
                    <a:pt x="610997" y="51422"/>
                  </a:lnTo>
                  <a:close/>
                </a:path>
                <a:path w="3413760" h="295909">
                  <a:moveTo>
                    <a:pt x="614083" y="284353"/>
                  </a:moveTo>
                  <a:lnTo>
                    <a:pt x="610908" y="283464"/>
                  </a:lnTo>
                  <a:lnTo>
                    <a:pt x="607441" y="285330"/>
                  </a:lnTo>
                  <a:lnTo>
                    <a:pt x="614083" y="284353"/>
                  </a:lnTo>
                  <a:close/>
                </a:path>
                <a:path w="3413760" h="295909">
                  <a:moveTo>
                    <a:pt x="614083" y="203504"/>
                  </a:moveTo>
                  <a:lnTo>
                    <a:pt x="610908" y="202615"/>
                  </a:lnTo>
                  <a:lnTo>
                    <a:pt x="607441" y="204482"/>
                  </a:lnTo>
                  <a:lnTo>
                    <a:pt x="614083" y="203504"/>
                  </a:lnTo>
                  <a:close/>
                </a:path>
                <a:path w="3413760" h="295909">
                  <a:moveTo>
                    <a:pt x="614083" y="122656"/>
                  </a:moveTo>
                  <a:lnTo>
                    <a:pt x="610908" y="121767"/>
                  </a:lnTo>
                  <a:lnTo>
                    <a:pt x="607441" y="123634"/>
                  </a:lnTo>
                  <a:lnTo>
                    <a:pt x="614083" y="122656"/>
                  </a:lnTo>
                  <a:close/>
                </a:path>
                <a:path w="3413760" h="295909">
                  <a:moveTo>
                    <a:pt x="614083" y="41795"/>
                  </a:moveTo>
                  <a:lnTo>
                    <a:pt x="610908" y="40906"/>
                  </a:lnTo>
                  <a:lnTo>
                    <a:pt x="607441" y="42773"/>
                  </a:lnTo>
                  <a:lnTo>
                    <a:pt x="614083" y="41795"/>
                  </a:lnTo>
                  <a:close/>
                </a:path>
                <a:path w="3413760" h="295909">
                  <a:moveTo>
                    <a:pt x="625716" y="233349"/>
                  </a:moveTo>
                  <a:lnTo>
                    <a:pt x="625271" y="229463"/>
                  </a:lnTo>
                  <a:lnTo>
                    <a:pt x="622960" y="229463"/>
                  </a:lnTo>
                  <a:lnTo>
                    <a:pt x="625716" y="233349"/>
                  </a:lnTo>
                  <a:close/>
                </a:path>
                <a:path w="3413760" h="295909">
                  <a:moveTo>
                    <a:pt x="625716" y="152501"/>
                  </a:moveTo>
                  <a:lnTo>
                    <a:pt x="625271" y="148615"/>
                  </a:lnTo>
                  <a:lnTo>
                    <a:pt x="622960" y="148615"/>
                  </a:lnTo>
                  <a:lnTo>
                    <a:pt x="625716" y="152501"/>
                  </a:lnTo>
                  <a:close/>
                </a:path>
                <a:path w="3413760" h="295909">
                  <a:moveTo>
                    <a:pt x="625716" y="71640"/>
                  </a:moveTo>
                  <a:lnTo>
                    <a:pt x="625271" y="67754"/>
                  </a:lnTo>
                  <a:lnTo>
                    <a:pt x="622960" y="67754"/>
                  </a:lnTo>
                  <a:lnTo>
                    <a:pt x="625716" y="71640"/>
                  </a:lnTo>
                  <a:close/>
                </a:path>
                <a:path w="3413760" h="295909">
                  <a:moveTo>
                    <a:pt x="641819" y="244906"/>
                  </a:moveTo>
                  <a:lnTo>
                    <a:pt x="641565" y="242557"/>
                  </a:lnTo>
                  <a:lnTo>
                    <a:pt x="635901" y="246113"/>
                  </a:lnTo>
                  <a:lnTo>
                    <a:pt x="641819" y="244906"/>
                  </a:lnTo>
                  <a:close/>
                </a:path>
                <a:path w="3413760" h="295909">
                  <a:moveTo>
                    <a:pt x="641819" y="164058"/>
                  </a:moveTo>
                  <a:lnTo>
                    <a:pt x="641565" y="161709"/>
                  </a:lnTo>
                  <a:lnTo>
                    <a:pt x="635901" y="165265"/>
                  </a:lnTo>
                  <a:lnTo>
                    <a:pt x="641819" y="164058"/>
                  </a:lnTo>
                  <a:close/>
                </a:path>
                <a:path w="3413760" h="295909">
                  <a:moveTo>
                    <a:pt x="641819" y="83210"/>
                  </a:moveTo>
                  <a:lnTo>
                    <a:pt x="641565" y="80873"/>
                  </a:lnTo>
                  <a:lnTo>
                    <a:pt x="635901" y="84416"/>
                  </a:lnTo>
                  <a:lnTo>
                    <a:pt x="641819" y="83210"/>
                  </a:lnTo>
                  <a:close/>
                </a:path>
                <a:path w="3413760" h="295909">
                  <a:moveTo>
                    <a:pt x="641819" y="2349"/>
                  </a:moveTo>
                  <a:lnTo>
                    <a:pt x="641565" y="0"/>
                  </a:lnTo>
                  <a:lnTo>
                    <a:pt x="635901" y="3556"/>
                  </a:lnTo>
                  <a:lnTo>
                    <a:pt x="641819" y="2349"/>
                  </a:lnTo>
                  <a:close/>
                </a:path>
                <a:path w="3413760" h="295909">
                  <a:moveTo>
                    <a:pt x="642620" y="252577"/>
                  </a:moveTo>
                  <a:lnTo>
                    <a:pt x="638251" y="253555"/>
                  </a:lnTo>
                  <a:lnTo>
                    <a:pt x="638975" y="255739"/>
                  </a:lnTo>
                  <a:lnTo>
                    <a:pt x="642620" y="252577"/>
                  </a:lnTo>
                  <a:close/>
                </a:path>
                <a:path w="3413760" h="295909">
                  <a:moveTo>
                    <a:pt x="642620" y="171742"/>
                  </a:moveTo>
                  <a:lnTo>
                    <a:pt x="638251" y="172707"/>
                  </a:lnTo>
                  <a:lnTo>
                    <a:pt x="638975" y="174891"/>
                  </a:lnTo>
                  <a:lnTo>
                    <a:pt x="642620" y="171742"/>
                  </a:lnTo>
                  <a:close/>
                </a:path>
                <a:path w="3413760" h="295909">
                  <a:moveTo>
                    <a:pt x="642620" y="90881"/>
                  </a:moveTo>
                  <a:lnTo>
                    <a:pt x="638251" y="91859"/>
                  </a:lnTo>
                  <a:lnTo>
                    <a:pt x="638975" y="94043"/>
                  </a:lnTo>
                  <a:lnTo>
                    <a:pt x="642620" y="90881"/>
                  </a:lnTo>
                  <a:close/>
                </a:path>
                <a:path w="3413760" h="295909">
                  <a:moveTo>
                    <a:pt x="642620" y="10033"/>
                  </a:moveTo>
                  <a:lnTo>
                    <a:pt x="638251" y="10998"/>
                  </a:lnTo>
                  <a:lnTo>
                    <a:pt x="638975" y="13182"/>
                  </a:lnTo>
                  <a:lnTo>
                    <a:pt x="642620" y="10033"/>
                  </a:lnTo>
                  <a:close/>
                </a:path>
                <a:path w="3413760" h="295909">
                  <a:moveTo>
                    <a:pt x="651433" y="253555"/>
                  </a:moveTo>
                  <a:lnTo>
                    <a:pt x="646811" y="254927"/>
                  </a:lnTo>
                  <a:lnTo>
                    <a:pt x="650697" y="255739"/>
                  </a:lnTo>
                  <a:lnTo>
                    <a:pt x="651433" y="253555"/>
                  </a:lnTo>
                  <a:close/>
                </a:path>
                <a:path w="3413760" h="295909">
                  <a:moveTo>
                    <a:pt x="651433" y="172707"/>
                  </a:moveTo>
                  <a:lnTo>
                    <a:pt x="646811" y="174078"/>
                  </a:lnTo>
                  <a:lnTo>
                    <a:pt x="650697" y="174891"/>
                  </a:lnTo>
                  <a:lnTo>
                    <a:pt x="651433" y="172707"/>
                  </a:lnTo>
                  <a:close/>
                </a:path>
                <a:path w="3413760" h="295909">
                  <a:moveTo>
                    <a:pt x="651433" y="91859"/>
                  </a:moveTo>
                  <a:lnTo>
                    <a:pt x="646811" y="93230"/>
                  </a:lnTo>
                  <a:lnTo>
                    <a:pt x="650697" y="94043"/>
                  </a:lnTo>
                  <a:lnTo>
                    <a:pt x="651433" y="91859"/>
                  </a:lnTo>
                  <a:close/>
                </a:path>
                <a:path w="3413760" h="295909">
                  <a:moveTo>
                    <a:pt x="651433" y="10998"/>
                  </a:moveTo>
                  <a:lnTo>
                    <a:pt x="646811" y="12369"/>
                  </a:lnTo>
                  <a:lnTo>
                    <a:pt x="650697" y="13182"/>
                  </a:lnTo>
                  <a:lnTo>
                    <a:pt x="651433" y="10998"/>
                  </a:lnTo>
                  <a:close/>
                </a:path>
                <a:path w="3413760" h="295909">
                  <a:moveTo>
                    <a:pt x="654507" y="243928"/>
                  </a:moveTo>
                  <a:lnTo>
                    <a:pt x="651357" y="243039"/>
                  </a:lnTo>
                  <a:lnTo>
                    <a:pt x="647877" y="244906"/>
                  </a:lnTo>
                  <a:lnTo>
                    <a:pt x="654507" y="243928"/>
                  </a:lnTo>
                  <a:close/>
                </a:path>
                <a:path w="3413760" h="295909">
                  <a:moveTo>
                    <a:pt x="654507" y="163080"/>
                  </a:moveTo>
                  <a:lnTo>
                    <a:pt x="651357" y="162204"/>
                  </a:lnTo>
                  <a:lnTo>
                    <a:pt x="647877" y="164058"/>
                  </a:lnTo>
                  <a:lnTo>
                    <a:pt x="654507" y="163080"/>
                  </a:lnTo>
                  <a:close/>
                </a:path>
                <a:path w="3413760" h="295909">
                  <a:moveTo>
                    <a:pt x="654507" y="82232"/>
                  </a:moveTo>
                  <a:lnTo>
                    <a:pt x="651357" y="81343"/>
                  </a:lnTo>
                  <a:lnTo>
                    <a:pt x="647877" y="83210"/>
                  </a:lnTo>
                  <a:lnTo>
                    <a:pt x="654507" y="82232"/>
                  </a:lnTo>
                  <a:close/>
                </a:path>
                <a:path w="3413760" h="295909">
                  <a:moveTo>
                    <a:pt x="654507" y="1371"/>
                  </a:moveTo>
                  <a:lnTo>
                    <a:pt x="651357" y="482"/>
                  </a:lnTo>
                  <a:lnTo>
                    <a:pt x="647877" y="2349"/>
                  </a:lnTo>
                  <a:lnTo>
                    <a:pt x="654507" y="1371"/>
                  </a:lnTo>
                  <a:close/>
                </a:path>
                <a:path w="3413760" h="295909">
                  <a:moveTo>
                    <a:pt x="654570" y="233349"/>
                  </a:moveTo>
                  <a:lnTo>
                    <a:pt x="654507" y="226872"/>
                  </a:lnTo>
                  <a:lnTo>
                    <a:pt x="654011" y="230035"/>
                  </a:lnTo>
                  <a:lnTo>
                    <a:pt x="654570" y="233349"/>
                  </a:lnTo>
                  <a:close/>
                </a:path>
                <a:path w="3413760" h="295909">
                  <a:moveTo>
                    <a:pt x="654570" y="152501"/>
                  </a:moveTo>
                  <a:lnTo>
                    <a:pt x="654507" y="146024"/>
                  </a:lnTo>
                  <a:lnTo>
                    <a:pt x="654011" y="149186"/>
                  </a:lnTo>
                  <a:lnTo>
                    <a:pt x="654570" y="152501"/>
                  </a:lnTo>
                  <a:close/>
                </a:path>
                <a:path w="3413760" h="295909">
                  <a:moveTo>
                    <a:pt x="654570" y="71640"/>
                  </a:moveTo>
                  <a:lnTo>
                    <a:pt x="654507" y="65163"/>
                  </a:lnTo>
                  <a:lnTo>
                    <a:pt x="654011" y="68313"/>
                  </a:lnTo>
                  <a:lnTo>
                    <a:pt x="654570" y="71640"/>
                  </a:lnTo>
                  <a:close/>
                </a:path>
                <a:path w="3413760" h="295909">
                  <a:moveTo>
                    <a:pt x="664286" y="265201"/>
                  </a:moveTo>
                  <a:lnTo>
                    <a:pt x="662101" y="261315"/>
                  </a:lnTo>
                  <a:lnTo>
                    <a:pt x="660158" y="262610"/>
                  </a:lnTo>
                  <a:lnTo>
                    <a:pt x="664286" y="265201"/>
                  </a:lnTo>
                  <a:close/>
                </a:path>
                <a:path w="3413760" h="295909">
                  <a:moveTo>
                    <a:pt x="664286" y="184353"/>
                  </a:moveTo>
                  <a:lnTo>
                    <a:pt x="662101" y="180467"/>
                  </a:lnTo>
                  <a:lnTo>
                    <a:pt x="660158" y="181762"/>
                  </a:lnTo>
                  <a:lnTo>
                    <a:pt x="664286" y="184353"/>
                  </a:lnTo>
                  <a:close/>
                </a:path>
                <a:path w="3413760" h="295909">
                  <a:moveTo>
                    <a:pt x="664286" y="103505"/>
                  </a:moveTo>
                  <a:lnTo>
                    <a:pt x="662101" y="99618"/>
                  </a:lnTo>
                  <a:lnTo>
                    <a:pt x="660158" y="100914"/>
                  </a:lnTo>
                  <a:lnTo>
                    <a:pt x="664286" y="103505"/>
                  </a:lnTo>
                  <a:close/>
                </a:path>
                <a:path w="3413760" h="295909">
                  <a:moveTo>
                    <a:pt x="664286" y="22644"/>
                  </a:moveTo>
                  <a:lnTo>
                    <a:pt x="662101" y="18757"/>
                  </a:lnTo>
                  <a:lnTo>
                    <a:pt x="660158" y="20053"/>
                  </a:lnTo>
                  <a:lnTo>
                    <a:pt x="664286" y="22644"/>
                  </a:lnTo>
                  <a:close/>
                </a:path>
                <a:path w="3413760" h="295909">
                  <a:moveTo>
                    <a:pt x="682231" y="285330"/>
                  </a:moveTo>
                  <a:lnTo>
                    <a:pt x="681990" y="282981"/>
                  </a:lnTo>
                  <a:lnTo>
                    <a:pt x="676325" y="286537"/>
                  </a:lnTo>
                  <a:lnTo>
                    <a:pt x="682231" y="285330"/>
                  </a:lnTo>
                  <a:close/>
                </a:path>
                <a:path w="3413760" h="295909">
                  <a:moveTo>
                    <a:pt x="682231" y="204482"/>
                  </a:moveTo>
                  <a:lnTo>
                    <a:pt x="681990" y="202133"/>
                  </a:lnTo>
                  <a:lnTo>
                    <a:pt x="676325" y="205689"/>
                  </a:lnTo>
                  <a:lnTo>
                    <a:pt x="682231" y="204482"/>
                  </a:lnTo>
                  <a:close/>
                </a:path>
                <a:path w="3413760" h="295909">
                  <a:moveTo>
                    <a:pt x="682231" y="123634"/>
                  </a:moveTo>
                  <a:lnTo>
                    <a:pt x="681990" y="121285"/>
                  </a:lnTo>
                  <a:lnTo>
                    <a:pt x="676325" y="124841"/>
                  </a:lnTo>
                  <a:lnTo>
                    <a:pt x="682231" y="123634"/>
                  </a:lnTo>
                  <a:close/>
                </a:path>
                <a:path w="3413760" h="295909">
                  <a:moveTo>
                    <a:pt x="682231" y="42773"/>
                  </a:moveTo>
                  <a:lnTo>
                    <a:pt x="681990" y="40424"/>
                  </a:lnTo>
                  <a:lnTo>
                    <a:pt x="676325" y="43980"/>
                  </a:lnTo>
                  <a:lnTo>
                    <a:pt x="682231" y="42773"/>
                  </a:lnTo>
                  <a:close/>
                </a:path>
                <a:path w="3413760" h="295909">
                  <a:moveTo>
                    <a:pt x="686435" y="273761"/>
                  </a:moveTo>
                  <a:lnTo>
                    <a:pt x="685342" y="265595"/>
                  </a:lnTo>
                  <a:lnTo>
                    <a:pt x="683285" y="265595"/>
                  </a:lnTo>
                  <a:lnTo>
                    <a:pt x="686435" y="273761"/>
                  </a:lnTo>
                  <a:close/>
                </a:path>
                <a:path w="3413760" h="295909">
                  <a:moveTo>
                    <a:pt x="686435" y="192925"/>
                  </a:moveTo>
                  <a:lnTo>
                    <a:pt x="685342" y="184746"/>
                  </a:lnTo>
                  <a:lnTo>
                    <a:pt x="683285" y="184746"/>
                  </a:lnTo>
                  <a:lnTo>
                    <a:pt x="686435" y="192925"/>
                  </a:lnTo>
                  <a:close/>
                </a:path>
                <a:path w="3413760" h="295909">
                  <a:moveTo>
                    <a:pt x="686435" y="112064"/>
                  </a:moveTo>
                  <a:lnTo>
                    <a:pt x="685342" y="103898"/>
                  </a:lnTo>
                  <a:lnTo>
                    <a:pt x="683285" y="103898"/>
                  </a:lnTo>
                  <a:lnTo>
                    <a:pt x="686435" y="112064"/>
                  </a:lnTo>
                  <a:close/>
                </a:path>
                <a:path w="3413760" h="295909">
                  <a:moveTo>
                    <a:pt x="686435" y="31216"/>
                  </a:moveTo>
                  <a:lnTo>
                    <a:pt x="685342" y="23037"/>
                  </a:lnTo>
                  <a:lnTo>
                    <a:pt x="683285" y="23037"/>
                  </a:lnTo>
                  <a:lnTo>
                    <a:pt x="686435" y="31216"/>
                  </a:lnTo>
                  <a:close/>
                </a:path>
                <a:path w="3413760" h="295909">
                  <a:moveTo>
                    <a:pt x="691857" y="293979"/>
                  </a:moveTo>
                  <a:lnTo>
                    <a:pt x="687489" y="293014"/>
                  </a:lnTo>
                  <a:lnTo>
                    <a:pt x="687235" y="295351"/>
                  </a:lnTo>
                  <a:lnTo>
                    <a:pt x="691857" y="293979"/>
                  </a:lnTo>
                  <a:close/>
                </a:path>
                <a:path w="3413760" h="295909">
                  <a:moveTo>
                    <a:pt x="691857" y="213131"/>
                  </a:moveTo>
                  <a:lnTo>
                    <a:pt x="687489" y="212166"/>
                  </a:lnTo>
                  <a:lnTo>
                    <a:pt x="687235" y="214503"/>
                  </a:lnTo>
                  <a:lnTo>
                    <a:pt x="691857" y="213131"/>
                  </a:lnTo>
                  <a:close/>
                </a:path>
                <a:path w="3413760" h="295909">
                  <a:moveTo>
                    <a:pt x="691857" y="132283"/>
                  </a:moveTo>
                  <a:lnTo>
                    <a:pt x="687489" y="131318"/>
                  </a:lnTo>
                  <a:lnTo>
                    <a:pt x="687235" y="133654"/>
                  </a:lnTo>
                  <a:lnTo>
                    <a:pt x="691857" y="132283"/>
                  </a:lnTo>
                  <a:close/>
                </a:path>
                <a:path w="3413760" h="295909">
                  <a:moveTo>
                    <a:pt x="691857" y="51422"/>
                  </a:moveTo>
                  <a:lnTo>
                    <a:pt x="687489" y="50457"/>
                  </a:lnTo>
                  <a:lnTo>
                    <a:pt x="687235" y="52806"/>
                  </a:lnTo>
                  <a:lnTo>
                    <a:pt x="691857" y="51422"/>
                  </a:lnTo>
                  <a:close/>
                </a:path>
                <a:path w="3413760" h="295909">
                  <a:moveTo>
                    <a:pt x="694931" y="284353"/>
                  </a:moveTo>
                  <a:lnTo>
                    <a:pt x="691781" y="283464"/>
                  </a:lnTo>
                  <a:lnTo>
                    <a:pt x="688301" y="285330"/>
                  </a:lnTo>
                  <a:lnTo>
                    <a:pt x="694931" y="284353"/>
                  </a:lnTo>
                  <a:close/>
                </a:path>
                <a:path w="3413760" h="295909">
                  <a:moveTo>
                    <a:pt x="694931" y="203504"/>
                  </a:moveTo>
                  <a:lnTo>
                    <a:pt x="691781" y="202615"/>
                  </a:lnTo>
                  <a:lnTo>
                    <a:pt x="688301" y="204482"/>
                  </a:lnTo>
                  <a:lnTo>
                    <a:pt x="694931" y="203504"/>
                  </a:lnTo>
                  <a:close/>
                </a:path>
                <a:path w="3413760" h="295909">
                  <a:moveTo>
                    <a:pt x="694931" y="122656"/>
                  </a:moveTo>
                  <a:lnTo>
                    <a:pt x="691781" y="121767"/>
                  </a:lnTo>
                  <a:lnTo>
                    <a:pt x="688301" y="123634"/>
                  </a:lnTo>
                  <a:lnTo>
                    <a:pt x="694931" y="122656"/>
                  </a:lnTo>
                  <a:close/>
                </a:path>
                <a:path w="3413760" h="295909">
                  <a:moveTo>
                    <a:pt x="694931" y="41795"/>
                  </a:moveTo>
                  <a:lnTo>
                    <a:pt x="691781" y="40906"/>
                  </a:lnTo>
                  <a:lnTo>
                    <a:pt x="688301" y="42773"/>
                  </a:lnTo>
                  <a:lnTo>
                    <a:pt x="694931" y="41795"/>
                  </a:lnTo>
                  <a:close/>
                </a:path>
                <a:path w="3413760" h="295909">
                  <a:moveTo>
                    <a:pt x="706564" y="233349"/>
                  </a:moveTo>
                  <a:lnTo>
                    <a:pt x="706145" y="229463"/>
                  </a:lnTo>
                  <a:lnTo>
                    <a:pt x="703821" y="229463"/>
                  </a:lnTo>
                  <a:lnTo>
                    <a:pt x="706564" y="233349"/>
                  </a:lnTo>
                  <a:close/>
                </a:path>
                <a:path w="3413760" h="295909">
                  <a:moveTo>
                    <a:pt x="706564" y="152501"/>
                  </a:moveTo>
                  <a:lnTo>
                    <a:pt x="706145" y="148615"/>
                  </a:lnTo>
                  <a:lnTo>
                    <a:pt x="703821" y="148615"/>
                  </a:lnTo>
                  <a:lnTo>
                    <a:pt x="706564" y="152501"/>
                  </a:lnTo>
                  <a:close/>
                </a:path>
                <a:path w="3413760" h="295909">
                  <a:moveTo>
                    <a:pt x="706564" y="71640"/>
                  </a:moveTo>
                  <a:lnTo>
                    <a:pt x="706145" y="67754"/>
                  </a:lnTo>
                  <a:lnTo>
                    <a:pt x="703821" y="67754"/>
                  </a:lnTo>
                  <a:lnTo>
                    <a:pt x="706564" y="71640"/>
                  </a:lnTo>
                  <a:close/>
                </a:path>
                <a:path w="3413760" h="295909">
                  <a:moveTo>
                    <a:pt x="722655" y="244906"/>
                  </a:moveTo>
                  <a:lnTo>
                    <a:pt x="722414" y="242557"/>
                  </a:lnTo>
                  <a:lnTo>
                    <a:pt x="716749" y="246113"/>
                  </a:lnTo>
                  <a:lnTo>
                    <a:pt x="722655" y="244906"/>
                  </a:lnTo>
                  <a:close/>
                </a:path>
                <a:path w="3413760" h="295909">
                  <a:moveTo>
                    <a:pt x="722655" y="164058"/>
                  </a:moveTo>
                  <a:lnTo>
                    <a:pt x="722414" y="161709"/>
                  </a:lnTo>
                  <a:lnTo>
                    <a:pt x="716749" y="165265"/>
                  </a:lnTo>
                  <a:lnTo>
                    <a:pt x="722655" y="164058"/>
                  </a:lnTo>
                  <a:close/>
                </a:path>
                <a:path w="3413760" h="295909">
                  <a:moveTo>
                    <a:pt x="722655" y="83210"/>
                  </a:moveTo>
                  <a:lnTo>
                    <a:pt x="722414" y="80873"/>
                  </a:lnTo>
                  <a:lnTo>
                    <a:pt x="716749" y="84416"/>
                  </a:lnTo>
                  <a:lnTo>
                    <a:pt x="722655" y="83210"/>
                  </a:lnTo>
                  <a:close/>
                </a:path>
                <a:path w="3413760" h="295909">
                  <a:moveTo>
                    <a:pt x="722655" y="2349"/>
                  </a:moveTo>
                  <a:lnTo>
                    <a:pt x="722414" y="0"/>
                  </a:lnTo>
                  <a:lnTo>
                    <a:pt x="716749" y="3556"/>
                  </a:lnTo>
                  <a:lnTo>
                    <a:pt x="722655" y="2349"/>
                  </a:lnTo>
                  <a:close/>
                </a:path>
                <a:path w="3413760" h="295909">
                  <a:moveTo>
                    <a:pt x="723468" y="252577"/>
                  </a:moveTo>
                  <a:lnTo>
                    <a:pt x="719099" y="253555"/>
                  </a:lnTo>
                  <a:lnTo>
                    <a:pt x="719823" y="255739"/>
                  </a:lnTo>
                  <a:lnTo>
                    <a:pt x="723468" y="252577"/>
                  </a:lnTo>
                  <a:close/>
                </a:path>
                <a:path w="3413760" h="295909">
                  <a:moveTo>
                    <a:pt x="723468" y="171742"/>
                  </a:moveTo>
                  <a:lnTo>
                    <a:pt x="719099" y="172707"/>
                  </a:lnTo>
                  <a:lnTo>
                    <a:pt x="719823" y="174891"/>
                  </a:lnTo>
                  <a:lnTo>
                    <a:pt x="723468" y="171742"/>
                  </a:lnTo>
                  <a:close/>
                </a:path>
                <a:path w="3413760" h="295909">
                  <a:moveTo>
                    <a:pt x="723468" y="90881"/>
                  </a:moveTo>
                  <a:lnTo>
                    <a:pt x="719099" y="91859"/>
                  </a:lnTo>
                  <a:lnTo>
                    <a:pt x="719823" y="94043"/>
                  </a:lnTo>
                  <a:lnTo>
                    <a:pt x="723468" y="90881"/>
                  </a:lnTo>
                  <a:close/>
                </a:path>
                <a:path w="3413760" h="295909">
                  <a:moveTo>
                    <a:pt x="723468" y="10033"/>
                  </a:moveTo>
                  <a:lnTo>
                    <a:pt x="719099" y="10998"/>
                  </a:lnTo>
                  <a:lnTo>
                    <a:pt x="719823" y="13182"/>
                  </a:lnTo>
                  <a:lnTo>
                    <a:pt x="723468" y="10033"/>
                  </a:lnTo>
                  <a:close/>
                </a:path>
                <a:path w="3413760" h="295909">
                  <a:moveTo>
                    <a:pt x="732282" y="253555"/>
                  </a:moveTo>
                  <a:lnTo>
                    <a:pt x="727684" y="254927"/>
                  </a:lnTo>
                  <a:lnTo>
                    <a:pt x="731545" y="255739"/>
                  </a:lnTo>
                  <a:lnTo>
                    <a:pt x="732282" y="253555"/>
                  </a:lnTo>
                  <a:close/>
                </a:path>
                <a:path w="3413760" h="295909">
                  <a:moveTo>
                    <a:pt x="732282" y="172707"/>
                  </a:moveTo>
                  <a:lnTo>
                    <a:pt x="727684" y="174078"/>
                  </a:lnTo>
                  <a:lnTo>
                    <a:pt x="731545" y="174891"/>
                  </a:lnTo>
                  <a:lnTo>
                    <a:pt x="732282" y="172707"/>
                  </a:lnTo>
                  <a:close/>
                </a:path>
                <a:path w="3413760" h="295909">
                  <a:moveTo>
                    <a:pt x="732282" y="91859"/>
                  </a:moveTo>
                  <a:lnTo>
                    <a:pt x="727684" y="93230"/>
                  </a:lnTo>
                  <a:lnTo>
                    <a:pt x="731545" y="94043"/>
                  </a:lnTo>
                  <a:lnTo>
                    <a:pt x="732282" y="91859"/>
                  </a:lnTo>
                  <a:close/>
                </a:path>
                <a:path w="3413760" h="295909">
                  <a:moveTo>
                    <a:pt x="732282" y="10998"/>
                  </a:moveTo>
                  <a:lnTo>
                    <a:pt x="727684" y="12369"/>
                  </a:lnTo>
                  <a:lnTo>
                    <a:pt x="731545" y="13182"/>
                  </a:lnTo>
                  <a:lnTo>
                    <a:pt x="732282" y="10998"/>
                  </a:lnTo>
                  <a:close/>
                </a:path>
                <a:path w="3413760" h="295909">
                  <a:moveTo>
                    <a:pt x="735355" y="243928"/>
                  </a:moveTo>
                  <a:lnTo>
                    <a:pt x="732193" y="243039"/>
                  </a:lnTo>
                  <a:lnTo>
                    <a:pt x="728713" y="244906"/>
                  </a:lnTo>
                  <a:lnTo>
                    <a:pt x="735355" y="243928"/>
                  </a:lnTo>
                  <a:close/>
                </a:path>
                <a:path w="3413760" h="295909">
                  <a:moveTo>
                    <a:pt x="735355" y="163080"/>
                  </a:moveTo>
                  <a:lnTo>
                    <a:pt x="732193" y="162204"/>
                  </a:lnTo>
                  <a:lnTo>
                    <a:pt x="728713" y="164058"/>
                  </a:lnTo>
                  <a:lnTo>
                    <a:pt x="735355" y="163080"/>
                  </a:lnTo>
                  <a:close/>
                </a:path>
                <a:path w="3413760" h="295909">
                  <a:moveTo>
                    <a:pt x="735355" y="82232"/>
                  </a:moveTo>
                  <a:lnTo>
                    <a:pt x="732193" y="81343"/>
                  </a:lnTo>
                  <a:lnTo>
                    <a:pt x="728713" y="83210"/>
                  </a:lnTo>
                  <a:lnTo>
                    <a:pt x="735355" y="82232"/>
                  </a:lnTo>
                  <a:close/>
                </a:path>
                <a:path w="3413760" h="295909">
                  <a:moveTo>
                    <a:pt x="735355" y="1371"/>
                  </a:moveTo>
                  <a:lnTo>
                    <a:pt x="732193" y="482"/>
                  </a:lnTo>
                  <a:lnTo>
                    <a:pt x="728713" y="2349"/>
                  </a:lnTo>
                  <a:lnTo>
                    <a:pt x="735355" y="1371"/>
                  </a:lnTo>
                  <a:close/>
                </a:path>
                <a:path w="3413760" h="295909">
                  <a:moveTo>
                    <a:pt x="735431" y="233349"/>
                  </a:moveTo>
                  <a:lnTo>
                    <a:pt x="735355" y="226872"/>
                  </a:lnTo>
                  <a:lnTo>
                    <a:pt x="734860" y="230035"/>
                  </a:lnTo>
                  <a:lnTo>
                    <a:pt x="735431" y="233349"/>
                  </a:lnTo>
                  <a:close/>
                </a:path>
                <a:path w="3413760" h="295909">
                  <a:moveTo>
                    <a:pt x="735431" y="152501"/>
                  </a:moveTo>
                  <a:lnTo>
                    <a:pt x="735355" y="146024"/>
                  </a:lnTo>
                  <a:lnTo>
                    <a:pt x="734860" y="149186"/>
                  </a:lnTo>
                  <a:lnTo>
                    <a:pt x="735431" y="152501"/>
                  </a:lnTo>
                  <a:close/>
                </a:path>
                <a:path w="3413760" h="295909">
                  <a:moveTo>
                    <a:pt x="735431" y="71640"/>
                  </a:moveTo>
                  <a:lnTo>
                    <a:pt x="735355" y="65163"/>
                  </a:lnTo>
                  <a:lnTo>
                    <a:pt x="734860" y="68313"/>
                  </a:lnTo>
                  <a:lnTo>
                    <a:pt x="735431" y="71640"/>
                  </a:lnTo>
                  <a:close/>
                </a:path>
                <a:path w="3413760" h="295909">
                  <a:moveTo>
                    <a:pt x="745121" y="265201"/>
                  </a:moveTo>
                  <a:lnTo>
                    <a:pt x="742950" y="261315"/>
                  </a:lnTo>
                  <a:lnTo>
                    <a:pt x="741019" y="262610"/>
                  </a:lnTo>
                  <a:lnTo>
                    <a:pt x="745121" y="265201"/>
                  </a:lnTo>
                  <a:close/>
                </a:path>
                <a:path w="3413760" h="295909">
                  <a:moveTo>
                    <a:pt x="745121" y="184353"/>
                  </a:moveTo>
                  <a:lnTo>
                    <a:pt x="742950" y="180467"/>
                  </a:lnTo>
                  <a:lnTo>
                    <a:pt x="741019" y="181762"/>
                  </a:lnTo>
                  <a:lnTo>
                    <a:pt x="745121" y="184353"/>
                  </a:lnTo>
                  <a:close/>
                </a:path>
                <a:path w="3413760" h="295909">
                  <a:moveTo>
                    <a:pt x="745121" y="103505"/>
                  </a:moveTo>
                  <a:lnTo>
                    <a:pt x="742950" y="99618"/>
                  </a:lnTo>
                  <a:lnTo>
                    <a:pt x="741019" y="100914"/>
                  </a:lnTo>
                  <a:lnTo>
                    <a:pt x="745121" y="103505"/>
                  </a:lnTo>
                  <a:close/>
                </a:path>
                <a:path w="3413760" h="295909">
                  <a:moveTo>
                    <a:pt x="745121" y="22644"/>
                  </a:moveTo>
                  <a:lnTo>
                    <a:pt x="742950" y="18757"/>
                  </a:lnTo>
                  <a:lnTo>
                    <a:pt x="741019" y="20053"/>
                  </a:lnTo>
                  <a:lnTo>
                    <a:pt x="745121" y="22644"/>
                  </a:lnTo>
                  <a:close/>
                </a:path>
                <a:path w="3413760" h="295909">
                  <a:moveTo>
                    <a:pt x="763092" y="285330"/>
                  </a:moveTo>
                  <a:lnTo>
                    <a:pt x="762838" y="282981"/>
                  </a:lnTo>
                  <a:lnTo>
                    <a:pt x="757174" y="286537"/>
                  </a:lnTo>
                  <a:lnTo>
                    <a:pt x="763092" y="285330"/>
                  </a:lnTo>
                  <a:close/>
                </a:path>
                <a:path w="3413760" h="295909">
                  <a:moveTo>
                    <a:pt x="763092" y="204482"/>
                  </a:moveTo>
                  <a:lnTo>
                    <a:pt x="762838" y="202133"/>
                  </a:lnTo>
                  <a:lnTo>
                    <a:pt x="757174" y="205689"/>
                  </a:lnTo>
                  <a:lnTo>
                    <a:pt x="763092" y="204482"/>
                  </a:lnTo>
                  <a:close/>
                </a:path>
                <a:path w="3413760" h="295909">
                  <a:moveTo>
                    <a:pt x="763092" y="123634"/>
                  </a:moveTo>
                  <a:lnTo>
                    <a:pt x="762838" y="121285"/>
                  </a:lnTo>
                  <a:lnTo>
                    <a:pt x="757174" y="124841"/>
                  </a:lnTo>
                  <a:lnTo>
                    <a:pt x="763092" y="123634"/>
                  </a:lnTo>
                  <a:close/>
                </a:path>
                <a:path w="3413760" h="295909">
                  <a:moveTo>
                    <a:pt x="763092" y="42773"/>
                  </a:moveTo>
                  <a:lnTo>
                    <a:pt x="762838" y="40424"/>
                  </a:lnTo>
                  <a:lnTo>
                    <a:pt x="757174" y="43980"/>
                  </a:lnTo>
                  <a:lnTo>
                    <a:pt x="763092" y="42773"/>
                  </a:lnTo>
                  <a:close/>
                </a:path>
                <a:path w="3413760" h="295909">
                  <a:moveTo>
                    <a:pt x="767295" y="273761"/>
                  </a:moveTo>
                  <a:lnTo>
                    <a:pt x="766191" y="265595"/>
                  </a:lnTo>
                  <a:lnTo>
                    <a:pt x="764133" y="265595"/>
                  </a:lnTo>
                  <a:lnTo>
                    <a:pt x="767295" y="273761"/>
                  </a:lnTo>
                  <a:close/>
                </a:path>
                <a:path w="3413760" h="295909">
                  <a:moveTo>
                    <a:pt x="767295" y="192925"/>
                  </a:moveTo>
                  <a:lnTo>
                    <a:pt x="766191" y="184746"/>
                  </a:lnTo>
                  <a:lnTo>
                    <a:pt x="764133" y="184746"/>
                  </a:lnTo>
                  <a:lnTo>
                    <a:pt x="767295" y="192925"/>
                  </a:lnTo>
                  <a:close/>
                </a:path>
                <a:path w="3413760" h="295909">
                  <a:moveTo>
                    <a:pt x="767295" y="112064"/>
                  </a:moveTo>
                  <a:lnTo>
                    <a:pt x="766191" y="103898"/>
                  </a:lnTo>
                  <a:lnTo>
                    <a:pt x="764133" y="103898"/>
                  </a:lnTo>
                  <a:lnTo>
                    <a:pt x="767295" y="112064"/>
                  </a:lnTo>
                  <a:close/>
                </a:path>
                <a:path w="3413760" h="295909">
                  <a:moveTo>
                    <a:pt x="767295" y="31216"/>
                  </a:moveTo>
                  <a:lnTo>
                    <a:pt x="766191" y="23037"/>
                  </a:lnTo>
                  <a:lnTo>
                    <a:pt x="764133" y="23037"/>
                  </a:lnTo>
                  <a:lnTo>
                    <a:pt x="767295" y="31216"/>
                  </a:lnTo>
                  <a:close/>
                </a:path>
                <a:path w="3413760" h="295909">
                  <a:moveTo>
                    <a:pt x="772706" y="293979"/>
                  </a:moveTo>
                  <a:lnTo>
                    <a:pt x="768337" y="293014"/>
                  </a:lnTo>
                  <a:lnTo>
                    <a:pt x="768108" y="295351"/>
                  </a:lnTo>
                  <a:lnTo>
                    <a:pt x="772706" y="293979"/>
                  </a:lnTo>
                  <a:close/>
                </a:path>
                <a:path w="3413760" h="295909">
                  <a:moveTo>
                    <a:pt x="772706" y="213131"/>
                  </a:moveTo>
                  <a:lnTo>
                    <a:pt x="768337" y="212166"/>
                  </a:lnTo>
                  <a:lnTo>
                    <a:pt x="768108" y="214503"/>
                  </a:lnTo>
                  <a:lnTo>
                    <a:pt x="772706" y="213131"/>
                  </a:lnTo>
                  <a:close/>
                </a:path>
                <a:path w="3413760" h="295909">
                  <a:moveTo>
                    <a:pt x="772706" y="132283"/>
                  </a:moveTo>
                  <a:lnTo>
                    <a:pt x="768337" y="131318"/>
                  </a:lnTo>
                  <a:lnTo>
                    <a:pt x="768108" y="133654"/>
                  </a:lnTo>
                  <a:lnTo>
                    <a:pt x="772706" y="132283"/>
                  </a:lnTo>
                  <a:close/>
                </a:path>
                <a:path w="3413760" h="295909">
                  <a:moveTo>
                    <a:pt x="772706" y="51422"/>
                  </a:moveTo>
                  <a:lnTo>
                    <a:pt x="768337" y="50457"/>
                  </a:lnTo>
                  <a:lnTo>
                    <a:pt x="768108" y="52806"/>
                  </a:lnTo>
                  <a:lnTo>
                    <a:pt x="772706" y="51422"/>
                  </a:lnTo>
                  <a:close/>
                </a:path>
                <a:path w="3413760" h="295909">
                  <a:moveTo>
                    <a:pt x="775779" y="284353"/>
                  </a:moveTo>
                  <a:lnTo>
                    <a:pt x="772629" y="283464"/>
                  </a:lnTo>
                  <a:lnTo>
                    <a:pt x="769137" y="285330"/>
                  </a:lnTo>
                  <a:lnTo>
                    <a:pt x="775779" y="284353"/>
                  </a:lnTo>
                  <a:close/>
                </a:path>
                <a:path w="3413760" h="295909">
                  <a:moveTo>
                    <a:pt x="775779" y="203504"/>
                  </a:moveTo>
                  <a:lnTo>
                    <a:pt x="772629" y="202615"/>
                  </a:lnTo>
                  <a:lnTo>
                    <a:pt x="769137" y="204482"/>
                  </a:lnTo>
                  <a:lnTo>
                    <a:pt x="775779" y="203504"/>
                  </a:lnTo>
                  <a:close/>
                </a:path>
                <a:path w="3413760" h="295909">
                  <a:moveTo>
                    <a:pt x="775779" y="122656"/>
                  </a:moveTo>
                  <a:lnTo>
                    <a:pt x="772629" y="121767"/>
                  </a:lnTo>
                  <a:lnTo>
                    <a:pt x="769137" y="123634"/>
                  </a:lnTo>
                  <a:lnTo>
                    <a:pt x="775779" y="122656"/>
                  </a:lnTo>
                  <a:close/>
                </a:path>
                <a:path w="3413760" h="295909">
                  <a:moveTo>
                    <a:pt x="775779" y="41795"/>
                  </a:moveTo>
                  <a:lnTo>
                    <a:pt x="772629" y="40906"/>
                  </a:lnTo>
                  <a:lnTo>
                    <a:pt x="769137" y="42773"/>
                  </a:lnTo>
                  <a:lnTo>
                    <a:pt x="775779" y="41795"/>
                  </a:lnTo>
                  <a:close/>
                </a:path>
                <a:path w="3413760" h="295909">
                  <a:moveTo>
                    <a:pt x="787412" y="233349"/>
                  </a:moveTo>
                  <a:lnTo>
                    <a:pt x="786980" y="229463"/>
                  </a:lnTo>
                  <a:lnTo>
                    <a:pt x="784669" y="229463"/>
                  </a:lnTo>
                  <a:lnTo>
                    <a:pt x="787412" y="233349"/>
                  </a:lnTo>
                  <a:close/>
                </a:path>
                <a:path w="3413760" h="295909">
                  <a:moveTo>
                    <a:pt x="787412" y="152501"/>
                  </a:moveTo>
                  <a:lnTo>
                    <a:pt x="786980" y="148615"/>
                  </a:lnTo>
                  <a:lnTo>
                    <a:pt x="784669" y="148615"/>
                  </a:lnTo>
                  <a:lnTo>
                    <a:pt x="787412" y="152501"/>
                  </a:lnTo>
                  <a:close/>
                </a:path>
                <a:path w="3413760" h="295909">
                  <a:moveTo>
                    <a:pt x="787412" y="71640"/>
                  </a:moveTo>
                  <a:lnTo>
                    <a:pt x="786980" y="67754"/>
                  </a:lnTo>
                  <a:lnTo>
                    <a:pt x="784669" y="67754"/>
                  </a:lnTo>
                  <a:lnTo>
                    <a:pt x="787412" y="71640"/>
                  </a:lnTo>
                  <a:close/>
                </a:path>
                <a:path w="3413760" h="295909">
                  <a:moveTo>
                    <a:pt x="803516" y="244906"/>
                  </a:moveTo>
                  <a:lnTo>
                    <a:pt x="803262" y="242557"/>
                  </a:lnTo>
                  <a:lnTo>
                    <a:pt x="797598" y="246113"/>
                  </a:lnTo>
                  <a:lnTo>
                    <a:pt x="803516" y="244906"/>
                  </a:lnTo>
                  <a:close/>
                </a:path>
                <a:path w="3413760" h="295909">
                  <a:moveTo>
                    <a:pt x="803516" y="164058"/>
                  </a:moveTo>
                  <a:lnTo>
                    <a:pt x="803262" y="161709"/>
                  </a:lnTo>
                  <a:lnTo>
                    <a:pt x="797598" y="165265"/>
                  </a:lnTo>
                  <a:lnTo>
                    <a:pt x="803516" y="164058"/>
                  </a:lnTo>
                  <a:close/>
                </a:path>
                <a:path w="3413760" h="295909">
                  <a:moveTo>
                    <a:pt x="803516" y="83210"/>
                  </a:moveTo>
                  <a:lnTo>
                    <a:pt x="803262" y="80873"/>
                  </a:lnTo>
                  <a:lnTo>
                    <a:pt x="797598" y="84416"/>
                  </a:lnTo>
                  <a:lnTo>
                    <a:pt x="803516" y="83210"/>
                  </a:lnTo>
                  <a:close/>
                </a:path>
                <a:path w="3413760" h="295909">
                  <a:moveTo>
                    <a:pt x="803516" y="2349"/>
                  </a:moveTo>
                  <a:lnTo>
                    <a:pt x="803262" y="0"/>
                  </a:lnTo>
                  <a:lnTo>
                    <a:pt x="797598" y="3556"/>
                  </a:lnTo>
                  <a:lnTo>
                    <a:pt x="803516" y="2349"/>
                  </a:lnTo>
                  <a:close/>
                </a:path>
                <a:path w="3413760" h="295909">
                  <a:moveTo>
                    <a:pt x="804316" y="252577"/>
                  </a:moveTo>
                  <a:lnTo>
                    <a:pt x="799960" y="253555"/>
                  </a:lnTo>
                  <a:lnTo>
                    <a:pt x="800684" y="255739"/>
                  </a:lnTo>
                  <a:lnTo>
                    <a:pt x="804316" y="252577"/>
                  </a:lnTo>
                  <a:close/>
                </a:path>
                <a:path w="3413760" h="295909">
                  <a:moveTo>
                    <a:pt x="804316" y="171742"/>
                  </a:moveTo>
                  <a:lnTo>
                    <a:pt x="799960" y="172707"/>
                  </a:lnTo>
                  <a:lnTo>
                    <a:pt x="800684" y="174891"/>
                  </a:lnTo>
                  <a:lnTo>
                    <a:pt x="804316" y="171742"/>
                  </a:lnTo>
                  <a:close/>
                </a:path>
                <a:path w="3413760" h="295909">
                  <a:moveTo>
                    <a:pt x="804316" y="90881"/>
                  </a:moveTo>
                  <a:lnTo>
                    <a:pt x="799960" y="91859"/>
                  </a:lnTo>
                  <a:lnTo>
                    <a:pt x="800684" y="94043"/>
                  </a:lnTo>
                  <a:lnTo>
                    <a:pt x="804316" y="90881"/>
                  </a:lnTo>
                  <a:close/>
                </a:path>
                <a:path w="3413760" h="295909">
                  <a:moveTo>
                    <a:pt x="804316" y="10033"/>
                  </a:moveTo>
                  <a:lnTo>
                    <a:pt x="799960" y="10998"/>
                  </a:lnTo>
                  <a:lnTo>
                    <a:pt x="800684" y="13182"/>
                  </a:lnTo>
                  <a:lnTo>
                    <a:pt x="804316" y="10033"/>
                  </a:lnTo>
                  <a:close/>
                </a:path>
                <a:path w="3413760" h="295909">
                  <a:moveTo>
                    <a:pt x="813130" y="253555"/>
                  </a:moveTo>
                  <a:lnTo>
                    <a:pt x="808520" y="254927"/>
                  </a:lnTo>
                  <a:lnTo>
                    <a:pt x="812406" y="255739"/>
                  </a:lnTo>
                  <a:lnTo>
                    <a:pt x="813130" y="253555"/>
                  </a:lnTo>
                  <a:close/>
                </a:path>
                <a:path w="3413760" h="295909">
                  <a:moveTo>
                    <a:pt x="813130" y="172707"/>
                  </a:moveTo>
                  <a:lnTo>
                    <a:pt x="808520" y="174078"/>
                  </a:lnTo>
                  <a:lnTo>
                    <a:pt x="812406" y="174891"/>
                  </a:lnTo>
                  <a:lnTo>
                    <a:pt x="813130" y="172707"/>
                  </a:lnTo>
                  <a:close/>
                </a:path>
                <a:path w="3413760" h="295909">
                  <a:moveTo>
                    <a:pt x="813130" y="91859"/>
                  </a:moveTo>
                  <a:lnTo>
                    <a:pt x="808520" y="93230"/>
                  </a:lnTo>
                  <a:lnTo>
                    <a:pt x="812406" y="94043"/>
                  </a:lnTo>
                  <a:lnTo>
                    <a:pt x="813130" y="91859"/>
                  </a:lnTo>
                  <a:close/>
                </a:path>
                <a:path w="3413760" h="295909">
                  <a:moveTo>
                    <a:pt x="813130" y="10998"/>
                  </a:moveTo>
                  <a:lnTo>
                    <a:pt x="808520" y="12369"/>
                  </a:lnTo>
                  <a:lnTo>
                    <a:pt x="812406" y="13182"/>
                  </a:lnTo>
                  <a:lnTo>
                    <a:pt x="813130" y="10998"/>
                  </a:lnTo>
                  <a:close/>
                </a:path>
                <a:path w="3413760" h="295909">
                  <a:moveTo>
                    <a:pt x="816203" y="243928"/>
                  </a:moveTo>
                  <a:lnTo>
                    <a:pt x="813054" y="243039"/>
                  </a:lnTo>
                  <a:lnTo>
                    <a:pt x="809574" y="244906"/>
                  </a:lnTo>
                  <a:lnTo>
                    <a:pt x="816203" y="243928"/>
                  </a:lnTo>
                  <a:close/>
                </a:path>
                <a:path w="3413760" h="295909">
                  <a:moveTo>
                    <a:pt x="816203" y="163080"/>
                  </a:moveTo>
                  <a:lnTo>
                    <a:pt x="813054" y="162204"/>
                  </a:lnTo>
                  <a:lnTo>
                    <a:pt x="809574" y="164058"/>
                  </a:lnTo>
                  <a:lnTo>
                    <a:pt x="816203" y="163080"/>
                  </a:lnTo>
                  <a:close/>
                </a:path>
                <a:path w="3413760" h="295909">
                  <a:moveTo>
                    <a:pt x="816203" y="82232"/>
                  </a:moveTo>
                  <a:lnTo>
                    <a:pt x="813054" y="81343"/>
                  </a:lnTo>
                  <a:lnTo>
                    <a:pt x="809574" y="83210"/>
                  </a:lnTo>
                  <a:lnTo>
                    <a:pt x="816203" y="82232"/>
                  </a:lnTo>
                  <a:close/>
                </a:path>
                <a:path w="3413760" h="295909">
                  <a:moveTo>
                    <a:pt x="816203" y="1371"/>
                  </a:moveTo>
                  <a:lnTo>
                    <a:pt x="813054" y="482"/>
                  </a:lnTo>
                  <a:lnTo>
                    <a:pt x="809574" y="2349"/>
                  </a:lnTo>
                  <a:lnTo>
                    <a:pt x="816203" y="1371"/>
                  </a:lnTo>
                  <a:close/>
                </a:path>
                <a:path w="3413760" h="295909">
                  <a:moveTo>
                    <a:pt x="816279" y="233349"/>
                  </a:moveTo>
                  <a:lnTo>
                    <a:pt x="816203" y="226872"/>
                  </a:lnTo>
                  <a:lnTo>
                    <a:pt x="815721" y="230035"/>
                  </a:lnTo>
                  <a:lnTo>
                    <a:pt x="816279" y="233349"/>
                  </a:lnTo>
                  <a:close/>
                </a:path>
                <a:path w="3413760" h="295909">
                  <a:moveTo>
                    <a:pt x="816279" y="152501"/>
                  </a:moveTo>
                  <a:lnTo>
                    <a:pt x="816203" y="146024"/>
                  </a:lnTo>
                  <a:lnTo>
                    <a:pt x="815721" y="149186"/>
                  </a:lnTo>
                  <a:lnTo>
                    <a:pt x="816279" y="152501"/>
                  </a:lnTo>
                  <a:close/>
                </a:path>
                <a:path w="3413760" h="295909">
                  <a:moveTo>
                    <a:pt x="816279" y="71640"/>
                  </a:moveTo>
                  <a:lnTo>
                    <a:pt x="816203" y="65163"/>
                  </a:lnTo>
                  <a:lnTo>
                    <a:pt x="815721" y="68313"/>
                  </a:lnTo>
                  <a:lnTo>
                    <a:pt x="816279" y="71640"/>
                  </a:lnTo>
                  <a:close/>
                </a:path>
                <a:path w="3413760" h="295909">
                  <a:moveTo>
                    <a:pt x="825995" y="265201"/>
                  </a:moveTo>
                  <a:lnTo>
                    <a:pt x="823810" y="261315"/>
                  </a:lnTo>
                  <a:lnTo>
                    <a:pt x="821867" y="262610"/>
                  </a:lnTo>
                  <a:lnTo>
                    <a:pt x="825995" y="265201"/>
                  </a:lnTo>
                  <a:close/>
                </a:path>
                <a:path w="3413760" h="295909">
                  <a:moveTo>
                    <a:pt x="825995" y="184353"/>
                  </a:moveTo>
                  <a:lnTo>
                    <a:pt x="823810" y="180467"/>
                  </a:lnTo>
                  <a:lnTo>
                    <a:pt x="821867" y="181762"/>
                  </a:lnTo>
                  <a:lnTo>
                    <a:pt x="825995" y="184353"/>
                  </a:lnTo>
                  <a:close/>
                </a:path>
                <a:path w="3413760" h="295909">
                  <a:moveTo>
                    <a:pt x="825995" y="103505"/>
                  </a:moveTo>
                  <a:lnTo>
                    <a:pt x="823810" y="99618"/>
                  </a:lnTo>
                  <a:lnTo>
                    <a:pt x="821867" y="100914"/>
                  </a:lnTo>
                  <a:lnTo>
                    <a:pt x="825995" y="103505"/>
                  </a:lnTo>
                  <a:close/>
                </a:path>
                <a:path w="3413760" h="295909">
                  <a:moveTo>
                    <a:pt x="825995" y="22644"/>
                  </a:moveTo>
                  <a:lnTo>
                    <a:pt x="823810" y="18757"/>
                  </a:lnTo>
                  <a:lnTo>
                    <a:pt x="821867" y="20053"/>
                  </a:lnTo>
                  <a:lnTo>
                    <a:pt x="825995" y="22644"/>
                  </a:lnTo>
                  <a:close/>
                </a:path>
                <a:path w="3413760" h="295909">
                  <a:moveTo>
                    <a:pt x="843927" y="285330"/>
                  </a:moveTo>
                  <a:lnTo>
                    <a:pt x="843686" y="282981"/>
                  </a:lnTo>
                  <a:lnTo>
                    <a:pt x="838047" y="286537"/>
                  </a:lnTo>
                  <a:lnTo>
                    <a:pt x="843927" y="285330"/>
                  </a:lnTo>
                  <a:close/>
                </a:path>
                <a:path w="3413760" h="295909">
                  <a:moveTo>
                    <a:pt x="843927" y="204482"/>
                  </a:moveTo>
                  <a:lnTo>
                    <a:pt x="843686" y="202133"/>
                  </a:lnTo>
                  <a:lnTo>
                    <a:pt x="838047" y="205689"/>
                  </a:lnTo>
                  <a:lnTo>
                    <a:pt x="843927" y="204482"/>
                  </a:lnTo>
                  <a:close/>
                </a:path>
                <a:path w="3413760" h="295909">
                  <a:moveTo>
                    <a:pt x="843927" y="123634"/>
                  </a:moveTo>
                  <a:lnTo>
                    <a:pt x="843686" y="121285"/>
                  </a:lnTo>
                  <a:lnTo>
                    <a:pt x="838047" y="124841"/>
                  </a:lnTo>
                  <a:lnTo>
                    <a:pt x="843927" y="123634"/>
                  </a:lnTo>
                  <a:close/>
                </a:path>
                <a:path w="3413760" h="295909">
                  <a:moveTo>
                    <a:pt x="843927" y="42773"/>
                  </a:moveTo>
                  <a:lnTo>
                    <a:pt x="843686" y="40424"/>
                  </a:lnTo>
                  <a:lnTo>
                    <a:pt x="838047" y="43980"/>
                  </a:lnTo>
                  <a:lnTo>
                    <a:pt x="843927" y="42773"/>
                  </a:lnTo>
                  <a:close/>
                </a:path>
                <a:path w="3413760" h="295909">
                  <a:moveTo>
                    <a:pt x="848144" y="273761"/>
                  </a:moveTo>
                  <a:lnTo>
                    <a:pt x="847039" y="265595"/>
                  </a:lnTo>
                  <a:lnTo>
                    <a:pt x="844994" y="265595"/>
                  </a:lnTo>
                  <a:lnTo>
                    <a:pt x="848144" y="273761"/>
                  </a:lnTo>
                  <a:close/>
                </a:path>
                <a:path w="3413760" h="295909">
                  <a:moveTo>
                    <a:pt x="848144" y="192925"/>
                  </a:moveTo>
                  <a:lnTo>
                    <a:pt x="847039" y="184746"/>
                  </a:lnTo>
                  <a:lnTo>
                    <a:pt x="844994" y="184746"/>
                  </a:lnTo>
                  <a:lnTo>
                    <a:pt x="848144" y="192925"/>
                  </a:lnTo>
                  <a:close/>
                </a:path>
                <a:path w="3413760" h="295909">
                  <a:moveTo>
                    <a:pt x="848144" y="112064"/>
                  </a:moveTo>
                  <a:lnTo>
                    <a:pt x="847039" y="103898"/>
                  </a:lnTo>
                  <a:lnTo>
                    <a:pt x="844994" y="103898"/>
                  </a:lnTo>
                  <a:lnTo>
                    <a:pt x="848144" y="112064"/>
                  </a:lnTo>
                  <a:close/>
                </a:path>
                <a:path w="3413760" h="295909">
                  <a:moveTo>
                    <a:pt x="848144" y="31216"/>
                  </a:moveTo>
                  <a:lnTo>
                    <a:pt x="847039" y="23037"/>
                  </a:lnTo>
                  <a:lnTo>
                    <a:pt x="844994" y="23037"/>
                  </a:lnTo>
                  <a:lnTo>
                    <a:pt x="848144" y="31216"/>
                  </a:lnTo>
                  <a:close/>
                </a:path>
                <a:path w="3413760" h="295909">
                  <a:moveTo>
                    <a:pt x="853554" y="293979"/>
                  </a:moveTo>
                  <a:lnTo>
                    <a:pt x="849198" y="293014"/>
                  </a:lnTo>
                  <a:lnTo>
                    <a:pt x="848944" y="295351"/>
                  </a:lnTo>
                  <a:lnTo>
                    <a:pt x="853554" y="293979"/>
                  </a:lnTo>
                  <a:close/>
                </a:path>
                <a:path w="3413760" h="295909">
                  <a:moveTo>
                    <a:pt x="853554" y="213131"/>
                  </a:moveTo>
                  <a:lnTo>
                    <a:pt x="849198" y="212166"/>
                  </a:lnTo>
                  <a:lnTo>
                    <a:pt x="848944" y="214503"/>
                  </a:lnTo>
                  <a:lnTo>
                    <a:pt x="853554" y="213131"/>
                  </a:lnTo>
                  <a:close/>
                </a:path>
                <a:path w="3413760" h="295909">
                  <a:moveTo>
                    <a:pt x="853554" y="132283"/>
                  </a:moveTo>
                  <a:lnTo>
                    <a:pt x="849198" y="131318"/>
                  </a:lnTo>
                  <a:lnTo>
                    <a:pt x="848944" y="133654"/>
                  </a:lnTo>
                  <a:lnTo>
                    <a:pt x="853554" y="132283"/>
                  </a:lnTo>
                  <a:close/>
                </a:path>
                <a:path w="3413760" h="295909">
                  <a:moveTo>
                    <a:pt x="853554" y="51422"/>
                  </a:moveTo>
                  <a:lnTo>
                    <a:pt x="849198" y="50457"/>
                  </a:lnTo>
                  <a:lnTo>
                    <a:pt x="848944" y="52806"/>
                  </a:lnTo>
                  <a:lnTo>
                    <a:pt x="853554" y="51422"/>
                  </a:lnTo>
                  <a:close/>
                </a:path>
                <a:path w="3413760" h="295909">
                  <a:moveTo>
                    <a:pt x="856627" y="284353"/>
                  </a:moveTo>
                  <a:lnTo>
                    <a:pt x="853478" y="283464"/>
                  </a:lnTo>
                  <a:lnTo>
                    <a:pt x="849998" y="285330"/>
                  </a:lnTo>
                  <a:lnTo>
                    <a:pt x="856627" y="284353"/>
                  </a:lnTo>
                  <a:close/>
                </a:path>
                <a:path w="3413760" h="295909">
                  <a:moveTo>
                    <a:pt x="856627" y="203504"/>
                  </a:moveTo>
                  <a:lnTo>
                    <a:pt x="853478" y="202615"/>
                  </a:lnTo>
                  <a:lnTo>
                    <a:pt x="849998" y="204482"/>
                  </a:lnTo>
                  <a:lnTo>
                    <a:pt x="856627" y="203504"/>
                  </a:lnTo>
                  <a:close/>
                </a:path>
                <a:path w="3413760" h="295909">
                  <a:moveTo>
                    <a:pt x="856627" y="122656"/>
                  </a:moveTo>
                  <a:lnTo>
                    <a:pt x="853478" y="121767"/>
                  </a:lnTo>
                  <a:lnTo>
                    <a:pt x="849998" y="123634"/>
                  </a:lnTo>
                  <a:lnTo>
                    <a:pt x="856627" y="122656"/>
                  </a:lnTo>
                  <a:close/>
                </a:path>
                <a:path w="3413760" h="295909">
                  <a:moveTo>
                    <a:pt x="856627" y="41795"/>
                  </a:moveTo>
                  <a:lnTo>
                    <a:pt x="853478" y="40906"/>
                  </a:lnTo>
                  <a:lnTo>
                    <a:pt x="849998" y="42773"/>
                  </a:lnTo>
                  <a:lnTo>
                    <a:pt x="856627" y="41795"/>
                  </a:lnTo>
                  <a:close/>
                </a:path>
                <a:path w="3413760" h="295909">
                  <a:moveTo>
                    <a:pt x="868260" y="233349"/>
                  </a:moveTo>
                  <a:lnTo>
                    <a:pt x="867841" y="229463"/>
                  </a:lnTo>
                  <a:lnTo>
                    <a:pt x="865530" y="229463"/>
                  </a:lnTo>
                  <a:lnTo>
                    <a:pt x="868260" y="233349"/>
                  </a:lnTo>
                  <a:close/>
                </a:path>
                <a:path w="3413760" h="295909">
                  <a:moveTo>
                    <a:pt x="868260" y="152501"/>
                  </a:moveTo>
                  <a:lnTo>
                    <a:pt x="867841" y="148615"/>
                  </a:lnTo>
                  <a:lnTo>
                    <a:pt x="865530" y="148615"/>
                  </a:lnTo>
                  <a:lnTo>
                    <a:pt x="868260" y="152501"/>
                  </a:lnTo>
                  <a:close/>
                </a:path>
                <a:path w="3413760" h="295909">
                  <a:moveTo>
                    <a:pt x="868260" y="71640"/>
                  </a:moveTo>
                  <a:lnTo>
                    <a:pt x="867841" y="67754"/>
                  </a:lnTo>
                  <a:lnTo>
                    <a:pt x="865530" y="67754"/>
                  </a:lnTo>
                  <a:lnTo>
                    <a:pt x="868260" y="71640"/>
                  </a:lnTo>
                  <a:close/>
                </a:path>
                <a:path w="3413760" h="295909">
                  <a:moveTo>
                    <a:pt x="884351" y="244906"/>
                  </a:moveTo>
                  <a:lnTo>
                    <a:pt x="884110" y="242557"/>
                  </a:lnTo>
                  <a:lnTo>
                    <a:pt x="878459" y="246113"/>
                  </a:lnTo>
                  <a:lnTo>
                    <a:pt x="884351" y="244906"/>
                  </a:lnTo>
                  <a:close/>
                </a:path>
                <a:path w="3413760" h="295909">
                  <a:moveTo>
                    <a:pt x="884351" y="164058"/>
                  </a:moveTo>
                  <a:lnTo>
                    <a:pt x="884110" y="161709"/>
                  </a:lnTo>
                  <a:lnTo>
                    <a:pt x="878459" y="165265"/>
                  </a:lnTo>
                  <a:lnTo>
                    <a:pt x="884351" y="164058"/>
                  </a:lnTo>
                  <a:close/>
                </a:path>
                <a:path w="3413760" h="295909">
                  <a:moveTo>
                    <a:pt x="884351" y="83210"/>
                  </a:moveTo>
                  <a:lnTo>
                    <a:pt x="884110" y="80873"/>
                  </a:lnTo>
                  <a:lnTo>
                    <a:pt x="878459" y="84416"/>
                  </a:lnTo>
                  <a:lnTo>
                    <a:pt x="884351" y="83210"/>
                  </a:lnTo>
                  <a:close/>
                </a:path>
                <a:path w="3413760" h="295909">
                  <a:moveTo>
                    <a:pt x="884351" y="2349"/>
                  </a:moveTo>
                  <a:lnTo>
                    <a:pt x="884110" y="0"/>
                  </a:lnTo>
                  <a:lnTo>
                    <a:pt x="878459" y="3556"/>
                  </a:lnTo>
                  <a:lnTo>
                    <a:pt x="884351" y="2349"/>
                  </a:lnTo>
                  <a:close/>
                </a:path>
                <a:path w="3413760" h="295909">
                  <a:moveTo>
                    <a:pt x="885164" y="252577"/>
                  </a:moveTo>
                  <a:lnTo>
                    <a:pt x="880808" y="253555"/>
                  </a:lnTo>
                  <a:lnTo>
                    <a:pt x="881532" y="255739"/>
                  </a:lnTo>
                  <a:lnTo>
                    <a:pt x="885164" y="252577"/>
                  </a:lnTo>
                  <a:close/>
                </a:path>
                <a:path w="3413760" h="295909">
                  <a:moveTo>
                    <a:pt x="885164" y="171742"/>
                  </a:moveTo>
                  <a:lnTo>
                    <a:pt x="880808" y="172707"/>
                  </a:lnTo>
                  <a:lnTo>
                    <a:pt x="881532" y="174891"/>
                  </a:lnTo>
                  <a:lnTo>
                    <a:pt x="885164" y="171742"/>
                  </a:lnTo>
                  <a:close/>
                </a:path>
                <a:path w="3413760" h="295909">
                  <a:moveTo>
                    <a:pt x="885164" y="90881"/>
                  </a:moveTo>
                  <a:lnTo>
                    <a:pt x="880808" y="91859"/>
                  </a:lnTo>
                  <a:lnTo>
                    <a:pt x="881532" y="94043"/>
                  </a:lnTo>
                  <a:lnTo>
                    <a:pt x="885164" y="90881"/>
                  </a:lnTo>
                  <a:close/>
                </a:path>
                <a:path w="3413760" h="295909">
                  <a:moveTo>
                    <a:pt x="885164" y="10033"/>
                  </a:moveTo>
                  <a:lnTo>
                    <a:pt x="880808" y="10998"/>
                  </a:lnTo>
                  <a:lnTo>
                    <a:pt x="881532" y="13182"/>
                  </a:lnTo>
                  <a:lnTo>
                    <a:pt x="885164" y="10033"/>
                  </a:lnTo>
                  <a:close/>
                </a:path>
                <a:path w="3413760" h="295909">
                  <a:moveTo>
                    <a:pt x="893978" y="253555"/>
                  </a:moveTo>
                  <a:lnTo>
                    <a:pt x="889381" y="254927"/>
                  </a:lnTo>
                  <a:lnTo>
                    <a:pt x="893254" y="255739"/>
                  </a:lnTo>
                  <a:lnTo>
                    <a:pt x="893978" y="253555"/>
                  </a:lnTo>
                  <a:close/>
                </a:path>
                <a:path w="3413760" h="295909">
                  <a:moveTo>
                    <a:pt x="893978" y="172707"/>
                  </a:moveTo>
                  <a:lnTo>
                    <a:pt x="889381" y="174078"/>
                  </a:lnTo>
                  <a:lnTo>
                    <a:pt x="893254" y="174891"/>
                  </a:lnTo>
                  <a:lnTo>
                    <a:pt x="893978" y="172707"/>
                  </a:lnTo>
                  <a:close/>
                </a:path>
                <a:path w="3413760" h="295909">
                  <a:moveTo>
                    <a:pt x="893978" y="91859"/>
                  </a:moveTo>
                  <a:lnTo>
                    <a:pt x="889381" y="93230"/>
                  </a:lnTo>
                  <a:lnTo>
                    <a:pt x="893254" y="94043"/>
                  </a:lnTo>
                  <a:lnTo>
                    <a:pt x="893978" y="91859"/>
                  </a:lnTo>
                  <a:close/>
                </a:path>
                <a:path w="3413760" h="295909">
                  <a:moveTo>
                    <a:pt x="893978" y="10998"/>
                  </a:moveTo>
                  <a:lnTo>
                    <a:pt x="889381" y="12369"/>
                  </a:lnTo>
                  <a:lnTo>
                    <a:pt x="893254" y="13182"/>
                  </a:lnTo>
                  <a:lnTo>
                    <a:pt x="893978" y="10998"/>
                  </a:lnTo>
                  <a:close/>
                </a:path>
                <a:path w="3413760" h="295909">
                  <a:moveTo>
                    <a:pt x="897051" y="243928"/>
                  </a:moveTo>
                  <a:lnTo>
                    <a:pt x="893889" y="243039"/>
                  </a:lnTo>
                  <a:lnTo>
                    <a:pt x="890422" y="244906"/>
                  </a:lnTo>
                  <a:lnTo>
                    <a:pt x="897051" y="243928"/>
                  </a:lnTo>
                  <a:close/>
                </a:path>
                <a:path w="3413760" h="295909">
                  <a:moveTo>
                    <a:pt x="897051" y="163080"/>
                  </a:moveTo>
                  <a:lnTo>
                    <a:pt x="893889" y="162204"/>
                  </a:lnTo>
                  <a:lnTo>
                    <a:pt x="890422" y="164058"/>
                  </a:lnTo>
                  <a:lnTo>
                    <a:pt x="897051" y="163080"/>
                  </a:lnTo>
                  <a:close/>
                </a:path>
                <a:path w="3413760" h="295909">
                  <a:moveTo>
                    <a:pt x="897051" y="82232"/>
                  </a:moveTo>
                  <a:lnTo>
                    <a:pt x="893889" y="81343"/>
                  </a:lnTo>
                  <a:lnTo>
                    <a:pt x="890422" y="83210"/>
                  </a:lnTo>
                  <a:lnTo>
                    <a:pt x="897051" y="82232"/>
                  </a:lnTo>
                  <a:close/>
                </a:path>
                <a:path w="3413760" h="295909">
                  <a:moveTo>
                    <a:pt x="897051" y="1371"/>
                  </a:moveTo>
                  <a:lnTo>
                    <a:pt x="893889" y="482"/>
                  </a:lnTo>
                  <a:lnTo>
                    <a:pt x="890422" y="2349"/>
                  </a:lnTo>
                  <a:lnTo>
                    <a:pt x="897051" y="1371"/>
                  </a:lnTo>
                  <a:close/>
                </a:path>
                <a:path w="3413760" h="295909">
                  <a:moveTo>
                    <a:pt x="897128" y="233349"/>
                  </a:moveTo>
                  <a:lnTo>
                    <a:pt x="897051" y="226872"/>
                  </a:lnTo>
                  <a:lnTo>
                    <a:pt x="896569" y="230035"/>
                  </a:lnTo>
                  <a:lnTo>
                    <a:pt x="897128" y="233349"/>
                  </a:lnTo>
                  <a:close/>
                </a:path>
                <a:path w="3413760" h="295909">
                  <a:moveTo>
                    <a:pt x="897128" y="152501"/>
                  </a:moveTo>
                  <a:lnTo>
                    <a:pt x="897051" y="146024"/>
                  </a:lnTo>
                  <a:lnTo>
                    <a:pt x="896569" y="149186"/>
                  </a:lnTo>
                  <a:lnTo>
                    <a:pt x="897128" y="152501"/>
                  </a:lnTo>
                  <a:close/>
                </a:path>
                <a:path w="3413760" h="295909">
                  <a:moveTo>
                    <a:pt x="897128" y="71640"/>
                  </a:moveTo>
                  <a:lnTo>
                    <a:pt x="897051" y="65163"/>
                  </a:lnTo>
                  <a:lnTo>
                    <a:pt x="896569" y="68313"/>
                  </a:lnTo>
                  <a:lnTo>
                    <a:pt x="897128" y="71640"/>
                  </a:lnTo>
                  <a:close/>
                </a:path>
                <a:path w="3413760" h="295909">
                  <a:moveTo>
                    <a:pt x="906830" y="265201"/>
                  </a:moveTo>
                  <a:lnTo>
                    <a:pt x="904659" y="261315"/>
                  </a:lnTo>
                  <a:lnTo>
                    <a:pt x="902716" y="262610"/>
                  </a:lnTo>
                  <a:lnTo>
                    <a:pt x="906830" y="265201"/>
                  </a:lnTo>
                  <a:close/>
                </a:path>
                <a:path w="3413760" h="295909">
                  <a:moveTo>
                    <a:pt x="906830" y="184353"/>
                  </a:moveTo>
                  <a:lnTo>
                    <a:pt x="904659" y="180467"/>
                  </a:lnTo>
                  <a:lnTo>
                    <a:pt x="902716" y="181762"/>
                  </a:lnTo>
                  <a:lnTo>
                    <a:pt x="906830" y="184353"/>
                  </a:lnTo>
                  <a:close/>
                </a:path>
                <a:path w="3413760" h="295909">
                  <a:moveTo>
                    <a:pt x="906830" y="103505"/>
                  </a:moveTo>
                  <a:lnTo>
                    <a:pt x="904659" y="99618"/>
                  </a:lnTo>
                  <a:lnTo>
                    <a:pt x="902716" y="100914"/>
                  </a:lnTo>
                  <a:lnTo>
                    <a:pt x="906830" y="103505"/>
                  </a:lnTo>
                  <a:close/>
                </a:path>
                <a:path w="3413760" h="295909">
                  <a:moveTo>
                    <a:pt x="906830" y="22644"/>
                  </a:moveTo>
                  <a:lnTo>
                    <a:pt x="904659" y="18757"/>
                  </a:lnTo>
                  <a:lnTo>
                    <a:pt x="902716" y="20053"/>
                  </a:lnTo>
                  <a:lnTo>
                    <a:pt x="906830" y="22644"/>
                  </a:lnTo>
                  <a:close/>
                </a:path>
                <a:path w="3413760" h="295909">
                  <a:moveTo>
                    <a:pt x="924788" y="285330"/>
                  </a:moveTo>
                  <a:lnTo>
                    <a:pt x="924547" y="282981"/>
                  </a:lnTo>
                  <a:lnTo>
                    <a:pt x="918883" y="286537"/>
                  </a:lnTo>
                  <a:lnTo>
                    <a:pt x="924788" y="285330"/>
                  </a:lnTo>
                  <a:close/>
                </a:path>
                <a:path w="3413760" h="295909">
                  <a:moveTo>
                    <a:pt x="924788" y="204482"/>
                  </a:moveTo>
                  <a:lnTo>
                    <a:pt x="924547" y="202133"/>
                  </a:lnTo>
                  <a:lnTo>
                    <a:pt x="918883" y="205689"/>
                  </a:lnTo>
                  <a:lnTo>
                    <a:pt x="924788" y="204482"/>
                  </a:lnTo>
                  <a:close/>
                </a:path>
                <a:path w="3413760" h="295909">
                  <a:moveTo>
                    <a:pt x="924788" y="123634"/>
                  </a:moveTo>
                  <a:lnTo>
                    <a:pt x="924547" y="121285"/>
                  </a:lnTo>
                  <a:lnTo>
                    <a:pt x="918883" y="124841"/>
                  </a:lnTo>
                  <a:lnTo>
                    <a:pt x="924788" y="123634"/>
                  </a:lnTo>
                  <a:close/>
                </a:path>
                <a:path w="3413760" h="295909">
                  <a:moveTo>
                    <a:pt x="924788" y="42773"/>
                  </a:moveTo>
                  <a:lnTo>
                    <a:pt x="924547" y="40424"/>
                  </a:lnTo>
                  <a:lnTo>
                    <a:pt x="918883" y="43980"/>
                  </a:lnTo>
                  <a:lnTo>
                    <a:pt x="924788" y="42773"/>
                  </a:lnTo>
                  <a:close/>
                </a:path>
                <a:path w="3413760" h="295909">
                  <a:moveTo>
                    <a:pt x="928992" y="273761"/>
                  </a:moveTo>
                  <a:lnTo>
                    <a:pt x="927900" y="265595"/>
                  </a:lnTo>
                  <a:lnTo>
                    <a:pt x="925830" y="265595"/>
                  </a:lnTo>
                  <a:lnTo>
                    <a:pt x="928992" y="273761"/>
                  </a:lnTo>
                  <a:close/>
                </a:path>
                <a:path w="3413760" h="295909">
                  <a:moveTo>
                    <a:pt x="928992" y="192925"/>
                  </a:moveTo>
                  <a:lnTo>
                    <a:pt x="927900" y="184746"/>
                  </a:lnTo>
                  <a:lnTo>
                    <a:pt x="925830" y="184746"/>
                  </a:lnTo>
                  <a:lnTo>
                    <a:pt x="928992" y="192925"/>
                  </a:lnTo>
                  <a:close/>
                </a:path>
                <a:path w="3413760" h="295909">
                  <a:moveTo>
                    <a:pt x="928992" y="112064"/>
                  </a:moveTo>
                  <a:lnTo>
                    <a:pt x="927900" y="103898"/>
                  </a:lnTo>
                  <a:lnTo>
                    <a:pt x="925830" y="103898"/>
                  </a:lnTo>
                  <a:lnTo>
                    <a:pt x="928992" y="112064"/>
                  </a:lnTo>
                  <a:close/>
                </a:path>
                <a:path w="3413760" h="295909">
                  <a:moveTo>
                    <a:pt x="928992" y="31216"/>
                  </a:moveTo>
                  <a:lnTo>
                    <a:pt x="927900" y="23037"/>
                  </a:lnTo>
                  <a:lnTo>
                    <a:pt x="925830" y="23037"/>
                  </a:lnTo>
                  <a:lnTo>
                    <a:pt x="928992" y="31216"/>
                  </a:lnTo>
                  <a:close/>
                </a:path>
                <a:path w="3413760" h="295909">
                  <a:moveTo>
                    <a:pt x="934402" y="293979"/>
                  </a:moveTo>
                  <a:lnTo>
                    <a:pt x="930046" y="293014"/>
                  </a:lnTo>
                  <a:lnTo>
                    <a:pt x="929805" y="295351"/>
                  </a:lnTo>
                  <a:lnTo>
                    <a:pt x="934402" y="293979"/>
                  </a:lnTo>
                  <a:close/>
                </a:path>
                <a:path w="3413760" h="295909">
                  <a:moveTo>
                    <a:pt x="934402" y="213131"/>
                  </a:moveTo>
                  <a:lnTo>
                    <a:pt x="930046" y="212166"/>
                  </a:lnTo>
                  <a:lnTo>
                    <a:pt x="929805" y="214503"/>
                  </a:lnTo>
                  <a:lnTo>
                    <a:pt x="934402" y="213131"/>
                  </a:lnTo>
                  <a:close/>
                </a:path>
                <a:path w="3413760" h="295909">
                  <a:moveTo>
                    <a:pt x="934402" y="132283"/>
                  </a:moveTo>
                  <a:lnTo>
                    <a:pt x="930046" y="131318"/>
                  </a:lnTo>
                  <a:lnTo>
                    <a:pt x="929805" y="133654"/>
                  </a:lnTo>
                  <a:lnTo>
                    <a:pt x="934402" y="132283"/>
                  </a:lnTo>
                  <a:close/>
                </a:path>
                <a:path w="3413760" h="295909">
                  <a:moveTo>
                    <a:pt x="934402" y="51422"/>
                  </a:moveTo>
                  <a:lnTo>
                    <a:pt x="930046" y="50457"/>
                  </a:lnTo>
                  <a:lnTo>
                    <a:pt x="929805" y="52806"/>
                  </a:lnTo>
                  <a:lnTo>
                    <a:pt x="934402" y="51422"/>
                  </a:lnTo>
                  <a:close/>
                </a:path>
                <a:path w="3413760" h="295909">
                  <a:moveTo>
                    <a:pt x="937488" y="284353"/>
                  </a:moveTo>
                  <a:lnTo>
                    <a:pt x="934326" y="283464"/>
                  </a:lnTo>
                  <a:lnTo>
                    <a:pt x="930859" y="285330"/>
                  </a:lnTo>
                  <a:lnTo>
                    <a:pt x="937488" y="284353"/>
                  </a:lnTo>
                  <a:close/>
                </a:path>
                <a:path w="3413760" h="295909">
                  <a:moveTo>
                    <a:pt x="937488" y="203504"/>
                  </a:moveTo>
                  <a:lnTo>
                    <a:pt x="934326" y="202615"/>
                  </a:lnTo>
                  <a:lnTo>
                    <a:pt x="930859" y="204482"/>
                  </a:lnTo>
                  <a:lnTo>
                    <a:pt x="937488" y="203504"/>
                  </a:lnTo>
                  <a:close/>
                </a:path>
                <a:path w="3413760" h="295909">
                  <a:moveTo>
                    <a:pt x="937488" y="122656"/>
                  </a:moveTo>
                  <a:lnTo>
                    <a:pt x="934326" y="121767"/>
                  </a:lnTo>
                  <a:lnTo>
                    <a:pt x="930859" y="123634"/>
                  </a:lnTo>
                  <a:lnTo>
                    <a:pt x="937488" y="122656"/>
                  </a:lnTo>
                  <a:close/>
                </a:path>
                <a:path w="3413760" h="295909">
                  <a:moveTo>
                    <a:pt x="937488" y="41795"/>
                  </a:moveTo>
                  <a:lnTo>
                    <a:pt x="934326" y="40906"/>
                  </a:lnTo>
                  <a:lnTo>
                    <a:pt x="930859" y="42773"/>
                  </a:lnTo>
                  <a:lnTo>
                    <a:pt x="937488" y="41795"/>
                  </a:lnTo>
                  <a:close/>
                </a:path>
                <a:path w="3413760" h="295909">
                  <a:moveTo>
                    <a:pt x="949134" y="233349"/>
                  </a:moveTo>
                  <a:lnTo>
                    <a:pt x="948677" y="229463"/>
                  </a:lnTo>
                  <a:lnTo>
                    <a:pt x="946365" y="229463"/>
                  </a:lnTo>
                  <a:lnTo>
                    <a:pt x="949134" y="233349"/>
                  </a:lnTo>
                  <a:close/>
                </a:path>
                <a:path w="3413760" h="295909">
                  <a:moveTo>
                    <a:pt x="949134" y="152501"/>
                  </a:moveTo>
                  <a:lnTo>
                    <a:pt x="948677" y="148615"/>
                  </a:lnTo>
                  <a:lnTo>
                    <a:pt x="946365" y="148615"/>
                  </a:lnTo>
                  <a:lnTo>
                    <a:pt x="949134" y="152501"/>
                  </a:lnTo>
                  <a:close/>
                </a:path>
                <a:path w="3413760" h="295909">
                  <a:moveTo>
                    <a:pt x="949134" y="71640"/>
                  </a:moveTo>
                  <a:lnTo>
                    <a:pt x="948677" y="67754"/>
                  </a:lnTo>
                  <a:lnTo>
                    <a:pt x="946365" y="67754"/>
                  </a:lnTo>
                  <a:lnTo>
                    <a:pt x="949134" y="71640"/>
                  </a:lnTo>
                  <a:close/>
                </a:path>
                <a:path w="3413760" h="295909">
                  <a:moveTo>
                    <a:pt x="965212" y="244906"/>
                  </a:moveTo>
                  <a:lnTo>
                    <a:pt x="964971" y="242557"/>
                  </a:lnTo>
                  <a:lnTo>
                    <a:pt x="959307" y="246113"/>
                  </a:lnTo>
                  <a:lnTo>
                    <a:pt x="965212" y="244906"/>
                  </a:lnTo>
                  <a:close/>
                </a:path>
                <a:path w="3413760" h="295909">
                  <a:moveTo>
                    <a:pt x="965212" y="164058"/>
                  </a:moveTo>
                  <a:lnTo>
                    <a:pt x="964971" y="161709"/>
                  </a:lnTo>
                  <a:lnTo>
                    <a:pt x="959307" y="165265"/>
                  </a:lnTo>
                  <a:lnTo>
                    <a:pt x="965212" y="164058"/>
                  </a:lnTo>
                  <a:close/>
                </a:path>
                <a:path w="3413760" h="295909">
                  <a:moveTo>
                    <a:pt x="965212" y="83210"/>
                  </a:moveTo>
                  <a:lnTo>
                    <a:pt x="964971" y="80873"/>
                  </a:lnTo>
                  <a:lnTo>
                    <a:pt x="959307" y="84416"/>
                  </a:lnTo>
                  <a:lnTo>
                    <a:pt x="965212" y="83210"/>
                  </a:lnTo>
                  <a:close/>
                </a:path>
                <a:path w="3413760" h="295909">
                  <a:moveTo>
                    <a:pt x="965212" y="2349"/>
                  </a:moveTo>
                  <a:lnTo>
                    <a:pt x="964971" y="0"/>
                  </a:lnTo>
                  <a:lnTo>
                    <a:pt x="959307" y="3556"/>
                  </a:lnTo>
                  <a:lnTo>
                    <a:pt x="965212" y="2349"/>
                  </a:lnTo>
                  <a:close/>
                </a:path>
                <a:path w="3413760" h="295909">
                  <a:moveTo>
                    <a:pt x="966025" y="252577"/>
                  </a:moveTo>
                  <a:lnTo>
                    <a:pt x="961656" y="253555"/>
                  </a:lnTo>
                  <a:lnTo>
                    <a:pt x="962380" y="255739"/>
                  </a:lnTo>
                  <a:lnTo>
                    <a:pt x="966025" y="252577"/>
                  </a:lnTo>
                  <a:close/>
                </a:path>
                <a:path w="3413760" h="295909">
                  <a:moveTo>
                    <a:pt x="966025" y="171742"/>
                  </a:moveTo>
                  <a:lnTo>
                    <a:pt x="961656" y="172707"/>
                  </a:lnTo>
                  <a:lnTo>
                    <a:pt x="962380" y="174891"/>
                  </a:lnTo>
                  <a:lnTo>
                    <a:pt x="966025" y="171742"/>
                  </a:lnTo>
                  <a:close/>
                </a:path>
                <a:path w="3413760" h="295909">
                  <a:moveTo>
                    <a:pt x="966025" y="90881"/>
                  </a:moveTo>
                  <a:lnTo>
                    <a:pt x="961656" y="91859"/>
                  </a:lnTo>
                  <a:lnTo>
                    <a:pt x="962380" y="94043"/>
                  </a:lnTo>
                  <a:lnTo>
                    <a:pt x="966025" y="90881"/>
                  </a:lnTo>
                  <a:close/>
                </a:path>
                <a:path w="3413760" h="295909">
                  <a:moveTo>
                    <a:pt x="966025" y="10033"/>
                  </a:moveTo>
                  <a:lnTo>
                    <a:pt x="961656" y="10998"/>
                  </a:lnTo>
                  <a:lnTo>
                    <a:pt x="962380" y="13182"/>
                  </a:lnTo>
                  <a:lnTo>
                    <a:pt x="966025" y="10033"/>
                  </a:lnTo>
                  <a:close/>
                </a:path>
                <a:path w="3413760" h="295909">
                  <a:moveTo>
                    <a:pt x="974826" y="253555"/>
                  </a:moveTo>
                  <a:lnTo>
                    <a:pt x="970216" y="254927"/>
                  </a:lnTo>
                  <a:lnTo>
                    <a:pt x="974102" y="255739"/>
                  </a:lnTo>
                  <a:lnTo>
                    <a:pt x="974826" y="253555"/>
                  </a:lnTo>
                  <a:close/>
                </a:path>
                <a:path w="3413760" h="295909">
                  <a:moveTo>
                    <a:pt x="974826" y="172707"/>
                  </a:moveTo>
                  <a:lnTo>
                    <a:pt x="970216" y="174078"/>
                  </a:lnTo>
                  <a:lnTo>
                    <a:pt x="974102" y="174891"/>
                  </a:lnTo>
                  <a:lnTo>
                    <a:pt x="974826" y="172707"/>
                  </a:lnTo>
                  <a:close/>
                </a:path>
                <a:path w="3413760" h="295909">
                  <a:moveTo>
                    <a:pt x="974826" y="91859"/>
                  </a:moveTo>
                  <a:lnTo>
                    <a:pt x="970216" y="93230"/>
                  </a:lnTo>
                  <a:lnTo>
                    <a:pt x="974102" y="94043"/>
                  </a:lnTo>
                  <a:lnTo>
                    <a:pt x="974826" y="91859"/>
                  </a:lnTo>
                  <a:close/>
                </a:path>
                <a:path w="3413760" h="295909">
                  <a:moveTo>
                    <a:pt x="974826" y="10998"/>
                  </a:moveTo>
                  <a:lnTo>
                    <a:pt x="970216" y="12369"/>
                  </a:lnTo>
                  <a:lnTo>
                    <a:pt x="974102" y="13182"/>
                  </a:lnTo>
                  <a:lnTo>
                    <a:pt x="974826" y="10998"/>
                  </a:lnTo>
                  <a:close/>
                </a:path>
                <a:path w="3413760" h="295909">
                  <a:moveTo>
                    <a:pt x="977912" y="243928"/>
                  </a:moveTo>
                  <a:lnTo>
                    <a:pt x="974750" y="243039"/>
                  </a:lnTo>
                  <a:lnTo>
                    <a:pt x="971283" y="244906"/>
                  </a:lnTo>
                  <a:lnTo>
                    <a:pt x="977912" y="243928"/>
                  </a:lnTo>
                  <a:close/>
                </a:path>
                <a:path w="3413760" h="295909">
                  <a:moveTo>
                    <a:pt x="977912" y="163080"/>
                  </a:moveTo>
                  <a:lnTo>
                    <a:pt x="974750" y="162204"/>
                  </a:lnTo>
                  <a:lnTo>
                    <a:pt x="971283" y="164058"/>
                  </a:lnTo>
                  <a:lnTo>
                    <a:pt x="977912" y="163080"/>
                  </a:lnTo>
                  <a:close/>
                </a:path>
                <a:path w="3413760" h="295909">
                  <a:moveTo>
                    <a:pt x="977912" y="82232"/>
                  </a:moveTo>
                  <a:lnTo>
                    <a:pt x="974750" y="81343"/>
                  </a:lnTo>
                  <a:lnTo>
                    <a:pt x="971283" y="83210"/>
                  </a:lnTo>
                  <a:lnTo>
                    <a:pt x="977912" y="82232"/>
                  </a:lnTo>
                  <a:close/>
                </a:path>
                <a:path w="3413760" h="295909">
                  <a:moveTo>
                    <a:pt x="977912" y="1371"/>
                  </a:moveTo>
                  <a:lnTo>
                    <a:pt x="974750" y="482"/>
                  </a:lnTo>
                  <a:lnTo>
                    <a:pt x="971283" y="2349"/>
                  </a:lnTo>
                  <a:lnTo>
                    <a:pt x="977912" y="1371"/>
                  </a:lnTo>
                  <a:close/>
                </a:path>
                <a:path w="3413760" h="295909">
                  <a:moveTo>
                    <a:pt x="977976" y="233349"/>
                  </a:moveTo>
                  <a:lnTo>
                    <a:pt x="977912" y="226872"/>
                  </a:lnTo>
                  <a:lnTo>
                    <a:pt x="977417" y="230035"/>
                  </a:lnTo>
                  <a:lnTo>
                    <a:pt x="977976" y="233349"/>
                  </a:lnTo>
                  <a:close/>
                </a:path>
                <a:path w="3413760" h="295909">
                  <a:moveTo>
                    <a:pt x="977976" y="152501"/>
                  </a:moveTo>
                  <a:lnTo>
                    <a:pt x="977912" y="146024"/>
                  </a:lnTo>
                  <a:lnTo>
                    <a:pt x="977417" y="149186"/>
                  </a:lnTo>
                  <a:lnTo>
                    <a:pt x="977976" y="152501"/>
                  </a:lnTo>
                  <a:close/>
                </a:path>
                <a:path w="3413760" h="295909">
                  <a:moveTo>
                    <a:pt x="977976" y="71640"/>
                  </a:moveTo>
                  <a:lnTo>
                    <a:pt x="977912" y="65163"/>
                  </a:lnTo>
                  <a:lnTo>
                    <a:pt x="977417" y="68313"/>
                  </a:lnTo>
                  <a:lnTo>
                    <a:pt x="977976" y="71640"/>
                  </a:lnTo>
                  <a:close/>
                </a:path>
                <a:path w="3413760" h="295909">
                  <a:moveTo>
                    <a:pt x="987691" y="265201"/>
                  </a:moveTo>
                  <a:lnTo>
                    <a:pt x="985507" y="261315"/>
                  </a:lnTo>
                  <a:lnTo>
                    <a:pt x="983564" y="262610"/>
                  </a:lnTo>
                  <a:lnTo>
                    <a:pt x="987691" y="265201"/>
                  </a:lnTo>
                  <a:close/>
                </a:path>
                <a:path w="3413760" h="295909">
                  <a:moveTo>
                    <a:pt x="987691" y="184353"/>
                  </a:moveTo>
                  <a:lnTo>
                    <a:pt x="985507" y="180467"/>
                  </a:lnTo>
                  <a:lnTo>
                    <a:pt x="983564" y="181762"/>
                  </a:lnTo>
                  <a:lnTo>
                    <a:pt x="987691" y="184353"/>
                  </a:lnTo>
                  <a:close/>
                </a:path>
                <a:path w="3413760" h="295909">
                  <a:moveTo>
                    <a:pt x="987691" y="103505"/>
                  </a:moveTo>
                  <a:lnTo>
                    <a:pt x="985507" y="99618"/>
                  </a:lnTo>
                  <a:lnTo>
                    <a:pt x="983564" y="100914"/>
                  </a:lnTo>
                  <a:lnTo>
                    <a:pt x="987691" y="103505"/>
                  </a:lnTo>
                  <a:close/>
                </a:path>
                <a:path w="3413760" h="295909">
                  <a:moveTo>
                    <a:pt x="987691" y="22644"/>
                  </a:moveTo>
                  <a:lnTo>
                    <a:pt x="985507" y="18757"/>
                  </a:lnTo>
                  <a:lnTo>
                    <a:pt x="983564" y="20053"/>
                  </a:lnTo>
                  <a:lnTo>
                    <a:pt x="987691" y="22644"/>
                  </a:lnTo>
                  <a:close/>
                </a:path>
                <a:path w="3413760" h="295909">
                  <a:moveTo>
                    <a:pt x="1005636" y="285330"/>
                  </a:moveTo>
                  <a:lnTo>
                    <a:pt x="1005395" y="282981"/>
                  </a:lnTo>
                  <a:lnTo>
                    <a:pt x="999744" y="286537"/>
                  </a:lnTo>
                  <a:lnTo>
                    <a:pt x="1005636" y="285330"/>
                  </a:lnTo>
                  <a:close/>
                </a:path>
                <a:path w="3413760" h="295909">
                  <a:moveTo>
                    <a:pt x="1005636" y="204482"/>
                  </a:moveTo>
                  <a:lnTo>
                    <a:pt x="1005395" y="202133"/>
                  </a:lnTo>
                  <a:lnTo>
                    <a:pt x="999744" y="205689"/>
                  </a:lnTo>
                  <a:lnTo>
                    <a:pt x="1005636" y="204482"/>
                  </a:lnTo>
                  <a:close/>
                </a:path>
                <a:path w="3413760" h="295909">
                  <a:moveTo>
                    <a:pt x="1005636" y="123634"/>
                  </a:moveTo>
                  <a:lnTo>
                    <a:pt x="1005395" y="121285"/>
                  </a:lnTo>
                  <a:lnTo>
                    <a:pt x="999744" y="124841"/>
                  </a:lnTo>
                  <a:lnTo>
                    <a:pt x="1005636" y="123634"/>
                  </a:lnTo>
                  <a:close/>
                </a:path>
                <a:path w="3413760" h="295909">
                  <a:moveTo>
                    <a:pt x="1005636" y="42773"/>
                  </a:moveTo>
                  <a:lnTo>
                    <a:pt x="1005395" y="40424"/>
                  </a:lnTo>
                  <a:lnTo>
                    <a:pt x="999744" y="43980"/>
                  </a:lnTo>
                  <a:lnTo>
                    <a:pt x="1005636" y="42773"/>
                  </a:lnTo>
                  <a:close/>
                </a:path>
                <a:path w="3413760" h="295909">
                  <a:moveTo>
                    <a:pt x="1009840" y="273761"/>
                  </a:moveTo>
                  <a:lnTo>
                    <a:pt x="1008748" y="265595"/>
                  </a:lnTo>
                  <a:lnTo>
                    <a:pt x="1006690" y="265595"/>
                  </a:lnTo>
                  <a:lnTo>
                    <a:pt x="1009840" y="273761"/>
                  </a:lnTo>
                  <a:close/>
                </a:path>
                <a:path w="3413760" h="295909">
                  <a:moveTo>
                    <a:pt x="1009840" y="192925"/>
                  </a:moveTo>
                  <a:lnTo>
                    <a:pt x="1008748" y="184746"/>
                  </a:lnTo>
                  <a:lnTo>
                    <a:pt x="1006690" y="184746"/>
                  </a:lnTo>
                  <a:lnTo>
                    <a:pt x="1009840" y="192925"/>
                  </a:lnTo>
                  <a:close/>
                </a:path>
                <a:path w="3413760" h="295909">
                  <a:moveTo>
                    <a:pt x="1009840" y="112064"/>
                  </a:moveTo>
                  <a:lnTo>
                    <a:pt x="1008748" y="103898"/>
                  </a:lnTo>
                  <a:lnTo>
                    <a:pt x="1006690" y="103898"/>
                  </a:lnTo>
                  <a:lnTo>
                    <a:pt x="1009840" y="112064"/>
                  </a:lnTo>
                  <a:close/>
                </a:path>
                <a:path w="3413760" h="295909">
                  <a:moveTo>
                    <a:pt x="1009840" y="31216"/>
                  </a:moveTo>
                  <a:lnTo>
                    <a:pt x="1008748" y="23037"/>
                  </a:lnTo>
                  <a:lnTo>
                    <a:pt x="1006690" y="23037"/>
                  </a:lnTo>
                  <a:lnTo>
                    <a:pt x="1009840" y="31216"/>
                  </a:lnTo>
                  <a:close/>
                </a:path>
                <a:path w="3413760" h="295909">
                  <a:moveTo>
                    <a:pt x="1015263" y="293979"/>
                  </a:moveTo>
                  <a:lnTo>
                    <a:pt x="1010894" y="293014"/>
                  </a:lnTo>
                  <a:lnTo>
                    <a:pt x="1010640" y="295351"/>
                  </a:lnTo>
                  <a:lnTo>
                    <a:pt x="1015263" y="293979"/>
                  </a:lnTo>
                  <a:close/>
                </a:path>
                <a:path w="3413760" h="295909">
                  <a:moveTo>
                    <a:pt x="1015263" y="213131"/>
                  </a:moveTo>
                  <a:lnTo>
                    <a:pt x="1010894" y="212166"/>
                  </a:lnTo>
                  <a:lnTo>
                    <a:pt x="1010640" y="214503"/>
                  </a:lnTo>
                  <a:lnTo>
                    <a:pt x="1015263" y="213131"/>
                  </a:lnTo>
                  <a:close/>
                </a:path>
                <a:path w="3413760" h="295909">
                  <a:moveTo>
                    <a:pt x="1015263" y="132283"/>
                  </a:moveTo>
                  <a:lnTo>
                    <a:pt x="1010894" y="131318"/>
                  </a:lnTo>
                  <a:lnTo>
                    <a:pt x="1010640" y="133654"/>
                  </a:lnTo>
                  <a:lnTo>
                    <a:pt x="1015263" y="132283"/>
                  </a:lnTo>
                  <a:close/>
                </a:path>
                <a:path w="3413760" h="295909">
                  <a:moveTo>
                    <a:pt x="1015263" y="51422"/>
                  </a:moveTo>
                  <a:lnTo>
                    <a:pt x="1010894" y="50457"/>
                  </a:lnTo>
                  <a:lnTo>
                    <a:pt x="1010640" y="52806"/>
                  </a:lnTo>
                  <a:lnTo>
                    <a:pt x="1015263" y="51422"/>
                  </a:lnTo>
                  <a:close/>
                </a:path>
                <a:path w="3413760" h="295909">
                  <a:moveTo>
                    <a:pt x="1018336" y="284353"/>
                  </a:moveTo>
                  <a:lnTo>
                    <a:pt x="1015187" y="283464"/>
                  </a:lnTo>
                  <a:lnTo>
                    <a:pt x="1011707" y="285330"/>
                  </a:lnTo>
                  <a:lnTo>
                    <a:pt x="1018336" y="284353"/>
                  </a:lnTo>
                  <a:close/>
                </a:path>
                <a:path w="3413760" h="295909">
                  <a:moveTo>
                    <a:pt x="1018336" y="203504"/>
                  </a:moveTo>
                  <a:lnTo>
                    <a:pt x="1015187" y="202615"/>
                  </a:lnTo>
                  <a:lnTo>
                    <a:pt x="1011707" y="204482"/>
                  </a:lnTo>
                  <a:lnTo>
                    <a:pt x="1018336" y="203504"/>
                  </a:lnTo>
                  <a:close/>
                </a:path>
                <a:path w="3413760" h="295909">
                  <a:moveTo>
                    <a:pt x="1018336" y="122656"/>
                  </a:moveTo>
                  <a:lnTo>
                    <a:pt x="1015187" y="121767"/>
                  </a:lnTo>
                  <a:lnTo>
                    <a:pt x="1011707" y="123634"/>
                  </a:lnTo>
                  <a:lnTo>
                    <a:pt x="1018336" y="122656"/>
                  </a:lnTo>
                  <a:close/>
                </a:path>
                <a:path w="3413760" h="295909">
                  <a:moveTo>
                    <a:pt x="1018336" y="41795"/>
                  </a:moveTo>
                  <a:lnTo>
                    <a:pt x="1015187" y="40906"/>
                  </a:lnTo>
                  <a:lnTo>
                    <a:pt x="1011707" y="42773"/>
                  </a:lnTo>
                  <a:lnTo>
                    <a:pt x="1018336" y="41795"/>
                  </a:lnTo>
                  <a:close/>
                </a:path>
                <a:path w="3413760" h="295909">
                  <a:moveTo>
                    <a:pt x="1029970" y="233349"/>
                  </a:moveTo>
                  <a:lnTo>
                    <a:pt x="1029550" y="229463"/>
                  </a:lnTo>
                  <a:lnTo>
                    <a:pt x="1027226" y="229463"/>
                  </a:lnTo>
                  <a:lnTo>
                    <a:pt x="1029970" y="233349"/>
                  </a:lnTo>
                  <a:close/>
                </a:path>
                <a:path w="3413760" h="295909">
                  <a:moveTo>
                    <a:pt x="1029970" y="152501"/>
                  </a:moveTo>
                  <a:lnTo>
                    <a:pt x="1029550" y="148615"/>
                  </a:lnTo>
                  <a:lnTo>
                    <a:pt x="1027226" y="148615"/>
                  </a:lnTo>
                  <a:lnTo>
                    <a:pt x="1029970" y="152501"/>
                  </a:lnTo>
                  <a:close/>
                </a:path>
                <a:path w="3413760" h="295909">
                  <a:moveTo>
                    <a:pt x="1029970" y="71640"/>
                  </a:moveTo>
                  <a:lnTo>
                    <a:pt x="1029550" y="67754"/>
                  </a:lnTo>
                  <a:lnTo>
                    <a:pt x="1027226" y="67754"/>
                  </a:lnTo>
                  <a:lnTo>
                    <a:pt x="1029970" y="71640"/>
                  </a:lnTo>
                  <a:close/>
                </a:path>
                <a:path w="3413760" h="295909">
                  <a:moveTo>
                    <a:pt x="1046073" y="244906"/>
                  </a:moveTo>
                  <a:lnTo>
                    <a:pt x="1045819" y="242557"/>
                  </a:lnTo>
                  <a:lnTo>
                    <a:pt x="1040155" y="246113"/>
                  </a:lnTo>
                  <a:lnTo>
                    <a:pt x="1046073" y="244906"/>
                  </a:lnTo>
                  <a:close/>
                </a:path>
                <a:path w="3413760" h="295909">
                  <a:moveTo>
                    <a:pt x="1046073" y="164058"/>
                  </a:moveTo>
                  <a:lnTo>
                    <a:pt x="1045819" y="161709"/>
                  </a:lnTo>
                  <a:lnTo>
                    <a:pt x="1040155" y="165265"/>
                  </a:lnTo>
                  <a:lnTo>
                    <a:pt x="1046073" y="164058"/>
                  </a:lnTo>
                  <a:close/>
                </a:path>
                <a:path w="3413760" h="295909">
                  <a:moveTo>
                    <a:pt x="1046073" y="83210"/>
                  </a:moveTo>
                  <a:lnTo>
                    <a:pt x="1045819" y="80873"/>
                  </a:lnTo>
                  <a:lnTo>
                    <a:pt x="1040155" y="84416"/>
                  </a:lnTo>
                  <a:lnTo>
                    <a:pt x="1046073" y="83210"/>
                  </a:lnTo>
                  <a:close/>
                </a:path>
                <a:path w="3413760" h="295909">
                  <a:moveTo>
                    <a:pt x="1046073" y="2349"/>
                  </a:moveTo>
                  <a:lnTo>
                    <a:pt x="1045819" y="0"/>
                  </a:lnTo>
                  <a:lnTo>
                    <a:pt x="1040155" y="3556"/>
                  </a:lnTo>
                  <a:lnTo>
                    <a:pt x="1046073" y="2349"/>
                  </a:lnTo>
                  <a:close/>
                </a:path>
                <a:path w="3413760" h="295909">
                  <a:moveTo>
                    <a:pt x="1046873" y="252577"/>
                  </a:moveTo>
                  <a:lnTo>
                    <a:pt x="1042504" y="253555"/>
                  </a:lnTo>
                  <a:lnTo>
                    <a:pt x="1043228" y="255739"/>
                  </a:lnTo>
                  <a:lnTo>
                    <a:pt x="1046873" y="252577"/>
                  </a:lnTo>
                  <a:close/>
                </a:path>
                <a:path w="3413760" h="295909">
                  <a:moveTo>
                    <a:pt x="1046873" y="171742"/>
                  </a:moveTo>
                  <a:lnTo>
                    <a:pt x="1042504" y="172707"/>
                  </a:lnTo>
                  <a:lnTo>
                    <a:pt x="1043228" y="174891"/>
                  </a:lnTo>
                  <a:lnTo>
                    <a:pt x="1046873" y="171742"/>
                  </a:lnTo>
                  <a:close/>
                </a:path>
                <a:path w="3413760" h="295909">
                  <a:moveTo>
                    <a:pt x="1046873" y="90881"/>
                  </a:moveTo>
                  <a:lnTo>
                    <a:pt x="1042504" y="91859"/>
                  </a:lnTo>
                  <a:lnTo>
                    <a:pt x="1043228" y="94043"/>
                  </a:lnTo>
                  <a:lnTo>
                    <a:pt x="1046873" y="90881"/>
                  </a:lnTo>
                  <a:close/>
                </a:path>
                <a:path w="3413760" h="295909">
                  <a:moveTo>
                    <a:pt x="1046873" y="10033"/>
                  </a:moveTo>
                  <a:lnTo>
                    <a:pt x="1042504" y="10998"/>
                  </a:lnTo>
                  <a:lnTo>
                    <a:pt x="1043228" y="13182"/>
                  </a:lnTo>
                  <a:lnTo>
                    <a:pt x="1046873" y="10033"/>
                  </a:lnTo>
                  <a:close/>
                </a:path>
                <a:path w="3413760" h="295909">
                  <a:moveTo>
                    <a:pt x="1055687" y="253555"/>
                  </a:moveTo>
                  <a:lnTo>
                    <a:pt x="1051077" y="254927"/>
                  </a:lnTo>
                  <a:lnTo>
                    <a:pt x="1054950" y="255739"/>
                  </a:lnTo>
                  <a:lnTo>
                    <a:pt x="1055687" y="253555"/>
                  </a:lnTo>
                  <a:close/>
                </a:path>
                <a:path w="3413760" h="295909">
                  <a:moveTo>
                    <a:pt x="1055687" y="172707"/>
                  </a:moveTo>
                  <a:lnTo>
                    <a:pt x="1051077" y="174078"/>
                  </a:lnTo>
                  <a:lnTo>
                    <a:pt x="1054950" y="174891"/>
                  </a:lnTo>
                  <a:lnTo>
                    <a:pt x="1055687" y="172707"/>
                  </a:lnTo>
                  <a:close/>
                </a:path>
                <a:path w="3413760" h="295909">
                  <a:moveTo>
                    <a:pt x="1055687" y="91859"/>
                  </a:moveTo>
                  <a:lnTo>
                    <a:pt x="1051077" y="93230"/>
                  </a:lnTo>
                  <a:lnTo>
                    <a:pt x="1054950" y="94043"/>
                  </a:lnTo>
                  <a:lnTo>
                    <a:pt x="1055687" y="91859"/>
                  </a:lnTo>
                  <a:close/>
                </a:path>
                <a:path w="3413760" h="295909">
                  <a:moveTo>
                    <a:pt x="1055687" y="10998"/>
                  </a:moveTo>
                  <a:lnTo>
                    <a:pt x="1051077" y="12369"/>
                  </a:lnTo>
                  <a:lnTo>
                    <a:pt x="1054950" y="13182"/>
                  </a:lnTo>
                  <a:lnTo>
                    <a:pt x="1055687" y="10998"/>
                  </a:lnTo>
                  <a:close/>
                </a:path>
                <a:path w="3413760" h="295909">
                  <a:moveTo>
                    <a:pt x="1058760" y="243928"/>
                  </a:moveTo>
                  <a:lnTo>
                    <a:pt x="1055611" y="243039"/>
                  </a:lnTo>
                  <a:lnTo>
                    <a:pt x="1052118" y="244906"/>
                  </a:lnTo>
                  <a:lnTo>
                    <a:pt x="1058760" y="243928"/>
                  </a:lnTo>
                  <a:close/>
                </a:path>
                <a:path w="3413760" h="295909">
                  <a:moveTo>
                    <a:pt x="1058760" y="163080"/>
                  </a:moveTo>
                  <a:lnTo>
                    <a:pt x="1055611" y="162204"/>
                  </a:lnTo>
                  <a:lnTo>
                    <a:pt x="1052118" y="164058"/>
                  </a:lnTo>
                  <a:lnTo>
                    <a:pt x="1058760" y="163080"/>
                  </a:lnTo>
                  <a:close/>
                </a:path>
                <a:path w="3413760" h="295909">
                  <a:moveTo>
                    <a:pt x="1058760" y="82232"/>
                  </a:moveTo>
                  <a:lnTo>
                    <a:pt x="1055611" y="81343"/>
                  </a:lnTo>
                  <a:lnTo>
                    <a:pt x="1052118" y="83210"/>
                  </a:lnTo>
                  <a:lnTo>
                    <a:pt x="1058760" y="82232"/>
                  </a:lnTo>
                  <a:close/>
                </a:path>
                <a:path w="3413760" h="295909">
                  <a:moveTo>
                    <a:pt x="1058760" y="1371"/>
                  </a:moveTo>
                  <a:lnTo>
                    <a:pt x="1055611" y="482"/>
                  </a:lnTo>
                  <a:lnTo>
                    <a:pt x="1052118" y="2349"/>
                  </a:lnTo>
                  <a:lnTo>
                    <a:pt x="1058760" y="1371"/>
                  </a:lnTo>
                  <a:close/>
                </a:path>
                <a:path w="3413760" h="295909">
                  <a:moveTo>
                    <a:pt x="1058837" y="233349"/>
                  </a:moveTo>
                  <a:lnTo>
                    <a:pt x="1058760" y="226872"/>
                  </a:lnTo>
                  <a:lnTo>
                    <a:pt x="1058265" y="230035"/>
                  </a:lnTo>
                  <a:lnTo>
                    <a:pt x="1058837" y="233349"/>
                  </a:lnTo>
                  <a:close/>
                </a:path>
                <a:path w="3413760" h="295909">
                  <a:moveTo>
                    <a:pt x="1058837" y="152501"/>
                  </a:moveTo>
                  <a:lnTo>
                    <a:pt x="1058760" y="146024"/>
                  </a:lnTo>
                  <a:lnTo>
                    <a:pt x="1058265" y="149186"/>
                  </a:lnTo>
                  <a:lnTo>
                    <a:pt x="1058837" y="152501"/>
                  </a:lnTo>
                  <a:close/>
                </a:path>
                <a:path w="3413760" h="295909">
                  <a:moveTo>
                    <a:pt x="1058837" y="71640"/>
                  </a:moveTo>
                  <a:lnTo>
                    <a:pt x="1058760" y="65163"/>
                  </a:lnTo>
                  <a:lnTo>
                    <a:pt x="1058265" y="68313"/>
                  </a:lnTo>
                  <a:lnTo>
                    <a:pt x="1058837" y="71640"/>
                  </a:lnTo>
                  <a:close/>
                </a:path>
                <a:path w="3413760" h="295909">
                  <a:moveTo>
                    <a:pt x="1068527" y="265201"/>
                  </a:moveTo>
                  <a:lnTo>
                    <a:pt x="1066355" y="261315"/>
                  </a:lnTo>
                  <a:lnTo>
                    <a:pt x="1064425" y="262610"/>
                  </a:lnTo>
                  <a:lnTo>
                    <a:pt x="1068527" y="265201"/>
                  </a:lnTo>
                  <a:close/>
                </a:path>
                <a:path w="3413760" h="295909">
                  <a:moveTo>
                    <a:pt x="1068527" y="184353"/>
                  </a:moveTo>
                  <a:lnTo>
                    <a:pt x="1066355" y="180467"/>
                  </a:lnTo>
                  <a:lnTo>
                    <a:pt x="1064425" y="181762"/>
                  </a:lnTo>
                  <a:lnTo>
                    <a:pt x="1068527" y="184353"/>
                  </a:lnTo>
                  <a:close/>
                </a:path>
                <a:path w="3413760" h="295909">
                  <a:moveTo>
                    <a:pt x="1068527" y="103505"/>
                  </a:moveTo>
                  <a:lnTo>
                    <a:pt x="1066355" y="99618"/>
                  </a:lnTo>
                  <a:lnTo>
                    <a:pt x="1064425" y="100914"/>
                  </a:lnTo>
                  <a:lnTo>
                    <a:pt x="1068527" y="103505"/>
                  </a:lnTo>
                  <a:close/>
                </a:path>
                <a:path w="3413760" h="295909">
                  <a:moveTo>
                    <a:pt x="1068527" y="22644"/>
                  </a:moveTo>
                  <a:lnTo>
                    <a:pt x="1066355" y="18757"/>
                  </a:lnTo>
                  <a:lnTo>
                    <a:pt x="1064425" y="20053"/>
                  </a:lnTo>
                  <a:lnTo>
                    <a:pt x="1068527" y="22644"/>
                  </a:lnTo>
                  <a:close/>
                </a:path>
                <a:path w="3413760" h="295909">
                  <a:moveTo>
                    <a:pt x="1086497" y="285330"/>
                  </a:moveTo>
                  <a:lnTo>
                    <a:pt x="1086243" y="282981"/>
                  </a:lnTo>
                  <a:lnTo>
                    <a:pt x="1080579" y="286537"/>
                  </a:lnTo>
                  <a:lnTo>
                    <a:pt x="1086497" y="285330"/>
                  </a:lnTo>
                  <a:close/>
                </a:path>
                <a:path w="3413760" h="295909">
                  <a:moveTo>
                    <a:pt x="1086497" y="204482"/>
                  </a:moveTo>
                  <a:lnTo>
                    <a:pt x="1086243" y="202133"/>
                  </a:lnTo>
                  <a:lnTo>
                    <a:pt x="1080579" y="205689"/>
                  </a:lnTo>
                  <a:lnTo>
                    <a:pt x="1086497" y="204482"/>
                  </a:lnTo>
                  <a:close/>
                </a:path>
                <a:path w="3413760" h="295909">
                  <a:moveTo>
                    <a:pt x="1086497" y="123634"/>
                  </a:moveTo>
                  <a:lnTo>
                    <a:pt x="1086243" y="121285"/>
                  </a:lnTo>
                  <a:lnTo>
                    <a:pt x="1080579" y="124841"/>
                  </a:lnTo>
                  <a:lnTo>
                    <a:pt x="1086497" y="123634"/>
                  </a:lnTo>
                  <a:close/>
                </a:path>
                <a:path w="3413760" h="295909">
                  <a:moveTo>
                    <a:pt x="1086497" y="42773"/>
                  </a:moveTo>
                  <a:lnTo>
                    <a:pt x="1086243" y="40424"/>
                  </a:lnTo>
                  <a:lnTo>
                    <a:pt x="1080579" y="43980"/>
                  </a:lnTo>
                  <a:lnTo>
                    <a:pt x="1086497" y="42773"/>
                  </a:lnTo>
                  <a:close/>
                </a:path>
                <a:path w="3413760" h="295909">
                  <a:moveTo>
                    <a:pt x="1090701" y="273761"/>
                  </a:moveTo>
                  <a:lnTo>
                    <a:pt x="1089596" y="265595"/>
                  </a:lnTo>
                  <a:lnTo>
                    <a:pt x="1087551" y="265595"/>
                  </a:lnTo>
                  <a:lnTo>
                    <a:pt x="1090701" y="273761"/>
                  </a:lnTo>
                  <a:close/>
                </a:path>
                <a:path w="3413760" h="295909">
                  <a:moveTo>
                    <a:pt x="1090701" y="192925"/>
                  </a:moveTo>
                  <a:lnTo>
                    <a:pt x="1089596" y="184746"/>
                  </a:lnTo>
                  <a:lnTo>
                    <a:pt x="1087551" y="184746"/>
                  </a:lnTo>
                  <a:lnTo>
                    <a:pt x="1090701" y="192925"/>
                  </a:lnTo>
                  <a:close/>
                </a:path>
                <a:path w="3413760" h="295909">
                  <a:moveTo>
                    <a:pt x="1090701" y="112064"/>
                  </a:moveTo>
                  <a:lnTo>
                    <a:pt x="1089596" y="103898"/>
                  </a:lnTo>
                  <a:lnTo>
                    <a:pt x="1087551" y="103898"/>
                  </a:lnTo>
                  <a:lnTo>
                    <a:pt x="1090701" y="112064"/>
                  </a:lnTo>
                  <a:close/>
                </a:path>
                <a:path w="3413760" h="295909">
                  <a:moveTo>
                    <a:pt x="1090701" y="31216"/>
                  </a:moveTo>
                  <a:lnTo>
                    <a:pt x="1089596" y="23037"/>
                  </a:lnTo>
                  <a:lnTo>
                    <a:pt x="1087551" y="23037"/>
                  </a:lnTo>
                  <a:lnTo>
                    <a:pt x="1090701" y="31216"/>
                  </a:lnTo>
                  <a:close/>
                </a:path>
                <a:path w="3413760" h="295909">
                  <a:moveTo>
                    <a:pt x="1096111" y="293979"/>
                  </a:moveTo>
                  <a:lnTo>
                    <a:pt x="1091742" y="293014"/>
                  </a:lnTo>
                  <a:lnTo>
                    <a:pt x="1091514" y="295351"/>
                  </a:lnTo>
                  <a:lnTo>
                    <a:pt x="1096111" y="293979"/>
                  </a:lnTo>
                  <a:close/>
                </a:path>
                <a:path w="3413760" h="295909">
                  <a:moveTo>
                    <a:pt x="1096111" y="213131"/>
                  </a:moveTo>
                  <a:lnTo>
                    <a:pt x="1091742" y="212166"/>
                  </a:lnTo>
                  <a:lnTo>
                    <a:pt x="1091514" y="214503"/>
                  </a:lnTo>
                  <a:lnTo>
                    <a:pt x="1096111" y="213131"/>
                  </a:lnTo>
                  <a:close/>
                </a:path>
                <a:path w="3413760" h="295909">
                  <a:moveTo>
                    <a:pt x="1096111" y="132283"/>
                  </a:moveTo>
                  <a:lnTo>
                    <a:pt x="1091742" y="131318"/>
                  </a:lnTo>
                  <a:lnTo>
                    <a:pt x="1091514" y="133654"/>
                  </a:lnTo>
                  <a:lnTo>
                    <a:pt x="1096111" y="132283"/>
                  </a:lnTo>
                  <a:close/>
                </a:path>
                <a:path w="3413760" h="295909">
                  <a:moveTo>
                    <a:pt x="1096111" y="51422"/>
                  </a:moveTo>
                  <a:lnTo>
                    <a:pt x="1091742" y="50457"/>
                  </a:lnTo>
                  <a:lnTo>
                    <a:pt x="1091514" y="52806"/>
                  </a:lnTo>
                  <a:lnTo>
                    <a:pt x="1096111" y="51422"/>
                  </a:lnTo>
                  <a:close/>
                </a:path>
                <a:path w="3413760" h="295909">
                  <a:moveTo>
                    <a:pt x="1099185" y="284353"/>
                  </a:moveTo>
                  <a:lnTo>
                    <a:pt x="1096035" y="283464"/>
                  </a:lnTo>
                  <a:lnTo>
                    <a:pt x="1092555" y="285330"/>
                  </a:lnTo>
                  <a:lnTo>
                    <a:pt x="1099185" y="284353"/>
                  </a:lnTo>
                  <a:close/>
                </a:path>
                <a:path w="3413760" h="295909">
                  <a:moveTo>
                    <a:pt x="1099185" y="203504"/>
                  </a:moveTo>
                  <a:lnTo>
                    <a:pt x="1096035" y="202615"/>
                  </a:lnTo>
                  <a:lnTo>
                    <a:pt x="1092555" y="204482"/>
                  </a:lnTo>
                  <a:lnTo>
                    <a:pt x="1099185" y="203504"/>
                  </a:lnTo>
                  <a:close/>
                </a:path>
                <a:path w="3413760" h="295909">
                  <a:moveTo>
                    <a:pt x="1099185" y="122656"/>
                  </a:moveTo>
                  <a:lnTo>
                    <a:pt x="1096035" y="121767"/>
                  </a:lnTo>
                  <a:lnTo>
                    <a:pt x="1092555" y="123634"/>
                  </a:lnTo>
                  <a:lnTo>
                    <a:pt x="1099185" y="122656"/>
                  </a:lnTo>
                  <a:close/>
                </a:path>
                <a:path w="3413760" h="295909">
                  <a:moveTo>
                    <a:pt x="1099185" y="41795"/>
                  </a:moveTo>
                  <a:lnTo>
                    <a:pt x="1096035" y="40906"/>
                  </a:lnTo>
                  <a:lnTo>
                    <a:pt x="1092555" y="42773"/>
                  </a:lnTo>
                  <a:lnTo>
                    <a:pt x="1099185" y="41795"/>
                  </a:lnTo>
                  <a:close/>
                </a:path>
                <a:path w="3413760" h="295909">
                  <a:moveTo>
                    <a:pt x="1110830" y="233349"/>
                  </a:moveTo>
                  <a:lnTo>
                    <a:pt x="1110386" y="229463"/>
                  </a:lnTo>
                  <a:lnTo>
                    <a:pt x="1108087" y="229463"/>
                  </a:lnTo>
                  <a:lnTo>
                    <a:pt x="1110830" y="233349"/>
                  </a:lnTo>
                  <a:close/>
                </a:path>
                <a:path w="3413760" h="295909">
                  <a:moveTo>
                    <a:pt x="1110830" y="152501"/>
                  </a:moveTo>
                  <a:lnTo>
                    <a:pt x="1110386" y="148615"/>
                  </a:lnTo>
                  <a:lnTo>
                    <a:pt x="1108087" y="148615"/>
                  </a:lnTo>
                  <a:lnTo>
                    <a:pt x="1110830" y="152501"/>
                  </a:lnTo>
                  <a:close/>
                </a:path>
                <a:path w="3413760" h="295909">
                  <a:moveTo>
                    <a:pt x="1110830" y="71640"/>
                  </a:moveTo>
                  <a:lnTo>
                    <a:pt x="1110386" y="67754"/>
                  </a:lnTo>
                  <a:lnTo>
                    <a:pt x="1108087" y="67754"/>
                  </a:lnTo>
                  <a:lnTo>
                    <a:pt x="1110830" y="71640"/>
                  </a:lnTo>
                  <a:close/>
                </a:path>
                <a:path w="3413760" h="295909">
                  <a:moveTo>
                    <a:pt x="1126921" y="244906"/>
                  </a:moveTo>
                  <a:lnTo>
                    <a:pt x="1126667" y="242557"/>
                  </a:lnTo>
                  <a:lnTo>
                    <a:pt x="1121003" y="246113"/>
                  </a:lnTo>
                  <a:lnTo>
                    <a:pt x="1126921" y="244906"/>
                  </a:lnTo>
                  <a:close/>
                </a:path>
                <a:path w="3413760" h="295909">
                  <a:moveTo>
                    <a:pt x="1126921" y="164058"/>
                  </a:moveTo>
                  <a:lnTo>
                    <a:pt x="1126667" y="161709"/>
                  </a:lnTo>
                  <a:lnTo>
                    <a:pt x="1121003" y="165265"/>
                  </a:lnTo>
                  <a:lnTo>
                    <a:pt x="1126921" y="164058"/>
                  </a:lnTo>
                  <a:close/>
                </a:path>
                <a:path w="3413760" h="295909">
                  <a:moveTo>
                    <a:pt x="1126921" y="83210"/>
                  </a:moveTo>
                  <a:lnTo>
                    <a:pt x="1126667" y="80873"/>
                  </a:lnTo>
                  <a:lnTo>
                    <a:pt x="1121003" y="84416"/>
                  </a:lnTo>
                  <a:lnTo>
                    <a:pt x="1126921" y="83210"/>
                  </a:lnTo>
                  <a:close/>
                </a:path>
                <a:path w="3413760" h="295909">
                  <a:moveTo>
                    <a:pt x="1126921" y="2349"/>
                  </a:moveTo>
                  <a:lnTo>
                    <a:pt x="1126667" y="0"/>
                  </a:lnTo>
                  <a:lnTo>
                    <a:pt x="1121003" y="3556"/>
                  </a:lnTo>
                  <a:lnTo>
                    <a:pt x="1126921" y="2349"/>
                  </a:lnTo>
                  <a:close/>
                </a:path>
                <a:path w="3413760" h="295909">
                  <a:moveTo>
                    <a:pt x="1127721" y="252577"/>
                  </a:moveTo>
                  <a:lnTo>
                    <a:pt x="1123365" y="253555"/>
                  </a:lnTo>
                  <a:lnTo>
                    <a:pt x="1124089" y="255739"/>
                  </a:lnTo>
                  <a:lnTo>
                    <a:pt x="1127721" y="252577"/>
                  </a:lnTo>
                  <a:close/>
                </a:path>
                <a:path w="3413760" h="295909">
                  <a:moveTo>
                    <a:pt x="1127721" y="171742"/>
                  </a:moveTo>
                  <a:lnTo>
                    <a:pt x="1123365" y="172707"/>
                  </a:lnTo>
                  <a:lnTo>
                    <a:pt x="1124089" y="174891"/>
                  </a:lnTo>
                  <a:lnTo>
                    <a:pt x="1127721" y="171742"/>
                  </a:lnTo>
                  <a:close/>
                </a:path>
                <a:path w="3413760" h="295909">
                  <a:moveTo>
                    <a:pt x="1127721" y="90881"/>
                  </a:moveTo>
                  <a:lnTo>
                    <a:pt x="1123365" y="91859"/>
                  </a:lnTo>
                  <a:lnTo>
                    <a:pt x="1124089" y="94043"/>
                  </a:lnTo>
                  <a:lnTo>
                    <a:pt x="1127721" y="90881"/>
                  </a:lnTo>
                  <a:close/>
                </a:path>
                <a:path w="3413760" h="295909">
                  <a:moveTo>
                    <a:pt x="1127721" y="10033"/>
                  </a:moveTo>
                  <a:lnTo>
                    <a:pt x="1123365" y="10998"/>
                  </a:lnTo>
                  <a:lnTo>
                    <a:pt x="1124089" y="13182"/>
                  </a:lnTo>
                  <a:lnTo>
                    <a:pt x="1127721" y="10033"/>
                  </a:lnTo>
                  <a:close/>
                </a:path>
                <a:path w="3413760" h="295909">
                  <a:moveTo>
                    <a:pt x="1136535" y="253555"/>
                  </a:moveTo>
                  <a:lnTo>
                    <a:pt x="1131938" y="254927"/>
                  </a:lnTo>
                  <a:lnTo>
                    <a:pt x="1135811" y="255739"/>
                  </a:lnTo>
                  <a:lnTo>
                    <a:pt x="1136535" y="253555"/>
                  </a:lnTo>
                  <a:close/>
                </a:path>
                <a:path w="3413760" h="295909">
                  <a:moveTo>
                    <a:pt x="1136535" y="172707"/>
                  </a:moveTo>
                  <a:lnTo>
                    <a:pt x="1131938" y="174078"/>
                  </a:lnTo>
                  <a:lnTo>
                    <a:pt x="1135811" y="174891"/>
                  </a:lnTo>
                  <a:lnTo>
                    <a:pt x="1136535" y="172707"/>
                  </a:lnTo>
                  <a:close/>
                </a:path>
                <a:path w="3413760" h="295909">
                  <a:moveTo>
                    <a:pt x="1136535" y="91859"/>
                  </a:moveTo>
                  <a:lnTo>
                    <a:pt x="1131938" y="93230"/>
                  </a:lnTo>
                  <a:lnTo>
                    <a:pt x="1135811" y="94043"/>
                  </a:lnTo>
                  <a:lnTo>
                    <a:pt x="1136535" y="91859"/>
                  </a:lnTo>
                  <a:close/>
                </a:path>
                <a:path w="3413760" h="295909">
                  <a:moveTo>
                    <a:pt x="1136535" y="10998"/>
                  </a:moveTo>
                  <a:lnTo>
                    <a:pt x="1131938" y="12369"/>
                  </a:lnTo>
                  <a:lnTo>
                    <a:pt x="1135811" y="13182"/>
                  </a:lnTo>
                  <a:lnTo>
                    <a:pt x="1136535" y="10998"/>
                  </a:lnTo>
                  <a:close/>
                </a:path>
                <a:path w="3413760" h="295909">
                  <a:moveTo>
                    <a:pt x="1139609" y="243928"/>
                  </a:moveTo>
                  <a:lnTo>
                    <a:pt x="1136459" y="243039"/>
                  </a:lnTo>
                  <a:lnTo>
                    <a:pt x="1132979" y="244906"/>
                  </a:lnTo>
                  <a:lnTo>
                    <a:pt x="1139609" y="243928"/>
                  </a:lnTo>
                  <a:close/>
                </a:path>
                <a:path w="3413760" h="295909">
                  <a:moveTo>
                    <a:pt x="1139609" y="163080"/>
                  </a:moveTo>
                  <a:lnTo>
                    <a:pt x="1136459" y="162204"/>
                  </a:lnTo>
                  <a:lnTo>
                    <a:pt x="1132979" y="164058"/>
                  </a:lnTo>
                  <a:lnTo>
                    <a:pt x="1139609" y="163080"/>
                  </a:lnTo>
                  <a:close/>
                </a:path>
                <a:path w="3413760" h="295909">
                  <a:moveTo>
                    <a:pt x="1139609" y="82232"/>
                  </a:moveTo>
                  <a:lnTo>
                    <a:pt x="1136459" y="81343"/>
                  </a:lnTo>
                  <a:lnTo>
                    <a:pt x="1132979" y="83210"/>
                  </a:lnTo>
                  <a:lnTo>
                    <a:pt x="1139609" y="82232"/>
                  </a:lnTo>
                  <a:close/>
                </a:path>
                <a:path w="3413760" h="295909">
                  <a:moveTo>
                    <a:pt x="1139609" y="1371"/>
                  </a:moveTo>
                  <a:lnTo>
                    <a:pt x="1136459" y="482"/>
                  </a:lnTo>
                  <a:lnTo>
                    <a:pt x="1132979" y="2349"/>
                  </a:lnTo>
                  <a:lnTo>
                    <a:pt x="1139609" y="1371"/>
                  </a:lnTo>
                  <a:close/>
                </a:path>
                <a:path w="3413760" h="295909">
                  <a:moveTo>
                    <a:pt x="1139698" y="233349"/>
                  </a:moveTo>
                  <a:lnTo>
                    <a:pt x="1139609" y="226872"/>
                  </a:lnTo>
                  <a:lnTo>
                    <a:pt x="1139126" y="230035"/>
                  </a:lnTo>
                  <a:lnTo>
                    <a:pt x="1139698" y="233349"/>
                  </a:lnTo>
                  <a:close/>
                </a:path>
                <a:path w="3413760" h="295909">
                  <a:moveTo>
                    <a:pt x="1139698" y="152501"/>
                  </a:moveTo>
                  <a:lnTo>
                    <a:pt x="1139609" y="146024"/>
                  </a:lnTo>
                  <a:lnTo>
                    <a:pt x="1139126" y="149186"/>
                  </a:lnTo>
                  <a:lnTo>
                    <a:pt x="1139698" y="152501"/>
                  </a:lnTo>
                  <a:close/>
                </a:path>
                <a:path w="3413760" h="295909">
                  <a:moveTo>
                    <a:pt x="1139698" y="71640"/>
                  </a:moveTo>
                  <a:lnTo>
                    <a:pt x="1139609" y="65163"/>
                  </a:lnTo>
                  <a:lnTo>
                    <a:pt x="1139126" y="68313"/>
                  </a:lnTo>
                  <a:lnTo>
                    <a:pt x="1139698" y="71640"/>
                  </a:lnTo>
                  <a:close/>
                </a:path>
                <a:path w="3413760" h="295909">
                  <a:moveTo>
                    <a:pt x="1149400" y="265201"/>
                  </a:moveTo>
                  <a:lnTo>
                    <a:pt x="1147216" y="261315"/>
                  </a:lnTo>
                  <a:lnTo>
                    <a:pt x="1145273" y="262610"/>
                  </a:lnTo>
                  <a:lnTo>
                    <a:pt x="1149400" y="265201"/>
                  </a:lnTo>
                  <a:close/>
                </a:path>
                <a:path w="3413760" h="295909">
                  <a:moveTo>
                    <a:pt x="1149400" y="184353"/>
                  </a:moveTo>
                  <a:lnTo>
                    <a:pt x="1147216" y="180467"/>
                  </a:lnTo>
                  <a:lnTo>
                    <a:pt x="1145273" y="181762"/>
                  </a:lnTo>
                  <a:lnTo>
                    <a:pt x="1149400" y="184353"/>
                  </a:lnTo>
                  <a:close/>
                </a:path>
                <a:path w="3413760" h="295909">
                  <a:moveTo>
                    <a:pt x="1149400" y="103505"/>
                  </a:moveTo>
                  <a:lnTo>
                    <a:pt x="1147216" y="99618"/>
                  </a:lnTo>
                  <a:lnTo>
                    <a:pt x="1145273" y="100914"/>
                  </a:lnTo>
                  <a:lnTo>
                    <a:pt x="1149400" y="103505"/>
                  </a:lnTo>
                  <a:close/>
                </a:path>
                <a:path w="3413760" h="295909">
                  <a:moveTo>
                    <a:pt x="1149400" y="22644"/>
                  </a:moveTo>
                  <a:lnTo>
                    <a:pt x="1147216" y="18757"/>
                  </a:lnTo>
                  <a:lnTo>
                    <a:pt x="1145273" y="20053"/>
                  </a:lnTo>
                  <a:lnTo>
                    <a:pt x="1149400" y="22644"/>
                  </a:lnTo>
                  <a:close/>
                </a:path>
                <a:path w="3413760" h="295909">
                  <a:moveTo>
                    <a:pt x="1167333" y="285330"/>
                  </a:moveTo>
                  <a:lnTo>
                    <a:pt x="1167091" y="282981"/>
                  </a:lnTo>
                  <a:lnTo>
                    <a:pt x="1161453" y="286537"/>
                  </a:lnTo>
                  <a:lnTo>
                    <a:pt x="1167333" y="285330"/>
                  </a:lnTo>
                  <a:close/>
                </a:path>
                <a:path w="3413760" h="295909">
                  <a:moveTo>
                    <a:pt x="1167333" y="204482"/>
                  </a:moveTo>
                  <a:lnTo>
                    <a:pt x="1167091" y="202133"/>
                  </a:lnTo>
                  <a:lnTo>
                    <a:pt x="1161453" y="205689"/>
                  </a:lnTo>
                  <a:lnTo>
                    <a:pt x="1167333" y="204482"/>
                  </a:lnTo>
                  <a:close/>
                </a:path>
                <a:path w="3413760" h="295909">
                  <a:moveTo>
                    <a:pt x="1167333" y="123634"/>
                  </a:moveTo>
                  <a:lnTo>
                    <a:pt x="1167091" y="121285"/>
                  </a:lnTo>
                  <a:lnTo>
                    <a:pt x="1161453" y="124841"/>
                  </a:lnTo>
                  <a:lnTo>
                    <a:pt x="1167333" y="123634"/>
                  </a:lnTo>
                  <a:close/>
                </a:path>
                <a:path w="3413760" h="295909">
                  <a:moveTo>
                    <a:pt x="1167333" y="42773"/>
                  </a:moveTo>
                  <a:lnTo>
                    <a:pt x="1167091" y="40424"/>
                  </a:lnTo>
                  <a:lnTo>
                    <a:pt x="1161453" y="43980"/>
                  </a:lnTo>
                  <a:lnTo>
                    <a:pt x="1167333" y="42773"/>
                  </a:lnTo>
                  <a:close/>
                </a:path>
                <a:path w="3413760" h="295909">
                  <a:moveTo>
                    <a:pt x="1171549" y="273761"/>
                  </a:moveTo>
                  <a:lnTo>
                    <a:pt x="1170444" y="265595"/>
                  </a:lnTo>
                  <a:lnTo>
                    <a:pt x="1168400" y="265595"/>
                  </a:lnTo>
                  <a:lnTo>
                    <a:pt x="1171549" y="273761"/>
                  </a:lnTo>
                  <a:close/>
                </a:path>
                <a:path w="3413760" h="295909">
                  <a:moveTo>
                    <a:pt x="1171549" y="192925"/>
                  </a:moveTo>
                  <a:lnTo>
                    <a:pt x="1170444" y="184746"/>
                  </a:lnTo>
                  <a:lnTo>
                    <a:pt x="1168400" y="184746"/>
                  </a:lnTo>
                  <a:lnTo>
                    <a:pt x="1171549" y="192925"/>
                  </a:lnTo>
                  <a:close/>
                </a:path>
                <a:path w="3413760" h="295909">
                  <a:moveTo>
                    <a:pt x="1171549" y="112064"/>
                  </a:moveTo>
                  <a:lnTo>
                    <a:pt x="1170444" y="103898"/>
                  </a:lnTo>
                  <a:lnTo>
                    <a:pt x="1168400" y="103898"/>
                  </a:lnTo>
                  <a:lnTo>
                    <a:pt x="1171549" y="112064"/>
                  </a:lnTo>
                  <a:close/>
                </a:path>
                <a:path w="3413760" h="295909">
                  <a:moveTo>
                    <a:pt x="1171549" y="31216"/>
                  </a:moveTo>
                  <a:lnTo>
                    <a:pt x="1170444" y="23037"/>
                  </a:lnTo>
                  <a:lnTo>
                    <a:pt x="1168400" y="23037"/>
                  </a:lnTo>
                  <a:lnTo>
                    <a:pt x="1171549" y="31216"/>
                  </a:lnTo>
                  <a:close/>
                </a:path>
                <a:path w="3413760" h="295909">
                  <a:moveTo>
                    <a:pt x="1176972" y="293979"/>
                  </a:moveTo>
                  <a:lnTo>
                    <a:pt x="1172603" y="293014"/>
                  </a:lnTo>
                  <a:lnTo>
                    <a:pt x="1172362" y="295351"/>
                  </a:lnTo>
                  <a:lnTo>
                    <a:pt x="1176972" y="293979"/>
                  </a:lnTo>
                  <a:close/>
                </a:path>
                <a:path w="3413760" h="295909">
                  <a:moveTo>
                    <a:pt x="1176972" y="213131"/>
                  </a:moveTo>
                  <a:lnTo>
                    <a:pt x="1172603" y="212166"/>
                  </a:lnTo>
                  <a:lnTo>
                    <a:pt x="1172362" y="214503"/>
                  </a:lnTo>
                  <a:lnTo>
                    <a:pt x="1176972" y="213131"/>
                  </a:lnTo>
                  <a:close/>
                </a:path>
                <a:path w="3413760" h="295909">
                  <a:moveTo>
                    <a:pt x="1176972" y="132283"/>
                  </a:moveTo>
                  <a:lnTo>
                    <a:pt x="1172603" y="131318"/>
                  </a:lnTo>
                  <a:lnTo>
                    <a:pt x="1172362" y="133654"/>
                  </a:lnTo>
                  <a:lnTo>
                    <a:pt x="1176972" y="132283"/>
                  </a:lnTo>
                  <a:close/>
                </a:path>
                <a:path w="3413760" h="295909">
                  <a:moveTo>
                    <a:pt x="1176972" y="51422"/>
                  </a:moveTo>
                  <a:lnTo>
                    <a:pt x="1172603" y="50457"/>
                  </a:lnTo>
                  <a:lnTo>
                    <a:pt x="1172362" y="52806"/>
                  </a:lnTo>
                  <a:lnTo>
                    <a:pt x="1176972" y="51422"/>
                  </a:lnTo>
                  <a:close/>
                </a:path>
                <a:path w="3413760" h="295909">
                  <a:moveTo>
                    <a:pt x="1180033" y="284353"/>
                  </a:moveTo>
                  <a:lnTo>
                    <a:pt x="1176883" y="283464"/>
                  </a:lnTo>
                  <a:lnTo>
                    <a:pt x="1173403" y="285330"/>
                  </a:lnTo>
                  <a:lnTo>
                    <a:pt x="1180033" y="284353"/>
                  </a:lnTo>
                  <a:close/>
                </a:path>
                <a:path w="3413760" h="295909">
                  <a:moveTo>
                    <a:pt x="1180033" y="203504"/>
                  </a:moveTo>
                  <a:lnTo>
                    <a:pt x="1176883" y="202615"/>
                  </a:lnTo>
                  <a:lnTo>
                    <a:pt x="1173403" y="204482"/>
                  </a:lnTo>
                  <a:lnTo>
                    <a:pt x="1180033" y="203504"/>
                  </a:lnTo>
                  <a:close/>
                </a:path>
                <a:path w="3413760" h="295909">
                  <a:moveTo>
                    <a:pt x="1180033" y="122656"/>
                  </a:moveTo>
                  <a:lnTo>
                    <a:pt x="1176883" y="121767"/>
                  </a:lnTo>
                  <a:lnTo>
                    <a:pt x="1173403" y="123634"/>
                  </a:lnTo>
                  <a:lnTo>
                    <a:pt x="1180033" y="122656"/>
                  </a:lnTo>
                  <a:close/>
                </a:path>
                <a:path w="3413760" h="295909">
                  <a:moveTo>
                    <a:pt x="1180033" y="41795"/>
                  </a:moveTo>
                  <a:lnTo>
                    <a:pt x="1176883" y="40906"/>
                  </a:lnTo>
                  <a:lnTo>
                    <a:pt x="1173403" y="42773"/>
                  </a:lnTo>
                  <a:lnTo>
                    <a:pt x="1180033" y="41795"/>
                  </a:lnTo>
                  <a:close/>
                </a:path>
                <a:path w="3413760" h="295909">
                  <a:moveTo>
                    <a:pt x="1191666" y="233349"/>
                  </a:moveTo>
                  <a:lnTo>
                    <a:pt x="1191247" y="229463"/>
                  </a:lnTo>
                  <a:lnTo>
                    <a:pt x="1188935" y="229463"/>
                  </a:lnTo>
                  <a:lnTo>
                    <a:pt x="1191666" y="233349"/>
                  </a:lnTo>
                  <a:close/>
                </a:path>
                <a:path w="3413760" h="295909">
                  <a:moveTo>
                    <a:pt x="1191666" y="152501"/>
                  </a:moveTo>
                  <a:lnTo>
                    <a:pt x="1191247" y="148615"/>
                  </a:lnTo>
                  <a:lnTo>
                    <a:pt x="1188935" y="148615"/>
                  </a:lnTo>
                  <a:lnTo>
                    <a:pt x="1191666" y="152501"/>
                  </a:lnTo>
                  <a:close/>
                </a:path>
                <a:path w="3413760" h="295909">
                  <a:moveTo>
                    <a:pt x="1191666" y="71640"/>
                  </a:moveTo>
                  <a:lnTo>
                    <a:pt x="1191247" y="67754"/>
                  </a:lnTo>
                  <a:lnTo>
                    <a:pt x="1188935" y="67754"/>
                  </a:lnTo>
                  <a:lnTo>
                    <a:pt x="1191666" y="71640"/>
                  </a:lnTo>
                  <a:close/>
                </a:path>
                <a:path w="3413760" h="295909">
                  <a:moveTo>
                    <a:pt x="1207770" y="244906"/>
                  </a:moveTo>
                  <a:lnTo>
                    <a:pt x="1207516" y="242557"/>
                  </a:lnTo>
                  <a:lnTo>
                    <a:pt x="1201864" y="246113"/>
                  </a:lnTo>
                  <a:lnTo>
                    <a:pt x="1207770" y="244906"/>
                  </a:lnTo>
                  <a:close/>
                </a:path>
                <a:path w="3413760" h="295909">
                  <a:moveTo>
                    <a:pt x="1207770" y="164058"/>
                  </a:moveTo>
                  <a:lnTo>
                    <a:pt x="1207516" y="161709"/>
                  </a:lnTo>
                  <a:lnTo>
                    <a:pt x="1201864" y="165265"/>
                  </a:lnTo>
                  <a:lnTo>
                    <a:pt x="1207770" y="164058"/>
                  </a:lnTo>
                  <a:close/>
                </a:path>
                <a:path w="3413760" h="295909">
                  <a:moveTo>
                    <a:pt x="1207770" y="83210"/>
                  </a:moveTo>
                  <a:lnTo>
                    <a:pt x="1207516" y="80873"/>
                  </a:lnTo>
                  <a:lnTo>
                    <a:pt x="1201864" y="84416"/>
                  </a:lnTo>
                  <a:lnTo>
                    <a:pt x="1207770" y="83210"/>
                  </a:lnTo>
                  <a:close/>
                </a:path>
                <a:path w="3413760" h="295909">
                  <a:moveTo>
                    <a:pt x="1207770" y="2349"/>
                  </a:moveTo>
                  <a:lnTo>
                    <a:pt x="1207516" y="0"/>
                  </a:lnTo>
                  <a:lnTo>
                    <a:pt x="1201864" y="3556"/>
                  </a:lnTo>
                  <a:lnTo>
                    <a:pt x="1207770" y="2349"/>
                  </a:lnTo>
                  <a:close/>
                </a:path>
                <a:path w="3413760" h="295909">
                  <a:moveTo>
                    <a:pt x="1208570" y="252577"/>
                  </a:moveTo>
                  <a:lnTo>
                    <a:pt x="1204214" y="253555"/>
                  </a:lnTo>
                  <a:lnTo>
                    <a:pt x="1204937" y="255739"/>
                  </a:lnTo>
                  <a:lnTo>
                    <a:pt x="1208570" y="252577"/>
                  </a:lnTo>
                  <a:close/>
                </a:path>
                <a:path w="3413760" h="295909">
                  <a:moveTo>
                    <a:pt x="1208570" y="171742"/>
                  </a:moveTo>
                  <a:lnTo>
                    <a:pt x="1204214" y="172707"/>
                  </a:lnTo>
                  <a:lnTo>
                    <a:pt x="1204937" y="174891"/>
                  </a:lnTo>
                  <a:lnTo>
                    <a:pt x="1208570" y="171742"/>
                  </a:lnTo>
                  <a:close/>
                </a:path>
                <a:path w="3413760" h="295909">
                  <a:moveTo>
                    <a:pt x="1208570" y="90881"/>
                  </a:moveTo>
                  <a:lnTo>
                    <a:pt x="1204214" y="91859"/>
                  </a:lnTo>
                  <a:lnTo>
                    <a:pt x="1204937" y="94043"/>
                  </a:lnTo>
                  <a:lnTo>
                    <a:pt x="1208570" y="90881"/>
                  </a:lnTo>
                  <a:close/>
                </a:path>
                <a:path w="3413760" h="295909">
                  <a:moveTo>
                    <a:pt x="1208570" y="10033"/>
                  </a:moveTo>
                  <a:lnTo>
                    <a:pt x="1204214" y="10998"/>
                  </a:lnTo>
                  <a:lnTo>
                    <a:pt x="1204937" y="13182"/>
                  </a:lnTo>
                  <a:lnTo>
                    <a:pt x="1208570" y="10033"/>
                  </a:lnTo>
                  <a:close/>
                </a:path>
                <a:path w="3413760" h="295909">
                  <a:moveTo>
                    <a:pt x="1217383" y="253555"/>
                  </a:moveTo>
                  <a:lnTo>
                    <a:pt x="1212786" y="254927"/>
                  </a:lnTo>
                  <a:lnTo>
                    <a:pt x="1216660" y="255739"/>
                  </a:lnTo>
                  <a:lnTo>
                    <a:pt x="1217383" y="253555"/>
                  </a:lnTo>
                  <a:close/>
                </a:path>
                <a:path w="3413760" h="295909">
                  <a:moveTo>
                    <a:pt x="1217383" y="172707"/>
                  </a:moveTo>
                  <a:lnTo>
                    <a:pt x="1212786" y="174078"/>
                  </a:lnTo>
                  <a:lnTo>
                    <a:pt x="1216660" y="174891"/>
                  </a:lnTo>
                  <a:lnTo>
                    <a:pt x="1217383" y="172707"/>
                  </a:lnTo>
                  <a:close/>
                </a:path>
                <a:path w="3413760" h="295909">
                  <a:moveTo>
                    <a:pt x="1217383" y="91859"/>
                  </a:moveTo>
                  <a:lnTo>
                    <a:pt x="1212786" y="93230"/>
                  </a:lnTo>
                  <a:lnTo>
                    <a:pt x="1216660" y="94043"/>
                  </a:lnTo>
                  <a:lnTo>
                    <a:pt x="1217383" y="91859"/>
                  </a:lnTo>
                  <a:close/>
                </a:path>
                <a:path w="3413760" h="295909">
                  <a:moveTo>
                    <a:pt x="1217383" y="10998"/>
                  </a:moveTo>
                  <a:lnTo>
                    <a:pt x="1212786" y="12369"/>
                  </a:lnTo>
                  <a:lnTo>
                    <a:pt x="1216660" y="13182"/>
                  </a:lnTo>
                  <a:lnTo>
                    <a:pt x="1217383" y="10998"/>
                  </a:lnTo>
                  <a:close/>
                </a:path>
                <a:path w="3413760" h="295909">
                  <a:moveTo>
                    <a:pt x="1220457" y="243928"/>
                  </a:moveTo>
                  <a:lnTo>
                    <a:pt x="1217307" y="243039"/>
                  </a:lnTo>
                  <a:lnTo>
                    <a:pt x="1213840" y="244906"/>
                  </a:lnTo>
                  <a:lnTo>
                    <a:pt x="1220457" y="243928"/>
                  </a:lnTo>
                  <a:close/>
                </a:path>
                <a:path w="3413760" h="295909">
                  <a:moveTo>
                    <a:pt x="1220457" y="163080"/>
                  </a:moveTo>
                  <a:lnTo>
                    <a:pt x="1217307" y="162204"/>
                  </a:lnTo>
                  <a:lnTo>
                    <a:pt x="1213840" y="164058"/>
                  </a:lnTo>
                  <a:lnTo>
                    <a:pt x="1220457" y="163080"/>
                  </a:lnTo>
                  <a:close/>
                </a:path>
                <a:path w="3413760" h="295909">
                  <a:moveTo>
                    <a:pt x="1220457" y="82232"/>
                  </a:moveTo>
                  <a:lnTo>
                    <a:pt x="1217307" y="81343"/>
                  </a:lnTo>
                  <a:lnTo>
                    <a:pt x="1213840" y="83210"/>
                  </a:lnTo>
                  <a:lnTo>
                    <a:pt x="1220457" y="82232"/>
                  </a:lnTo>
                  <a:close/>
                </a:path>
                <a:path w="3413760" h="295909">
                  <a:moveTo>
                    <a:pt x="1220457" y="1371"/>
                  </a:moveTo>
                  <a:lnTo>
                    <a:pt x="1217307" y="482"/>
                  </a:lnTo>
                  <a:lnTo>
                    <a:pt x="1213840" y="2349"/>
                  </a:lnTo>
                  <a:lnTo>
                    <a:pt x="1220457" y="1371"/>
                  </a:lnTo>
                  <a:close/>
                </a:path>
                <a:path w="3413760" h="295909">
                  <a:moveTo>
                    <a:pt x="1220546" y="233349"/>
                  </a:moveTo>
                  <a:lnTo>
                    <a:pt x="1220457" y="226872"/>
                  </a:lnTo>
                  <a:lnTo>
                    <a:pt x="1219974" y="230035"/>
                  </a:lnTo>
                  <a:lnTo>
                    <a:pt x="1220546" y="233349"/>
                  </a:lnTo>
                  <a:close/>
                </a:path>
                <a:path w="3413760" h="295909">
                  <a:moveTo>
                    <a:pt x="1220546" y="152501"/>
                  </a:moveTo>
                  <a:lnTo>
                    <a:pt x="1220457" y="146024"/>
                  </a:lnTo>
                  <a:lnTo>
                    <a:pt x="1219974" y="149186"/>
                  </a:lnTo>
                  <a:lnTo>
                    <a:pt x="1220546" y="152501"/>
                  </a:lnTo>
                  <a:close/>
                </a:path>
                <a:path w="3413760" h="295909">
                  <a:moveTo>
                    <a:pt x="1220546" y="71640"/>
                  </a:moveTo>
                  <a:lnTo>
                    <a:pt x="1220457" y="65163"/>
                  </a:lnTo>
                  <a:lnTo>
                    <a:pt x="1219974" y="68313"/>
                  </a:lnTo>
                  <a:lnTo>
                    <a:pt x="1220546" y="71640"/>
                  </a:lnTo>
                  <a:close/>
                </a:path>
                <a:path w="3413760" h="295909">
                  <a:moveTo>
                    <a:pt x="1230249" y="265201"/>
                  </a:moveTo>
                  <a:lnTo>
                    <a:pt x="1228064" y="261315"/>
                  </a:lnTo>
                  <a:lnTo>
                    <a:pt x="1226121" y="262610"/>
                  </a:lnTo>
                  <a:lnTo>
                    <a:pt x="1230249" y="265201"/>
                  </a:lnTo>
                  <a:close/>
                </a:path>
                <a:path w="3413760" h="295909">
                  <a:moveTo>
                    <a:pt x="1230249" y="184353"/>
                  </a:moveTo>
                  <a:lnTo>
                    <a:pt x="1228064" y="180467"/>
                  </a:lnTo>
                  <a:lnTo>
                    <a:pt x="1226121" y="181762"/>
                  </a:lnTo>
                  <a:lnTo>
                    <a:pt x="1230249" y="184353"/>
                  </a:lnTo>
                  <a:close/>
                </a:path>
                <a:path w="3413760" h="295909">
                  <a:moveTo>
                    <a:pt x="1230249" y="103505"/>
                  </a:moveTo>
                  <a:lnTo>
                    <a:pt x="1228064" y="99618"/>
                  </a:lnTo>
                  <a:lnTo>
                    <a:pt x="1226121" y="100914"/>
                  </a:lnTo>
                  <a:lnTo>
                    <a:pt x="1230249" y="103505"/>
                  </a:lnTo>
                  <a:close/>
                </a:path>
                <a:path w="3413760" h="295909">
                  <a:moveTo>
                    <a:pt x="1230249" y="22644"/>
                  </a:moveTo>
                  <a:lnTo>
                    <a:pt x="1228064" y="18757"/>
                  </a:lnTo>
                  <a:lnTo>
                    <a:pt x="1226121" y="20053"/>
                  </a:lnTo>
                  <a:lnTo>
                    <a:pt x="1230249" y="22644"/>
                  </a:lnTo>
                  <a:close/>
                </a:path>
                <a:path w="3413760" h="295909">
                  <a:moveTo>
                    <a:pt x="1248194" y="285330"/>
                  </a:moveTo>
                  <a:lnTo>
                    <a:pt x="1247952" y="282981"/>
                  </a:lnTo>
                  <a:lnTo>
                    <a:pt x="1242288" y="286537"/>
                  </a:lnTo>
                  <a:lnTo>
                    <a:pt x="1248194" y="285330"/>
                  </a:lnTo>
                  <a:close/>
                </a:path>
                <a:path w="3413760" h="295909">
                  <a:moveTo>
                    <a:pt x="1248194" y="204482"/>
                  </a:moveTo>
                  <a:lnTo>
                    <a:pt x="1247952" y="202133"/>
                  </a:lnTo>
                  <a:lnTo>
                    <a:pt x="1242288" y="205689"/>
                  </a:lnTo>
                  <a:lnTo>
                    <a:pt x="1248194" y="204482"/>
                  </a:lnTo>
                  <a:close/>
                </a:path>
                <a:path w="3413760" h="295909">
                  <a:moveTo>
                    <a:pt x="1248194" y="123634"/>
                  </a:moveTo>
                  <a:lnTo>
                    <a:pt x="1247952" y="121285"/>
                  </a:lnTo>
                  <a:lnTo>
                    <a:pt x="1242288" y="124841"/>
                  </a:lnTo>
                  <a:lnTo>
                    <a:pt x="1248194" y="123634"/>
                  </a:lnTo>
                  <a:close/>
                </a:path>
                <a:path w="3413760" h="295909">
                  <a:moveTo>
                    <a:pt x="1248194" y="42773"/>
                  </a:moveTo>
                  <a:lnTo>
                    <a:pt x="1247952" y="40424"/>
                  </a:lnTo>
                  <a:lnTo>
                    <a:pt x="1242288" y="43980"/>
                  </a:lnTo>
                  <a:lnTo>
                    <a:pt x="1248194" y="42773"/>
                  </a:lnTo>
                  <a:close/>
                </a:path>
                <a:path w="3413760" h="295909">
                  <a:moveTo>
                    <a:pt x="1252397" y="273761"/>
                  </a:moveTo>
                  <a:lnTo>
                    <a:pt x="1251292" y="265595"/>
                  </a:lnTo>
                  <a:lnTo>
                    <a:pt x="1249248" y="265595"/>
                  </a:lnTo>
                  <a:lnTo>
                    <a:pt x="1252397" y="273761"/>
                  </a:lnTo>
                  <a:close/>
                </a:path>
                <a:path w="3413760" h="295909">
                  <a:moveTo>
                    <a:pt x="1252397" y="192925"/>
                  </a:moveTo>
                  <a:lnTo>
                    <a:pt x="1251292" y="184746"/>
                  </a:lnTo>
                  <a:lnTo>
                    <a:pt x="1249248" y="184746"/>
                  </a:lnTo>
                  <a:lnTo>
                    <a:pt x="1252397" y="192925"/>
                  </a:lnTo>
                  <a:close/>
                </a:path>
                <a:path w="3413760" h="295909">
                  <a:moveTo>
                    <a:pt x="1252397" y="112064"/>
                  </a:moveTo>
                  <a:lnTo>
                    <a:pt x="1251292" y="103898"/>
                  </a:lnTo>
                  <a:lnTo>
                    <a:pt x="1249248" y="103898"/>
                  </a:lnTo>
                  <a:lnTo>
                    <a:pt x="1252397" y="112064"/>
                  </a:lnTo>
                  <a:close/>
                </a:path>
                <a:path w="3413760" h="295909">
                  <a:moveTo>
                    <a:pt x="1252397" y="31216"/>
                  </a:moveTo>
                  <a:lnTo>
                    <a:pt x="1251292" y="23037"/>
                  </a:lnTo>
                  <a:lnTo>
                    <a:pt x="1249248" y="23037"/>
                  </a:lnTo>
                  <a:lnTo>
                    <a:pt x="1252397" y="31216"/>
                  </a:lnTo>
                  <a:close/>
                </a:path>
                <a:path w="3413760" h="295909">
                  <a:moveTo>
                    <a:pt x="1257808" y="293979"/>
                  </a:moveTo>
                  <a:lnTo>
                    <a:pt x="1253451" y="293014"/>
                  </a:lnTo>
                  <a:lnTo>
                    <a:pt x="1253210" y="295351"/>
                  </a:lnTo>
                  <a:lnTo>
                    <a:pt x="1257808" y="293979"/>
                  </a:lnTo>
                  <a:close/>
                </a:path>
                <a:path w="3413760" h="295909">
                  <a:moveTo>
                    <a:pt x="1257808" y="213131"/>
                  </a:moveTo>
                  <a:lnTo>
                    <a:pt x="1253451" y="212166"/>
                  </a:lnTo>
                  <a:lnTo>
                    <a:pt x="1253210" y="214503"/>
                  </a:lnTo>
                  <a:lnTo>
                    <a:pt x="1257808" y="213131"/>
                  </a:lnTo>
                  <a:close/>
                </a:path>
                <a:path w="3413760" h="295909">
                  <a:moveTo>
                    <a:pt x="1257808" y="132283"/>
                  </a:moveTo>
                  <a:lnTo>
                    <a:pt x="1253451" y="131318"/>
                  </a:lnTo>
                  <a:lnTo>
                    <a:pt x="1253210" y="133654"/>
                  </a:lnTo>
                  <a:lnTo>
                    <a:pt x="1257808" y="132283"/>
                  </a:lnTo>
                  <a:close/>
                </a:path>
                <a:path w="3413760" h="295909">
                  <a:moveTo>
                    <a:pt x="1257808" y="51422"/>
                  </a:moveTo>
                  <a:lnTo>
                    <a:pt x="1253451" y="50457"/>
                  </a:lnTo>
                  <a:lnTo>
                    <a:pt x="1253210" y="52806"/>
                  </a:lnTo>
                  <a:lnTo>
                    <a:pt x="1257808" y="51422"/>
                  </a:lnTo>
                  <a:close/>
                </a:path>
                <a:path w="3413760" h="295909">
                  <a:moveTo>
                    <a:pt x="1260881" y="284353"/>
                  </a:moveTo>
                  <a:lnTo>
                    <a:pt x="1257731" y="283464"/>
                  </a:lnTo>
                  <a:lnTo>
                    <a:pt x="1254264" y="285330"/>
                  </a:lnTo>
                  <a:lnTo>
                    <a:pt x="1260881" y="284353"/>
                  </a:lnTo>
                  <a:close/>
                </a:path>
                <a:path w="3413760" h="295909">
                  <a:moveTo>
                    <a:pt x="1260881" y="203504"/>
                  </a:moveTo>
                  <a:lnTo>
                    <a:pt x="1257731" y="202615"/>
                  </a:lnTo>
                  <a:lnTo>
                    <a:pt x="1254264" y="204482"/>
                  </a:lnTo>
                  <a:lnTo>
                    <a:pt x="1260881" y="203504"/>
                  </a:lnTo>
                  <a:close/>
                </a:path>
                <a:path w="3413760" h="295909">
                  <a:moveTo>
                    <a:pt x="1260881" y="122656"/>
                  </a:moveTo>
                  <a:lnTo>
                    <a:pt x="1257731" y="121767"/>
                  </a:lnTo>
                  <a:lnTo>
                    <a:pt x="1254264" y="123634"/>
                  </a:lnTo>
                  <a:lnTo>
                    <a:pt x="1260881" y="122656"/>
                  </a:lnTo>
                  <a:close/>
                </a:path>
                <a:path w="3413760" h="295909">
                  <a:moveTo>
                    <a:pt x="1260881" y="41795"/>
                  </a:moveTo>
                  <a:lnTo>
                    <a:pt x="1257731" y="40906"/>
                  </a:lnTo>
                  <a:lnTo>
                    <a:pt x="1254264" y="42773"/>
                  </a:lnTo>
                  <a:lnTo>
                    <a:pt x="1260881" y="41795"/>
                  </a:lnTo>
                  <a:close/>
                </a:path>
                <a:path w="3413760" h="295909">
                  <a:moveTo>
                    <a:pt x="1272540" y="233349"/>
                  </a:moveTo>
                  <a:lnTo>
                    <a:pt x="1272095" y="229463"/>
                  </a:lnTo>
                  <a:lnTo>
                    <a:pt x="1269784" y="229463"/>
                  </a:lnTo>
                  <a:lnTo>
                    <a:pt x="1272540" y="233349"/>
                  </a:lnTo>
                  <a:close/>
                </a:path>
                <a:path w="3413760" h="295909">
                  <a:moveTo>
                    <a:pt x="1272540" y="152501"/>
                  </a:moveTo>
                  <a:lnTo>
                    <a:pt x="1272095" y="148615"/>
                  </a:lnTo>
                  <a:lnTo>
                    <a:pt x="1269784" y="148615"/>
                  </a:lnTo>
                  <a:lnTo>
                    <a:pt x="1272540" y="152501"/>
                  </a:lnTo>
                  <a:close/>
                </a:path>
                <a:path w="3413760" h="295909">
                  <a:moveTo>
                    <a:pt x="1272540" y="71640"/>
                  </a:moveTo>
                  <a:lnTo>
                    <a:pt x="1272095" y="67754"/>
                  </a:lnTo>
                  <a:lnTo>
                    <a:pt x="1269784" y="67754"/>
                  </a:lnTo>
                  <a:lnTo>
                    <a:pt x="1272540" y="71640"/>
                  </a:lnTo>
                  <a:close/>
                </a:path>
                <a:path w="3413760" h="295909">
                  <a:moveTo>
                    <a:pt x="1288618" y="244906"/>
                  </a:moveTo>
                  <a:lnTo>
                    <a:pt x="1288389" y="242557"/>
                  </a:lnTo>
                  <a:lnTo>
                    <a:pt x="1282725" y="246113"/>
                  </a:lnTo>
                  <a:lnTo>
                    <a:pt x="1288618" y="244906"/>
                  </a:lnTo>
                  <a:close/>
                </a:path>
                <a:path w="3413760" h="295909">
                  <a:moveTo>
                    <a:pt x="1288618" y="164058"/>
                  </a:moveTo>
                  <a:lnTo>
                    <a:pt x="1288389" y="161709"/>
                  </a:lnTo>
                  <a:lnTo>
                    <a:pt x="1282725" y="165265"/>
                  </a:lnTo>
                  <a:lnTo>
                    <a:pt x="1288618" y="164058"/>
                  </a:lnTo>
                  <a:close/>
                </a:path>
                <a:path w="3413760" h="295909">
                  <a:moveTo>
                    <a:pt x="1288618" y="83210"/>
                  </a:moveTo>
                  <a:lnTo>
                    <a:pt x="1288389" y="80873"/>
                  </a:lnTo>
                  <a:lnTo>
                    <a:pt x="1282725" y="84416"/>
                  </a:lnTo>
                  <a:lnTo>
                    <a:pt x="1288618" y="83210"/>
                  </a:lnTo>
                  <a:close/>
                </a:path>
                <a:path w="3413760" h="295909">
                  <a:moveTo>
                    <a:pt x="1288618" y="2349"/>
                  </a:moveTo>
                  <a:lnTo>
                    <a:pt x="1288389" y="0"/>
                  </a:lnTo>
                  <a:lnTo>
                    <a:pt x="1282725" y="3556"/>
                  </a:lnTo>
                  <a:lnTo>
                    <a:pt x="1288618" y="2349"/>
                  </a:lnTo>
                  <a:close/>
                </a:path>
                <a:path w="3413760" h="295909">
                  <a:moveTo>
                    <a:pt x="1289418" y="252577"/>
                  </a:moveTo>
                  <a:lnTo>
                    <a:pt x="1285062" y="253555"/>
                  </a:lnTo>
                  <a:lnTo>
                    <a:pt x="1285786" y="255739"/>
                  </a:lnTo>
                  <a:lnTo>
                    <a:pt x="1289418" y="252577"/>
                  </a:lnTo>
                  <a:close/>
                </a:path>
                <a:path w="3413760" h="295909">
                  <a:moveTo>
                    <a:pt x="1289418" y="171742"/>
                  </a:moveTo>
                  <a:lnTo>
                    <a:pt x="1285062" y="172707"/>
                  </a:lnTo>
                  <a:lnTo>
                    <a:pt x="1285786" y="174891"/>
                  </a:lnTo>
                  <a:lnTo>
                    <a:pt x="1289418" y="171742"/>
                  </a:lnTo>
                  <a:close/>
                </a:path>
                <a:path w="3413760" h="295909">
                  <a:moveTo>
                    <a:pt x="1289418" y="90881"/>
                  </a:moveTo>
                  <a:lnTo>
                    <a:pt x="1285062" y="91859"/>
                  </a:lnTo>
                  <a:lnTo>
                    <a:pt x="1285786" y="94043"/>
                  </a:lnTo>
                  <a:lnTo>
                    <a:pt x="1289418" y="90881"/>
                  </a:lnTo>
                  <a:close/>
                </a:path>
                <a:path w="3413760" h="295909">
                  <a:moveTo>
                    <a:pt x="1289418" y="10033"/>
                  </a:moveTo>
                  <a:lnTo>
                    <a:pt x="1285062" y="10998"/>
                  </a:lnTo>
                  <a:lnTo>
                    <a:pt x="1285786" y="13182"/>
                  </a:lnTo>
                  <a:lnTo>
                    <a:pt x="1289418" y="10033"/>
                  </a:lnTo>
                  <a:close/>
                </a:path>
                <a:path w="3413760" h="295909">
                  <a:moveTo>
                    <a:pt x="1298232" y="253555"/>
                  </a:moveTo>
                  <a:lnTo>
                    <a:pt x="1293634" y="254927"/>
                  </a:lnTo>
                  <a:lnTo>
                    <a:pt x="1297508" y="255739"/>
                  </a:lnTo>
                  <a:lnTo>
                    <a:pt x="1298232" y="253555"/>
                  </a:lnTo>
                  <a:close/>
                </a:path>
                <a:path w="3413760" h="295909">
                  <a:moveTo>
                    <a:pt x="1298232" y="172707"/>
                  </a:moveTo>
                  <a:lnTo>
                    <a:pt x="1293634" y="174078"/>
                  </a:lnTo>
                  <a:lnTo>
                    <a:pt x="1297508" y="174891"/>
                  </a:lnTo>
                  <a:lnTo>
                    <a:pt x="1298232" y="172707"/>
                  </a:lnTo>
                  <a:close/>
                </a:path>
                <a:path w="3413760" h="295909">
                  <a:moveTo>
                    <a:pt x="1298232" y="91859"/>
                  </a:moveTo>
                  <a:lnTo>
                    <a:pt x="1293634" y="93230"/>
                  </a:lnTo>
                  <a:lnTo>
                    <a:pt x="1297508" y="94043"/>
                  </a:lnTo>
                  <a:lnTo>
                    <a:pt x="1298232" y="91859"/>
                  </a:lnTo>
                  <a:close/>
                </a:path>
                <a:path w="3413760" h="295909">
                  <a:moveTo>
                    <a:pt x="1298232" y="10998"/>
                  </a:moveTo>
                  <a:lnTo>
                    <a:pt x="1293634" y="12369"/>
                  </a:lnTo>
                  <a:lnTo>
                    <a:pt x="1297508" y="13182"/>
                  </a:lnTo>
                  <a:lnTo>
                    <a:pt x="1298232" y="10998"/>
                  </a:lnTo>
                  <a:close/>
                </a:path>
                <a:path w="3413760" h="295909">
                  <a:moveTo>
                    <a:pt x="1301318" y="243928"/>
                  </a:moveTo>
                  <a:lnTo>
                    <a:pt x="1298155" y="243039"/>
                  </a:lnTo>
                  <a:lnTo>
                    <a:pt x="1294688" y="244906"/>
                  </a:lnTo>
                  <a:lnTo>
                    <a:pt x="1301318" y="243928"/>
                  </a:lnTo>
                  <a:close/>
                </a:path>
                <a:path w="3413760" h="295909">
                  <a:moveTo>
                    <a:pt x="1301318" y="163080"/>
                  </a:moveTo>
                  <a:lnTo>
                    <a:pt x="1298155" y="162204"/>
                  </a:lnTo>
                  <a:lnTo>
                    <a:pt x="1294688" y="164058"/>
                  </a:lnTo>
                  <a:lnTo>
                    <a:pt x="1301318" y="163080"/>
                  </a:lnTo>
                  <a:close/>
                </a:path>
                <a:path w="3413760" h="295909">
                  <a:moveTo>
                    <a:pt x="1301318" y="82232"/>
                  </a:moveTo>
                  <a:lnTo>
                    <a:pt x="1298155" y="81343"/>
                  </a:lnTo>
                  <a:lnTo>
                    <a:pt x="1294688" y="83210"/>
                  </a:lnTo>
                  <a:lnTo>
                    <a:pt x="1301318" y="82232"/>
                  </a:lnTo>
                  <a:close/>
                </a:path>
                <a:path w="3413760" h="295909">
                  <a:moveTo>
                    <a:pt x="1301318" y="1371"/>
                  </a:moveTo>
                  <a:lnTo>
                    <a:pt x="1298155" y="482"/>
                  </a:lnTo>
                  <a:lnTo>
                    <a:pt x="1294688" y="2349"/>
                  </a:lnTo>
                  <a:lnTo>
                    <a:pt x="1301318" y="1371"/>
                  </a:lnTo>
                  <a:close/>
                </a:path>
                <a:path w="3413760" h="295909">
                  <a:moveTo>
                    <a:pt x="1301394" y="233349"/>
                  </a:moveTo>
                  <a:lnTo>
                    <a:pt x="1301318" y="226872"/>
                  </a:lnTo>
                  <a:lnTo>
                    <a:pt x="1300822" y="230035"/>
                  </a:lnTo>
                  <a:lnTo>
                    <a:pt x="1301394" y="233349"/>
                  </a:lnTo>
                  <a:close/>
                </a:path>
                <a:path w="3413760" h="295909">
                  <a:moveTo>
                    <a:pt x="1301394" y="152501"/>
                  </a:moveTo>
                  <a:lnTo>
                    <a:pt x="1301318" y="146024"/>
                  </a:lnTo>
                  <a:lnTo>
                    <a:pt x="1300822" y="149186"/>
                  </a:lnTo>
                  <a:lnTo>
                    <a:pt x="1301394" y="152501"/>
                  </a:lnTo>
                  <a:close/>
                </a:path>
                <a:path w="3413760" h="295909">
                  <a:moveTo>
                    <a:pt x="1301394" y="71640"/>
                  </a:moveTo>
                  <a:lnTo>
                    <a:pt x="1301318" y="65163"/>
                  </a:lnTo>
                  <a:lnTo>
                    <a:pt x="1300822" y="68313"/>
                  </a:lnTo>
                  <a:lnTo>
                    <a:pt x="1301394" y="71640"/>
                  </a:lnTo>
                  <a:close/>
                </a:path>
                <a:path w="3413760" h="295909">
                  <a:moveTo>
                    <a:pt x="1311097" y="265201"/>
                  </a:moveTo>
                  <a:lnTo>
                    <a:pt x="1308912" y="261315"/>
                  </a:lnTo>
                  <a:lnTo>
                    <a:pt x="1306969" y="262610"/>
                  </a:lnTo>
                  <a:lnTo>
                    <a:pt x="1311097" y="265201"/>
                  </a:lnTo>
                  <a:close/>
                </a:path>
                <a:path w="3413760" h="295909">
                  <a:moveTo>
                    <a:pt x="1311097" y="184353"/>
                  </a:moveTo>
                  <a:lnTo>
                    <a:pt x="1308912" y="180467"/>
                  </a:lnTo>
                  <a:lnTo>
                    <a:pt x="1306969" y="181762"/>
                  </a:lnTo>
                  <a:lnTo>
                    <a:pt x="1311097" y="184353"/>
                  </a:lnTo>
                  <a:close/>
                </a:path>
                <a:path w="3413760" h="295909">
                  <a:moveTo>
                    <a:pt x="1311097" y="103505"/>
                  </a:moveTo>
                  <a:lnTo>
                    <a:pt x="1308912" y="99618"/>
                  </a:lnTo>
                  <a:lnTo>
                    <a:pt x="1306969" y="100914"/>
                  </a:lnTo>
                  <a:lnTo>
                    <a:pt x="1311097" y="103505"/>
                  </a:lnTo>
                  <a:close/>
                </a:path>
                <a:path w="3413760" h="295909">
                  <a:moveTo>
                    <a:pt x="1311097" y="22644"/>
                  </a:moveTo>
                  <a:lnTo>
                    <a:pt x="1308912" y="18757"/>
                  </a:lnTo>
                  <a:lnTo>
                    <a:pt x="1306969" y="20053"/>
                  </a:lnTo>
                  <a:lnTo>
                    <a:pt x="1311097" y="22644"/>
                  </a:lnTo>
                  <a:close/>
                </a:path>
                <a:path w="3413760" h="295909">
                  <a:moveTo>
                    <a:pt x="1329055" y="285330"/>
                  </a:moveTo>
                  <a:lnTo>
                    <a:pt x="1328801" y="282981"/>
                  </a:lnTo>
                  <a:lnTo>
                    <a:pt x="1323149" y="286537"/>
                  </a:lnTo>
                  <a:lnTo>
                    <a:pt x="1329055" y="285330"/>
                  </a:lnTo>
                  <a:close/>
                </a:path>
                <a:path w="3413760" h="295909">
                  <a:moveTo>
                    <a:pt x="1329055" y="204482"/>
                  </a:moveTo>
                  <a:lnTo>
                    <a:pt x="1328801" y="202133"/>
                  </a:lnTo>
                  <a:lnTo>
                    <a:pt x="1323149" y="205689"/>
                  </a:lnTo>
                  <a:lnTo>
                    <a:pt x="1329055" y="204482"/>
                  </a:lnTo>
                  <a:close/>
                </a:path>
                <a:path w="3413760" h="295909">
                  <a:moveTo>
                    <a:pt x="1329055" y="123634"/>
                  </a:moveTo>
                  <a:lnTo>
                    <a:pt x="1328801" y="121285"/>
                  </a:lnTo>
                  <a:lnTo>
                    <a:pt x="1323149" y="124841"/>
                  </a:lnTo>
                  <a:lnTo>
                    <a:pt x="1329055" y="123634"/>
                  </a:lnTo>
                  <a:close/>
                </a:path>
                <a:path w="3413760" h="295909">
                  <a:moveTo>
                    <a:pt x="1329055" y="42773"/>
                  </a:moveTo>
                  <a:lnTo>
                    <a:pt x="1328801" y="40424"/>
                  </a:lnTo>
                  <a:lnTo>
                    <a:pt x="1323149" y="43980"/>
                  </a:lnTo>
                  <a:lnTo>
                    <a:pt x="1329055" y="42773"/>
                  </a:lnTo>
                  <a:close/>
                </a:path>
                <a:path w="3413760" h="295909">
                  <a:moveTo>
                    <a:pt x="1333246" y="273761"/>
                  </a:moveTo>
                  <a:lnTo>
                    <a:pt x="1332166" y="265595"/>
                  </a:lnTo>
                  <a:lnTo>
                    <a:pt x="1330096" y="265595"/>
                  </a:lnTo>
                  <a:lnTo>
                    <a:pt x="1333246" y="273761"/>
                  </a:lnTo>
                  <a:close/>
                </a:path>
                <a:path w="3413760" h="295909">
                  <a:moveTo>
                    <a:pt x="1333246" y="192925"/>
                  </a:moveTo>
                  <a:lnTo>
                    <a:pt x="1332166" y="184746"/>
                  </a:lnTo>
                  <a:lnTo>
                    <a:pt x="1330096" y="184746"/>
                  </a:lnTo>
                  <a:lnTo>
                    <a:pt x="1333246" y="192925"/>
                  </a:lnTo>
                  <a:close/>
                </a:path>
                <a:path w="3413760" h="295909">
                  <a:moveTo>
                    <a:pt x="1333246" y="112064"/>
                  </a:moveTo>
                  <a:lnTo>
                    <a:pt x="1332166" y="103898"/>
                  </a:lnTo>
                  <a:lnTo>
                    <a:pt x="1330096" y="103898"/>
                  </a:lnTo>
                  <a:lnTo>
                    <a:pt x="1333246" y="112064"/>
                  </a:lnTo>
                  <a:close/>
                </a:path>
                <a:path w="3413760" h="295909">
                  <a:moveTo>
                    <a:pt x="1333246" y="31216"/>
                  </a:moveTo>
                  <a:lnTo>
                    <a:pt x="1332166" y="23037"/>
                  </a:lnTo>
                  <a:lnTo>
                    <a:pt x="1330096" y="23037"/>
                  </a:lnTo>
                  <a:lnTo>
                    <a:pt x="1333246" y="31216"/>
                  </a:lnTo>
                  <a:close/>
                </a:path>
                <a:path w="3413760" h="295909">
                  <a:moveTo>
                    <a:pt x="1338681" y="293979"/>
                  </a:moveTo>
                  <a:lnTo>
                    <a:pt x="1334300" y="293014"/>
                  </a:lnTo>
                  <a:lnTo>
                    <a:pt x="1334058" y="295351"/>
                  </a:lnTo>
                  <a:lnTo>
                    <a:pt x="1338681" y="293979"/>
                  </a:lnTo>
                  <a:close/>
                </a:path>
                <a:path w="3413760" h="295909">
                  <a:moveTo>
                    <a:pt x="1338681" y="213131"/>
                  </a:moveTo>
                  <a:lnTo>
                    <a:pt x="1334300" y="212166"/>
                  </a:lnTo>
                  <a:lnTo>
                    <a:pt x="1334058" y="214503"/>
                  </a:lnTo>
                  <a:lnTo>
                    <a:pt x="1338681" y="213131"/>
                  </a:lnTo>
                  <a:close/>
                </a:path>
                <a:path w="3413760" h="295909">
                  <a:moveTo>
                    <a:pt x="1338681" y="132283"/>
                  </a:moveTo>
                  <a:lnTo>
                    <a:pt x="1334300" y="131318"/>
                  </a:lnTo>
                  <a:lnTo>
                    <a:pt x="1334058" y="133654"/>
                  </a:lnTo>
                  <a:lnTo>
                    <a:pt x="1338681" y="132283"/>
                  </a:lnTo>
                  <a:close/>
                </a:path>
                <a:path w="3413760" h="295909">
                  <a:moveTo>
                    <a:pt x="1338681" y="51422"/>
                  </a:moveTo>
                  <a:lnTo>
                    <a:pt x="1334300" y="50457"/>
                  </a:lnTo>
                  <a:lnTo>
                    <a:pt x="1334058" y="52806"/>
                  </a:lnTo>
                  <a:lnTo>
                    <a:pt x="1338681" y="51422"/>
                  </a:lnTo>
                  <a:close/>
                </a:path>
                <a:path w="3413760" h="295909">
                  <a:moveTo>
                    <a:pt x="1341742" y="284353"/>
                  </a:moveTo>
                  <a:lnTo>
                    <a:pt x="1338592" y="283464"/>
                  </a:lnTo>
                  <a:lnTo>
                    <a:pt x="1335112" y="285330"/>
                  </a:lnTo>
                  <a:lnTo>
                    <a:pt x="1341742" y="284353"/>
                  </a:lnTo>
                  <a:close/>
                </a:path>
                <a:path w="3413760" h="295909">
                  <a:moveTo>
                    <a:pt x="1341742" y="203504"/>
                  </a:moveTo>
                  <a:lnTo>
                    <a:pt x="1338592" y="202615"/>
                  </a:lnTo>
                  <a:lnTo>
                    <a:pt x="1335112" y="204482"/>
                  </a:lnTo>
                  <a:lnTo>
                    <a:pt x="1341742" y="203504"/>
                  </a:lnTo>
                  <a:close/>
                </a:path>
                <a:path w="3413760" h="295909">
                  <a:moveTo>
                    <a:pt x="1341742" y="122656"/>
                  </a:moveTo>
                  <a:lnTo>
                    <a:pt x="1338592" y="121767"/>
                  </a:lnTo>
                  <a:lnTo>
                    <a:pt x="1335112" y="123634"/>
                  </a:lnTo>
                  <a:lnTo>
                    <a:pt x="1341742" y="122656"/>
                  </a:lnTo>
                  <a:close/>
                </a:path>
                <a:path w="3413760" h="295909">
                  <a:moveTo>
                    <a:pt x="1341742" y="41795"/>
                  </a:moveTo>
                  <a:lnTo>
                    <a:pt x="1338592" y="40906"/>
                  </a:lnTo>
                  <a:lnTo>
                    <a:pt x="1335112" y="42773"/>
                  </a:lnTo>
                  <a:lnTo>
                    <a:pt x="1341742" y="41795"/>
                  </a:lnTo>
                  <a:close/>
                </a:path>
                <a:path w="3413760" h="295909">
                  <a:moveTo>
                    <a:pt x="1353375" y="233349"/>
                  </a:moveTo>
                  <a:lnTo>
                    <a:pt x="1352956" y="229463"/>
                  </a:lnTo>
                  <a:lnTo>
                    <a:pt x="1350632" y="229463"/>
                  </a:lnTo>
                  <a:lnTo>
                    <a:pt x="1353375" y="233349"/>
                  </a:lnTo>
                  <a:close/>
                </a:path>
                <a:path w="3413760" h="295909">
                  <a:moveTo>
                    <a:pt x="1353375" y="152501"/>
                  </a:moveTo>
                  <a:lnTo>
                    <a:pt x="1352956" y="148615"/>
                  </a:lnTo>
                  <a:lnTo>
                    <a:pt x="1350632" y="148615"/>
                  </a:lnTo>
                  <a:lnTo>
                    <a:pt x="1353375" y="152501"/>
                  </a:lnTo>
                  <a:close/>
                </a:path>
                <a:path w="3413760" h="295909">
                  <a:moveTo>
                    <a:pt x="1353375" y="71640"/>
                  </a:moveTo>
                  <a:lnTo>
                    <a:pt x="1352956" y="67754"/>
                  </a:lnTo>
                  <a:lnTo>
                    <a:pt x="1350632" y="67754"/>
                  </a:lnTo>
                  <a:lnTo>
                    <a:pt x="1353375" y="71640"/>
                  </a:lnTo>
                  <a:close/>
                </a:path>
                <a:path w="3413760" h="295909">
                  <a:moveTo>
                    <a:pt x="1369479" y="244906"/>
                  </a:moveTo>
                  <a:lnTo>
                    <a:pt x="1369225" y="242557"/>
                  </a:lnTo>
                  <a:lnTo>
                    <a:pt x="1363560" y="246113"/>
                  </a:lnTo>
                  <a:lnTo>
                    <a:pt x="1369479" y="244906"/>
                  </a:lnTo>
                  <a:close/>
                </a:path>
                <a:path w="3413760" h="295909">
                  <a:moveTo>
                    <a:pt x="1369479" y="164058"/>
                  </a:moveTo>
                  <a:lnTo>
                    <a:pt x="1369225" y="161709"/>
                  </a:lnTo>
                  <a:lnTo>
                    <a:pt x="1363560" y="165265"/>
                  </a:lnTo>
                  <a:lnTo>
                    <a:pt x="1369479" y="164058"/>
                  </a:lnTo>
                  <a:close/>
                </a:path>
                <a:path w="3413760" h="295909">
                  <a:moveTo>
                    <a:pt x="1369479" y="83210"/>
                  </a:moveTo>
                  <a:lnTo>
                    <a:pt x="1369225" y="80873"/>
                  </a:lnTo>
                  <a:lnTo>
                    <a:pt x="1363560" y="84416"/>
                  </a:lnTo>
                  <a:lnTo>
                    <a:pt x="1369479" y="83210"/>
                  </a:lnTo>
                  <a:close/>
                </a:path>
                <a:path w="3413760" h="295909">
                  <a:moveTo>
                    <a:pt x="1369479" y="2349"/>
                  </a:moveTo>
                  <a:lnTo>
                    <a:pt x="1369225" y="0"/>
                  </a:lnTo>
                  <a:lnTo>
                    <a:pt x="1363560" y="3556"/>
                  </a:lnTo>
                  <a:lnTo>
                    <a:pt x="1369479" y="2349"/>
                  </a:lnTo>
                  <a:close/>
                </a:path>
                <a:path w="3413760" h="295909">
                  <a:moveTo>
                    <a:pt x="1370279" y="252577"/>
                  </a:moveTo>
                  <a:lnTo>
                    <a:pt x="1365910" y="253555"/>
                  </a:lnTo>
                  <a:lnTo>
                    <a:pt x="1366634" y="255739"/>
                  </a:lnTo>
                  <a:lnTo>
                    <a:pt x="1370279" y="252577"/>
                  </a:lnTo>
                  <a:close/>
                </a:path>
                <a:path w="3413760" h="295909">
                  <a:moveTo>
                    <a:pt x="1370279" y="171742"/>
                  </a:moveTo>
                  <a:lnTo>
                    <a:pt x="1365910" y="172707"/>
                  </a:lnTo>
                  <a:lnTo>
                    <a:pt x="1366634" y="174891"/>
                  </a:lnTo>
                  <a:lnTo>
                    <a:pt x="1370279" y="171742"/>
                  </a:lnTo>
                  <a:close/>
                </a:path>
                <a:path w="3413760" h="295909">
                  <a:moveTo>
                    <a:pt x="1370279" y="90881"/>
                  </a:moveTo>
                  <a:lnTo>
                    <a:pt x="1365910" y="91859"/>
                  </a:lnTo>
                  <a:lnTo>
                    <a:pt x="1366634" y="94043"/>
                  </a:lnTo>
                  <a:lnTo>
                    <a:pt x="1370279" y="90881"/>
                  </a:lnTo>
                  <a:close/>
                </a:path>
                <a:path w="3413760" h="295909">
                  <a:moveTo>
                    <a:pt x="1370279" y="10033"/>
                  </a:moveTo>
                  <a:lnTo>
                    <a:pt x="1365910" y="10998"/>
                  </a:lnTo>
                  <a:lnTo>
                    <a:pt x="1366634" y="13182"/>
                  </a:lnTo>
                  <a:lnTo>
                    <a:pt x="1370279" y="10033"/>
                  </a:lnTo>
                  <a:close/>
                </a:path>
                <a:path w="3413760" h="295909">
                  <a:moveTo>
                    <a:pt x="1379093" y="253555"/>
                  </a:moveTo>
                  <a:lnTo>
                    <a:pt x="1374482" y="254927"/>
                  </a:lnTo>
                  <a:lnTo>
                    <a:pt x="1378356" y="255739"/>
                  </a:lnTo>
                  <a:lnTo>
                    <a:pt x="1379093" y="253555"/>
                  </a:lnTo>
                  <a:close/>
                </a:path>
                <a:path w="3413760" h="295909">
                  <a:moveTo>
                    <a:pt x="1379093" y="172707"/>
                  </a:moveTo>
                  <a:lnTo>
                    <a:pt x="1374482" y="174078"/>
                  </a:lnTo>
                  <a:lnTo>
                    <a:pt x="1378356" y="174891"/>
                  </a:lnTo>
                  <a:lnTo>
                    <a:pt x="1379093" y="172707"/>
                  </a:lnTo>
                  <a:close/>
                </a:path>
                <a:path w="3413760" h="295909">
                  <a:moveTo>
                    <a:pt x="1379093" y="91859"/>
                  </a:moveTo>
                  <a:lnTo>
                    <a:pt x="1374482" y="93230"/>
                  </a:lnTo>
                  <a:lnTo>
                    <a:pt x="1378356" y="94043"/>
                  </a:lnTo>
                  <a:lnTo>
                    <a:pt x="1379093" y="91859"/>
                  </a:lnTo>
                  <a:close/>
                </a:path>
                <a:path w="3413760" h="295909">
                  <a:moveTo>
                    <a:pt x="1379093" y="10998"/>
                  </a:moveTo>
                  <a:lnTo>
                    <a:pt x="1374482" y="12369"/>
                  </a:lnTo>
                  <a:lnTo>
                    <a:pt x="1378356" y="13182"/>
                  </a:lnTo>
                  <a:lnTo>
                    <a:pt x="1379093" y="10998"/>
                  </a:lnTo>
                  <a:close/>
                </a:path>
                <a:path w="3413760" h="295909">
                  <a:moveTo>
                    <a:pt x="1382166" y="243928"/>
                  </a:moveTo>
                  <a:lnTo>
                    <a:pt x="1379016" y="243039"/>
                  </a:lnTo>
                  <a:lnTo>
                    <a:pt x="1375537" y="244906"/>
                  </a:lnTo>
                  <a:lnTo>
                    <a:pt x="1382166" y="243928"/>
                  </a:lnTo>
                  <a:close/>
                </a:path>
                <a:path w="3413760" h="295909">
                  <a:moveTo>
                    <a:pt x="1382166" y="163080"/>
                  </a:moveTo>
                  <a:lnTo>
                    <a:pt x="1379016" y="162204"/>
                  </a:lnTo>
                  <a:lnTo>
                    <a:pt x="1375537" y="164058"/>
                  </a:lnTo>
                  <a:lnTo>
                    <a:pt x="1382166" y="163080"/>
                  </a:lnTo>
                  <a:close/>
                </a:path>
                <a:path w="3413760" h="295909">
                  <a:moveTo>
                    <a:pt x="1382166" y="82232"/>
                  </a:moveTo>
                  <a:lnTo>
                    <a:pt x="1379016" y="81343"/>
                  </a:lnTo>
                  <a:lnTo>
                    <a:pt x="1375537" y="83210"/>
                  </a:lnTo>
                  <a:lnTo>
                    <a:pt x="1382166" y="82232"/>
                  </a:lnTo>
                  <a:close/>
                </a:path>
                <a:path w="3413760" h="295909">
                  <a:moveTo>
                    <a:pt x="1382166" y="1371"/>
                  </a:moveTo>
                  <a:lnTo>
                    <a:pt x="1379016" y="482"/>
                  </a:lnTo>
                  <a:lnTo>
                    <a:pt x="1375537" y="2349"/>
                  </a:lnTo>
                  <a:lnTo>
                    <a:pt x="1382166" y="1371"/>
                  </a:lnTo>
                  <a:close/>
                </a:path>
                <a:path w="3413760" h="295909">
                  <a:moveTo>
                    <a:pt x="1382255" y="233349"/>
                  </a:moveTo>
                  <a:lnTo>
                    <a:pt x="1382166" y="226872"/>
                  </a:lnTo>
                  <a:lnTo>
                    <a:pt x="1381671" y="230035"/>
                  </a:lnTo>
                  <a:lnTo>
                    <a:pt x="1382255" y="233349"/>
                  </a:lnTo>
                  <a:close/>
                </a:path>
                <a:path w="3413760" h="295909">
                  <a:moveTo>
                    <a:pt x="1382255" y="152501"/>
                  </a:moveTo>
                  <a:lnTo>
                    <a:pt x="1382166" y="146024"/>
                  </a:lnTo>
                  <a:lnTo>
                    <a:pt x="1381671" y="149186"/>
                  </a:lnTo>
                  <a:lnTo>
                    <a:pt x="1382255" y="152501"/>
                  </a:lnTo>
                  <a:close/>
                </a:path>
                <a:path w="3413760" h="295909">
                  <a:moveTo>
                    <a:pt x="1382255" y="71640"/>
                  </a:moveTo>
                  <a:lnTo>
                    <a:pt x="1382166" y="65163"/>
                  </a:lnTo>
                  <a:lnTo>
                    <a:pt x="1381671" y="68313"/>
                  </a:lnTo>
                  <a:lnTo>
                    <a:pt x="1382255" y="71640"/>
                  </a:lnTo>
                  <a:close/>
                </a:path>
                <a:path w="3413760" h="295909">
                  <a:moveTo>
                    <a:pt x="1391945" y="265201"/>
                  </a:moveTo>
                  <a:lnTo>
                    <a:pt x="1389761" y="261315"/>
                  </a:lnTo>
                  <a:lnTo>
                    <a:pt x="1387830" y="262610"/>
                  </a:lnTo>
                  <a:lnTo>
                    <a:pt x="1391945" y="265201"/>
                  </a:lnTo>
                  <a:close/>
                </a:path>
                <a:path w="3413760" h="295909">
                  <a:moveTo>
                    <a:pt x="1391945" y="184353"/>
                  </a:moveTo>
                  <a:lnTo>
                    <a:pt x="1389761" y="180467"/>
                  </a:lnTo>
                  <a:lnTo>
                    <a:pt x="1387830" y="181762"/>
                  </a:lnTo>
                  <a:lnTo>
                    <a:pt x="1391945" y="184353"/>
                  </a:lnTo>
                  <a:close/>
                </a:path>
                <a:path w="3413760" h="295909">
                  <a:moveTo>
                    <a:pt x="1391945" y="103505"/>
                  </a:moveTo>
                  <a:lnTo>
                    <a:pt x="1389761" y="99618"/>
                  </a:lnTo>
                  <a:lnTo>
                    <a:pt x="1387830" y="100914"/>
                  </a:lnTo>
                  <a:lnTo>
                    <a:pt x="1391945" y="103505"/>
                  </a:lnTo>
                  <a:close/>
                </a:path>
                <a:path w="3413760" h="295909">
                  <a:moveTo>
                    <a:pt x="1391945" y="22644"/>
                  </a:moveTo>
                  <a:lnTo>
                    <a:pt x="1389761" y="18757"/>
                  </a:lnTo>
                  <a:lnTo>
                    <a:pt x="1387830" y="20053"/>
                  </a:lnTo>
                  <a:lnTo>
                    <a:pt x="1391945" y="22644"/>
                  </a:lnTo>
                  <a:close/>
                </a:path>
                <a:path w="3413760" h="295909">
                  <a:moveTo>
                    <a:pt x="1409903" y="285330"/>
                  </a:moveTo>
                  <a:lnTo>
                    <a:pt x="1409649" y="282981"/>
                  </a:lnTo>
                  <a:lnTo>
                    <a:pt x="1403997" y="286537"/>
                  </a:lnTo>
                  <a:lnTo>
                    <a:pt x="1409903" y="285330"/>
                  </a:lnTo>
                  <a:close/>
                </a:path>
                <a:path w="3413760" h="295909">
                  <a:moveTo>
                    <a:pt x="1409903" y="204482"/>
                  </a:moveTo>
                  <a:lnTo>
                    <a:pt x="1409649" y="202133"/>
                  </a:lnTo>
                  <a:lnTo>
                    <a:pt x="1403997" y="205689"/>
                  </a:lnTo>
                  <a:lnTo>
                    <a:pt x="1409903" y="204482"/>
                  </a:lnTo>
                  <a:close/>
                </a:path>
                <a:path w="3413760" h="295909">
                  <a:moveTo>
                    <a:pt x="1409903" y="123634"/>
                  </a:moveTo>
                  <a:lnTo>
                    <a:pt x="1409649" y="121285"/>
                  </a:lnTo>
                  <a:lnTo>
                    <a:pt x="1403997" y="124841"/>
                  </a:lnTo>
                  <a:lnTo>
                    <a:pt x="1409903" y="123634"/>
                  </a:lnTo>
                  <a:close/>
                </a:path>
                <a:path w="3413760" h="295909">
                  <a:moveTo>
                    <a:pt x="1409903" y="42773"/>
                  </a:moveTo>
                  <a:lnTo>
                    <a:pt x="1409649" y="40424"/>
                  </a:lnTo>
                  <a:lnTo>
                    <a:pt x="1403997" y="43980"/>
                  </a:lnTo>
                  <a:lnTo>
                    <a:pt x="1409903" y="42773"/>
                  </a:lnTo>
                  <a:close/>
                </a:path>
                <a:path w="3413760" h="295909">
                  <a:moveTo>
                    <a:pt x="1414106" y="273761"/>
                  </a:moveTo>
                  <a:lnTo>
                    <a:pt x="1413002" y="265595"/>
                  </a:lnTo>
                  <a:lnTo>
                    <a:pt x="1410957" y="265595"/>
                  </a:lnTo>
                  <a:lnTo>
                    <a:pt x="1414106" y="273761"/>
                  </a:lnTo>
                  <a:close/>
                </a:path>
                <a:path w="3413760" h="295909">
                  <a:moveTo>
                    <a:pt x="1414106" y="192925"/>
                  </a:moveTo>
                  <a:lnTo>
                    <a:pt x="1413002" y="184746"/>
                  </a:lnTo>
                  <a:lnTo>
                    <a:pt x="1410957" y="184746"/>
                  </a:lnTo>
                  <a:lnTo>
                    <a:pt x="1414106" y="192925"/>
                  </a:lnTo>
                  <a:close/>
                </a:path>
                <a:path w="3413760" h="295909">
                  <a:moveTo>
                    <a:pt x="1414106" y="112064"/>
                  </a:moveTo>
                  <a:lnTo>
                    <a:pt x="1413002" y="103898"/>
                  </a:lnTo>
                  <a:lnTo>
                    <a:pt x="1410957" y="103898"/>
                  </a:lnTo>
                  <a:lnTo>
                    <a:pt x="1414106" y="112064"/>
                  </a:lnTo>
                  <a:close/>
                </a:path>
                <a:path w="3413760" h="295909">
                  <a:moveTo>
                    <a:pt x="1414106" y="31216"/>
                  </a:moveTo>
                  <a:lnTo>
                    <a:pt x="1413002" y="23037"/>
                  </a:lnTo>
                  <a:lnTo>
                    <a:pt x="1410957" y="23037"/>
                  </a:lnTo>
                  <a:lnTo>
                    <a:pt x="1414106" y="31216"/>
                  </a:lnTo>
                  <a:close/>
                </a:path>
                <a:path w="3413760" h="295909">
                  <a:moveTo>
                    <a:pt x="1419517" y="293979"/>
                  </a:moveTo>
                  <a:lnTo>
                    <a:pt x="1415148" y="293014"/>
                  </a:lnTo>
                  <a:lnTo>
                    <a:pt x="1414919" y="295351"/>
                  </a:lnTo>
                  <a:lnTo>
                    <a:pt x="1419517" y="293979"/>
                  </a:lnTo>
                  <a:close/>
                </a:path>
                <a:path w="3413760" h="295909">
                  <a:moveTo>
                    <a:pt x="1419517" y="213131"/>
                  </a:moveTo>
                  <a:lnTo>
                    <a:pt x="1415148" y="212166"/>
                  </a:lnTo>
                  <a:lnTo>
                    <a:pt x="1414919" y="214503"/>
                  </a:lnTo>
                  <a:lnTo>
                    <a:pt x="1419517" y="213131"/>
                  </a:lnTo>
                  <a:close/>
                </a:path>
                <a:path w="3413760" h="295909">
                  <a:moveTo>
                    <a:pt x="1419517" y="132283"/>
                  </a:moveTo>
                  <a:lnTo>
                    <a:pt x="1415148" y="131318"/>
                  </a:lnTo>
                  <a:lnTo>
                    <a:pt x="1414919" y="133654"/>
                  </a:lnTo>
                  <a:lnTo>
                    <a:pt x="1419517" y="132283"/>
                  </a:lnTo>
                  <a:close/>
                </a:path>
                <a:path w="3413760" h="295909">
                  <a:moveTo>
                    <a:pt x="1419517" y="51422"/>
                  </a:moveTo>
                  <a:lnTo>
                    <a:pt x="1415148" y="50457"/>
                  </a:lnTo>
                  <a:lnTo>
                    <a:pt x="1414919" y="52806"/>
                  </a:lnTo>
                  <a:lnTo>
                    <a:pt x="1419517" y="51422"/>
                  </a:lnTo>
                  <a:close/>
                </a:path>
                <a:path w="3413760" h="295909">
                  <a:moveTo>
                    <a:pt x="1422603" y="284353"/>
                  </a:moveTo>
                  <a:lnTo>
                    <a:pt x="1419440" y="283464"/>
                  </a:lnTo>
                  <a:lnTo>
                    <a:pt x="1415961" y="285330"/>
                  </a:lnTo>
                  <a:lnTo>
                    <a:pt x="1422603" y="284353"/>
                  </a:lnTo>
                  <a:close/>
                </a:path>
                <a:path w="3413760" h="295909">
                  <a:moveTo>
                    <a:pt x="1422603" y="203504"/>
                  </a:moveTo>
                  <a:lnTo>
                    <a:pt x="1419440" y="202615"/>
                  </a:lnTo>
                  <a:lnTo>
                    <a:pt x="1415961" y="204482"/>
                  </a:lnTo>
                  <a:lnTo>
                    <a:pt x="1422603" y="203504"/>
                  </a:lnTo>
                  <a:close/>
                </a:path>
                <a:path w="3413760" h="295909">
                  <a:moveTo>
                    <a:pt x="1422603" y="122656"/>
                  </a:moveTo>
                  <a:lnTo>
                    <a:pt x="1419440" y="121767"/>
                  </a:lnTo>
                  <a:lnTo>
                    <a:pt x="1415961" y="123634"/>
                  </a:lnTo>
                  <a:lnTo>
                    <a:pt x="1422603" y="122656"/>
                  </a:lnTo>
                  <a:close/>
                </a:path>
                <a:path w="3413760" h="295909">
                  <a:moveTo>
                    <a:pt x="1422603" y="41795"/>
                  </a:moveTo>
                  <a:lnTo>
                    <a:pt x="1419440" y="40906"/>
                  </a:lnTo>
                  <a:lnTo>
                    <a:pt x="1415961" y="42773"/>
                  </a:lnTo>
                  <a:lnTo>
                    <a:pt x="1422603" y="41795"/>
                  </a:lnTo>
                  <a:close/>
                </a:path>
                <a:path w="3413760" h="295909">
                  <a:moveTo>
                    <a:pt x="1434236" y="233349"/>
                  </a:moveTo>
                  <a:lnTo>
                    <a:pt x="1433804" y="229463"/>
                  </a:lnTo>
                  <a:lnTo>
                    <a:pt x="1431493" y="229463"/>
                  </a:lnTo>
                  <a:lnTo>
                    <a:pt x="1434236" y="233349"/>
                  </a:lnTo>
                  <a:close/>
                </a:path>
                <a:path w="3413760" h="295909">
                  <a:moveTo>
                    <a:pt x="1434236" y="152501"/>
                  </a:moveTo>
                  <a:lnTo>
                    <a:pt x="1433804" y="148615"/>
                  </a:lnTo>
                  <a:lnTo>
                    <a:pt x="1431493" y="148615"/>
                  </a:lnTo>
                  <a:lnTo>
                    <a:pt x="1434236" y="152501"/>
                  </a:lnTo>
                  <a:close/>
                </a:path>
                <a:path w="3413760" h="295909">
                  <a:moveTo>
                    <a:pt x="1434236" y="71640"/>
                  </a:moveTo>
                  <a:lnTo>
                    <a:pt x="1433804" y="67754"/>
                  </a:lnTo>
                  <a:lnTo>
                    <a:pt x="1431493" y="67754"/>
                  </a:lnTo>
                  <a:lnTo>
                    <a:pt x="1434236" y="71640"/>
                  </a:lnTo>
                  <a:close/>
                </a:path>
                <a:path w="3413760" h="295909">
                  <a:moveTo>
                    <a:pt x="1450327" y="244906"/>
                  </a:moveTo>
                  <a:lnTo>
                    <a:pt x="1450086" y="242557"/>
                  </a:lnTo>
                  <a:lnTo>
                    <a:pt x="1444421" y="246113"/>
                  </a:lnTo>
                  <a:lnTo>
                    <a:pt x="1450327" y="244906"/>
                  </a:lnTo>
                  <a:close/>
                </a:path>
                <a:path w="3413760" h="295909">
                  <a:moveTo>
                    <a:pt x="1450327" y="164058"/>
                  </a:moveTo>
                  <a:lnTo>
                    <a:pt x="1450086" y="161709"/>
                  </a:lnTo>
                  <a:lnTo>
                    <a:pt x="1444421" y="165265"/>
                  </a:lnTo>
                  <a:lnTo>
                    <a:pt x="1450327" y="164058"/>
                  </a:lnTo>
                  <a:close/>
                </a:path>
                <a:path w="3413760" h="295909">
                  <a:moveTo>
                    <a:pt x="1450327" y="83210"/>
                  </a:moveTo>
                  <a:lnTo>
                    <a:pt x="1450086" y="80873"/>
                  </a:lnTo>
                  <a:lnTo>
                    <a:pt x="1444421" y="84416"/>
                  </a:lnTo>
                  <a:lnTo>
                    <a:pt x="1450327" y="83210"/>
                  </a:lnTo>
                  <a:close/>
                </a:path>
                <a:path w="3413760" h="295909">
                  <a:moveTo>
                    <a:pt x="1450327" y="2349"/>
                  </a:moveTo>
                  <a:lnTo>
                    <a:pt x="1450086" y="0"/>
                  </a:lnTo>
                  <a:lnTo>
                    <a:pt x="1444421" y="3556"/>
                  </a:lnTo>
                  <a:lnTo>
                    <a:pt x="1450327" y="2349"/>
                  </a:lnTo>
                  <a:close/>
                </a:path>
                <a:path w="3413760" h="295909">
                  <a:moveTo>
                    <a:pt x="1451140" y="252577"/>
                  </a:moveTo>
                  <a:lnTo>
                    <a:pt x="1446758" y="253555"/>
                  </a:lnTo>
                  <a:lnTo>
                    <a:pt x="1447482" y="255739"/>
                  </a:lnTo>
                  <a:lnTo>
                    <a:pt x="1451140" y="252577"/>
                  </a:lnTo>
                  <a:close/>
                </a:path>
                <a:path w="3413760" h="295909">
                  <a:moveTo>
                    <a:pt x="1451140" y="171742"/>
                  </a:moveTo>
                  <a:lnTo>
                    <a:pt x="1446758" y="172707"/>
                  </a:lnTo>
                  <a:lnTo>
                    <a:pt x="1447482" y="174891"/>
                  </a:lnTo>
                  <a:lnTo>
                    <a:pt x="1451140" y="171742"/>
                  </a:lnTo>
                  <a:close/>
                </a:path>
                <a:path w="3413760" h="295909">
                  <a:moveTo>
                    <a:pt x="1451140" y="90881"/>
                  </a:moveTo>
                  <a:lnTo>
                    <a:pt x="1446758" y="91859"/>
                  </a:lnTo>
                  <a:lnTo>
                    <a:pt x="1447482" y="94043"/>
                  </a:lnTo>
                  <a:lnTo>
                    <a:pt x="1451140" y="90881"/>
                  </a:lnTo>
                  <a:close/>
                </a:path>
                <a:path w="3413760" h="295909">
                  <a:moveTo>
                    <a:pt x="1451140" y="10033"/>
                  </a:moveTo>
                  <a:lnTo>
                    <a:pt x="1446758" y="10998"/>
                  </a:lnTo>
                  <a:lnTo>
                    <a:pt x="1447482" y="13182"/>
                  </a:lnTo>
                  <a:lnTo>
                    <a:pt x="1451140" y="10033"/>
                  </a:lnTo>
                  <a:close/>
                </a:path>
                <a:path w="3413760" h="295909">
                  <a:moveTo>
                    <a:pt x="1459953" y="253555"/>
                  </a:moveTo>
                  <a:lnTo>
                    <a:pt x="1455343" y="254927"/>
                  </a:lnTo>
                  <a:lnTo>
                    <a:pt x="1459217" y="255739"/>
                  </a:lnTo>
                  <a:lnTo>
                    <a:pt x="1459953" y="253555"/>
                  </a:lnTo>
                  <a:close/>
                </a:path>
                <a:path w="3413760" h="295909">
                  <a:moveTo>
                    <a:pt x="1459953" y="172707"/>
                  </a:moveTo>
                  <a:lnTo>
                    <a:pt x="1455343" y="174078"/>
                  </a:lnTo>
                  <a:lnTo>
                    <a:pt x="1459217" y="174891"/>
                  </a:lnTo>
                  <a:lnTo>
                    <a:pt x="1459953" y="172707"/>
                  </a:lnTo>
                  <a:close/>
                </a:path>
                <a:path w="3413760" h="295909">
                  <a:moveTo>
                    <a:pt x="1459953" y="91859"/>
                  </a:moveTo>
                  <a:lnTo>
                    <a:pt x="1455343" y="93230"/>
                  </a:lnTo>
                  <a:lnTo>
                    <a:pt x="1459217" y="94043"/>
                  </a:lnTo>
                  <a:lnTo>
                    <a:pt x="1459953" y="91859"/>
                  </a:lnTo>
                  <a:close/>
                </a:path>
                <a:path w="3413760" h="295909">
                  <a:moveTo>
                    <a:pt x="1459953" y="10998"/>
                  </a:moveTo>
                  <a:lnTo>
                    <a:pt x="1455343" y="12369"/>
                  </a:lnTo>
                  <a:lnTo>
                    <a:pt x="1459217" y="13182"/>
                  </a:lnTo>
                  <a:lnTo>
                    <a:pt x="1459953" y="10998"/>
                  </a:lnTo>
                  <a:close/>
                </a:path>
                <a:path w="3413760" h="295909">
                  <a:moveTo>
                    <a:pt x="1463014" y="243928"/>
                  </a:moveTo>
                  <a:lnTo>
                    <a:pt x="1459865" y="243039"/>
                  </a:lnTo>
                  <a:lnTo>
                    <a:pt x="1456385" y="244906"/>
                  </a:lnTo>
                  <a:lnTo>
                    <a:pt x="1463014" y="243928"/>
                  </a:lnTo>
                  <a:close/>
                </a:path>
                <a:path w="3413760" h="295909">
                  <a:moveTo>
                    <a:pt x="1463014" y="163080"/>
                  </a:moveTo>
                  <a:lnTo>
                    <a:pt x="1459865" y="162204"/>
                  </a:lnTo>
                  <a:lnTo>
                    <a:pt x="1456385" y="164058"/>
                  </a:lnTo>
                  <a:lnTo>
                    <a:pt x="1463014" y="163080"/>
                  </a:lnTo>
                  <a:close/>
                </a:path>
                <a:path w="3413760" h="295909">
                  <a:moveTo>
                    <a:pt x="1463014" y="82232"/>
                  </a:moveTo>
                  <a:lnTo>
                    <a:pt x="1459865" y="81343"/>
                  </a:lnTo>
                  <a:lnTo>
                    <a:pt x="1456385" y="83210"/>
                  </a:lnTo>
                  <a:lnTo>
                    <a:pt x="1463014" y="82232"/>
                  </a:lnTo>
                  <a:close/>
                </a:path>
                <a:path w="3413760" h="295909">
                  <a:moveTo>
                    <a:pt x="1463014" y="1371"/>
                  </a:moveTo>
                  <a:lnTo>
                    <a:pt x="1459865" y="482"/>
                  </a:lnTo>
                  <a:lnTo>
                    <a:pt x="1456385" y="2349"/>
                  </a:lnTo>
                  <a:lnTo>
                    <a:pt x="1463014" y="1371"/>
                  </a:lnTo>
                  <a:close/>
                </a:path>
                <a:path w="3413760" h="295909">
                  <a:moveTo>
                    <a:pt x="1463103" y="233349"/>
                  </a:moveTo>
                  <a:lnTo>
                    <a:pt x="1463014" y="226872"/>
                  </a:lnTo>
                  <a:lnTo>
                    <a:pt x="1462544" y="230035"/>
                  </a:lnTo>
                  <a:lnTo>
                    <a:pt x="1463103" y="233349"/>
                  </a:lnTo>
                  <a:close/>
                </a:path>
                <a:path w="3413760" h="295909">
                  <a:moveTo>
                    <a:pt x="1463103" y="152501"/>
                  </a:moveTo>
                  <a:lnTo>
                    <a:pt x="1463014" y="146024"/>
                  </a:lnTo>
                  <a:lnTo>
                    <a:pt x="1462544" y="149186"/>
                  </a:lnTo>
                  <a:lnTo>
                    <a:pt x="1463103" y="152501"/>
                  </a:lnTo>
                  <a:close/>
                </a:path>
                <a:path w="3413760" h="295909">
                  <a:moveTo>
                    <a:pt x="1463103" y="71640"/>
                  </a:moveTo>
                  <a:lnTo>
                    <a:pt x="1463014" y="65163"/>
                  </a:lnTo>
                  <a:lnTo>
                    <a:pt x="1462544" y="68313"/>
                  </a:lnTo>
                  <a:lnTo>
                    <a:pt x="1463103" y="71640"/>
                  </a:lnTo>
                  <a:close/>
                </a:path>
                <a:path w="3413760" h="295909">
                  <a:moveTo>
                    <a:pt x="1472806" y="265201"/>
                  </a:moveTo>
                  <a:lnTo>
                    <a:pt x="1470609" y="261315"/>
                  </a:lnTo>
                  <a:lnTo>
                    <a:pt x="1468678" y="262610"/>
                  </a:lnTo>
                  <a:lnTo>
                    <a:pt x="1472806" y="265201"/>
                  </a:lnTo>
                  <a:close/>
                </a:path>
                <a:path w="3413760" h="295909">
                  <a:moveTo>
                    <a:pt x="1472806" y="184353"/>
                  </a:moveTo>
                  <a:lnTo>
                    <a:pt x="1470609" y="180467"/>
                  </a:lnTo>
                  <a:lnTo>
                    <a:pt x="1468678" y="181762"/>
                  </a:lnTo>
                  <a:lnTo>
                    <a:pt x="1472806" y="184353"/>
                  </a:lnTo>
                  <a:close/>
                </a:path>
                <a:path w="3413760" h="295909">
                  <a:moveTo>
                    <a:pt x="1472806" y="103505"/>
                  </a:moveTo>
                  <a:lnTo>
                    <a:pt x="1470609" y="99618"/>
                  </a:lnTo>
                  <a:lnTo>
                    <a:pt x="1468678" y="100914"/>
                  </a:lnTo>
                  <a:lnTo>
                    <a:pt x="1472806" y="103505"/>
                  </a:lnTo>
                  <a:close/>
                </a:path>
                <a:path w="3413760" h="295909">
                  <a:moveTo>
                    <a:pt x="1472806" y="22644"/>
                  </a:moveTo>
                  <a:lnTo>
                    <a:pt x="1470609" y="18757"/>
                  </a:lnTo>
                  <a:lnTo>
                    <a:pt x="1468678" y="20053"/>
                  </a:lnTo>
                  <a:lnTo>
                    <a:pt x="1472806" y="22644"/>
                  </a:lnTo>
                  <a:close/>
                </a:path>
                <a:path w="3413760" h="295909">
                  <a:moveTo>
                    <a:pt x="1490751" y="285330"/>
                  </a:moveTo>
                  <a:lnTo>
                    <a:pt x="1490497" y="282981"/>
                  </a:lnTo>
                  <a:lnTo>
                    <a:pt x="1484845" y="286537"/>
                  </a:lnTo>
                  <a:lnTo>
                    <a:pt x="1490751" y="285330"/>
                  </a:lnTo>
                  <a:close/>
                </a:path>
                <a:path w="3413760" h="295909">
                  <a:moveTo>
                    <a:pt x="1490751" y="204482"/>
                  </a:moveTo>
                  <a:lnTo>
                    <a:pt x="1490497" y="202133"/>
                  </a:lnTo>
                  <a:lnTo>
                    <a:pt x="1484845" y="205689"/>
                  </a:lnTo>
                  <a:lnTo>
                    <a:pt x="1490751" y="204482"/>
                  </a:lnTo>
                  <a:close/>
                </a:path>
                <a:path w="3413760" h="295909">
                  <a:moveTo>
                    <a:pt x="1490751" y="123634"/>
                  </a:moveTo>
                  <a:lnTo>
                    <a:pt x="1490497" y="121285"/>
                  </a:lnTo>
                  <a:lnTo>
                    <a:pt x="1484845" y="124841"/>
                  </a:lnTo>
                  <a:lnTo>
                    <a:pt x="1490751" y="123634"/>
                  </a:lnTo>
                  <a:close/>
                </a:path>
                <a:path w="3413760" h="295909">
                  <a:moveTo>
                    <a:pt x="1490751" y="42773"/>
                  </a:moveTo>
                  <a:lnTo>
                    <a:pt x="1490497" y="40424"/>
                  </a:lnTo>
                  <a:lnTo>
                    <a:pt x="1484845" y="43980"/>
                  </a:lnTo>
                  <a:lnTo>
                    <a:pt x="1490751" y="42773"/>
                  </a:lnTo>
                  <a:close/>
                </a:path>
                <a:path w="3413760" h="295909">
                  <a:moveTo>
                    <a:pt x="1494955" y="273761"/>
                  </a:moveTo>
                  <a:lnTo>
                    <a:pt x="1493862" y="265595"/>
                  </a:lnTo>
                  <a:lnTo>
                    <a:pt x="1491805" y="265595"/>
                  </a:lnTo>
                  <a:lnTo>
                    <a:pt x="1494955" y="273761"/>
                  </a:lnTo>
                  <a:close/>
                </a:path>
                <a:path w="3413760" h="295909">
                  <a:moveTo>
                    <a:pt x="1494955" y="192925"/>
                  </a:moveTo>
                  <a:lnTo>
                    <a:pt x="1493862" y="184746"/>
                  </a:lnTo>
                  <a:lnTo>
                    <a:pt x="1491805" y="184746"/>
                  </a:lnTo>
                  <a:lnTo>
                    <a:pt x="1494955" y="192925"/>
                  </a:lnTo>
                  <a:close/>
                </a:path>
                <a:path w="3413760" h="295909">
                  <a:moveTo>
                    <a:pt x="1494955" y="112064"/>
                  </a:moveTo>
                  <a:lnTo>
                    <a:pt x="1493862" y="103898"/>
                  </a:lnTo>
                  <a:lnTo>
                    <a:pt x="1491805" y="103898"/>
                  </a:lnTo>
                  <a:lnTo>
                    <a:pt x="1494955" y="112064"/>
                  </a:lnTo>
                  <a:close/>
                </a:path>
                <a:path w="3413760" h="295909">
                  <a:moveTo>
                    <a:pt x="1494955" y="31216"/>
                  </a:moveTo>
                  <a:lnTo>
                    <a:pt x="1493862" y="23037"/>
                  </a:lnTo>
                  <a:lnTo>
                    <a:pt x="1491805" y="23037"/>
                  </a:lnTo>
                  <a:lnTo>
                    <a:pt x="1494955" y="31216"/>
                  </a:lnTo>
                  <a:close/>
                </a:path>
                <a:path w="3413760" h="295909">
                  <a:moveTo>
                    <a:pt x="1500378" y="293979"/>
                  </a:moveTo>
                  <a:lnTo>
                    <a:pt x="1496021" y="293014"/>
                  </a:lnTo>
                  <a:lnTo>
                    <a:pt x="1495767" y="295351"/>
                  </a:lnTo>
                  <a:lnTo>
                    <a:pt x="1500378" y="293979"/>
                  </a:lnTo>
                  <a:close/>
                </a:path>
                <a:path w="3413760" h="295909">
                  <a:moveTo>
                    <a:pt x="1500378" y="213131"/>
                  </a:moveTo>
                  <a:lnTo>
                    <a:pt x="1496021" y="212166"/>
                  </a:lnTo>
                  <a:lnTo>
                    <a:pt x="1495767" y="214503"/>
                  </a:lnTo>
                  <a:lnTo>
                    <a:pt x="1500378" y="213131"/>
                  </a:lnTo>
                  <a:close/>
                </a:path>
                <a:path w="3413760" h="295909">
                  <a:moveTo>
                    <a:pt x="1500378" y="132283"/>
                  </a:moveTo>
                  <a:lnTo>
                    <a:pt x="1496021" y="131318"/>
                  </a:lnTo>
                  <a:lnTo>
                    <a:pt x="1495767" y="133654"/>
                  </a:lnTo>
                  <a:lnTo>
                    <a:pt x="1500378" y="132283"/>
                  </a:lnTo>
                  <a:close/>
                </a:path>
                <a:path w="3413760" h="295909">
                  <a:moveTo>
                    <a:pt x="1500378" y="51422"/>
                  </a:moveTo>
                  <a:lnTo>
                    <a:pt x="1496021" y="50457"/>
                  </a:lnTo>
                  <a:lnTo>
                    <a:pt x="1495767" y="52806"/>
                  </a:lnTo>
                  <a:lnTo>
                    <a:pt x="1500378" y="51422"/>
                  </a:lnTo>
                  <a:close/>
                </a:path>
                <a:path w="3413760" h="295909">
                  <a:moveTo>
                    <a:pt x="1503438" y="284353"/>
                  </a:moveTo>
                  <a:lnTo>
                    <a:pt x="1500289" y="283464"/>
                  </a:lnTo>
                  <a:lnTo>
                    <a:pt x="1496809" y="285330"/>
                  </a:lnTo>
                  <a:lnTo>
                    <a:pt x="1503438" y="284353"/>
                  </a:lnTo>
                  <a:close/>
                </a:path>
                <a:path w="3413760" h="295909">
                  <a:moveTo>
                    <a:pt x="1503438" y="203504"/>
                  </a:moveTo>
                  <a:lnTo>
                    <a:pt x="1500289" y="202615"/>
                  </a:lnTo>
                  <a:lnTo>
                    <a:pt x="1496809" y="204482"/>
                  </a:lnTo>
                  <a:lnTo>
                    <a:pt x="1503438" y="203504"/>
                  </a:lnTo>
                  <a:close/>
                </a:path>
                <a:path w="3413760" h="295909">
                  <a:moveTo>
                    <a:pt x="1503438" y="122656"/>
                  </a:moveTo>
                  <a:lnTo>
                    <a:pt x="1500289" y="121767"/>
                  </a:lnTo>
                  <a:lnTo>
                    <a:pt x="1496809" y="123634"/>
                  </a:lnTo>
                  <a:lnTo>
                    <a:pt x="1503438" y="122656"/>
                  </a:lnTo>
                  <a:close/>
                </a:path>
                <a:path w="3413760" h="295909">
                  <a:moveTo>
                    <a:pt x="1503438" y="41795"/>
                  </a:moveTo>
                  <a:lnTo>
                    <a:pt x="1500289" y="40906"/>
                  </a:lnTo>
                  <a:lnTo>
                    <a:pt x="1496809" y="42773"/>
                  </a:lnTo>
                  <a:lnTo>
                    <a:pt x="1503438" y="41795"/>
                  </a:lnTo>
                  <a:close/>
                </a:path>
                <a:path w="3413760" h="295909">
                  <a:moveTo>
                    <a:pt x="1515084" y="233349"/>
                  </a:moveTo>
                  <a:lnTo>
                    <a:pt x="1514652" y="229463"/>
                  </a:lnTo>
                  <a:lnTo>
                    <a:pt x="1512341" y="229463"/>
                  </a:lnTo>
                  <a:lnTo>
                    <a:pt x="1515084" y="233349"/>
                  </a:lnTo>
                  <a:close/>
                </a:path>
                <a:path w="3413760" h="295909">
                  <a:moveTo>
                    <a:pt x="1515084" y="152501"/>
                  </a:moveTo>
                  <a:lnTo>
                    <a:pt x="1514652" y="148615"/>
                  </a:lnTo>
                  <a:lnTo>
                    <a:pt x="1512341" y="148615"/>
                  </a:lnTo>
                  <a:lnTo>
                    <a:pt x="1515084" y="152501"/>
                  </a:lnTo>
                  <a:close/>
                </a:path>
                <a:path w="3413760" h="295909">
                  <a:moveTo>
                    <a:pt x="1515084" y="71640"/>
                  </a:moveTo>
                  <a:lnTo>
                    <a:pt x="1514652" y="67754"/>
                  </a:lnTo>
                  <a:lnTo>
                    <a:pt x="1512341" y="67754"/>
                  </a:lnTo>
                  <a:lnTo>
                    <a:pt x="1515084" y="71640"/>
                  </a:lnTo>
                  <a:close/>
                </a:path>
                <a:path w="3413760" h="295909">
                  <a:moveTo>
                    <a:pt x="1531175" y="244906"/>
                  </a:moveTo>
                  <a:lnTo>
                    <a:pt x="1530921" y="242557"/>
                  </a:lnTo>
                  <a:lnTo>
                    <a:pt x="1525270" y="246113"/>
                  </a:lnTo>
                  <a:lnTo>
                    <a:pt x="1531175" y="244906"/>
                  </a:lnTo>
                  <a:close/>
                </a:path>
                <a:path w="3413760" h="295909">
                  <a:moveTo>
                    <a:pt x="1531175" y="164058"/>
                  </a:moveTo>
                  <a:lnTo>
                    <a:pt x="1530921" y="161709"/>
                  </a:lnTo>
                  <a:lnTo>
                    <a:pt x="1525270" y="165265"/>
                  </a:lnTo>
                  <a:lnTo>
                    <a:pt x="1531175" y="164058"/>
                  </a:lnTo>
                  <a:close/>
                </a:path>
                <a:path w="3413760" h="295909">
                  <a:moveTo>
                    <a:pt x="1531175" y="83210"/>
                  </a:moveTo>
                  <a:lnTo>
                    <a:pt x="1530921" y="80873"/>
                  </a:lnTo>
                  <a:lnTo>
                    <a:pt x="1525270" y="84416"/>
                  </a:lnTo>
                  <a:lnTo>
                    <a:pt x="1531175" y="83210"/>
                  </a:lnTo>
                  <a:close/>
                </a:path>
                <a:path w="3413760" h="295909">
                  <a:moveTo>
                    <a:pt x="1531175" y="2349"/>
                  </a:moveTo>
                  <a:lnTo>
                    <a:pt x="1530921" y="0"/>
                  </a:lnTo>
                  <a:lnTo>
                    <a:pt x="1525270" y="3556"/>
                  </a:lnTo>
                  <a:lnTo>
                    <a:pt x="1531175" y="2349"/>
                  </a:lnTo>
                  <a:close/>
                </a:path>
                <a:path w="3413760" h="295909">
                  <a:moveTo>
                    <a:pt x="1531988" y="252577"/>
                  </a:moveTo>
                  <a:lnTo>
                    <a:pt x="1527619" y="253555"/>
                  </a:lnTo>
                  <a:lnTo>
                    <a:pt x="1528356" y="255739"/>
                  </a:lnTo>
                  <a:lnTo>
                    <a:pt x="1531988" y="252577"/>
                  </a:lnTo>
                  <a:close/>
                </a:path>
                <a:path w="3413760" h="295909">
                  <a:moveTo>
                    <a:pt x="1531988" y="171742"/>
                  </a:moveTo>
                  <a:lnTo>
                    <a:pt x="1527619" y="172707"/>
                  </a:lnTo>
                  <a:lnTo>
                    <a:pt x="1528356" y="174891"/>
                  </a:lnTo>
                  <a:lnTo>
                    <a:pt x="1531988" y="171742"/>
                  </a:lnTo>
                  <a:close/>
                </a:path>
                <a:path w="3413760" h="295909">
                  <a:moveTo>
                    <a:pt x="1531988" y="90881"/>
                  </a:moveTo>
                  <a:lnTo>
                    <a:pt x="1527619" y="91859"/>
                  </a:lnTo>
                  <a:lnTo>
                    <a:pt x="1528356" y="94043"/>
                  </a:lnTo>
                  <a:lnTo>
                    <a:pt x="1531988" y="90881"/>
                  </a:lnTo>
                  <a:close/>
                </a:path>
                <a:path w="3413760" h="295909">
                  <a:moveTo>
                    <a:pt x="1531988" y="10033"/>
                  </a:moveTo>
                  <a:lnTo>
                    <a:pt x="1527619" y="10998"/>
                  </a:lnTo>
                  <a:lnTo>
                    <a:pt x="1528356" y="13182"/>
                  </a:lnTo>
                  <a:lnTo>
                    <a:pt x="1531988" y="10033"/>
                  </a:lnTo>
                  <a:close/>
                </a:path>
                <a:path w="3413760" h="295909">
                  <a:moveTo>
                    <a:pt x="1540789" y="253555"/>
                  </a:moveTo>
                  <a:lnTo>
                    <a:pt x="1536192" y="254927"/>
                  </a:lnTo>
                  <a:lnTo>
                    <a:pt x="1540065" y="255739"/>
                  </a:lnTo>
                  <a:lnTo>
                    <a:pt x="1540789" y="253555"/>
                  </a:lnTo>
                  <a:close/>
                </a:path>
                <a:path w="3413760" h="295909">
                  <a:moveTo>
                    <a:pt x="1540789" y="172707"/>
                  </a:moveTo>
                  <a:lnTo>
                    <a:pt x="1536192" y="174078"/>
                  </a:lnTo>
                  <a:lnTo>
                    <a:pt x="1540065" y="174891"/>
                  </a:lnTo>
                  <a:lnTo>
                    <a:pt x="1540789" y="172707"/>
                  </a:lnTo>
                  <a:close/>
                </a:path>
                <a:path w="3413760" h="295909">
                  <a:moveTo>
                    <a:pt x="1540789" y="91859"/>
                  </a:moveTo>
                  <a:lnTo>
                    <a:pt x="1536192" y="93230"/>
                  </a:lnTo>
                  <a:lnTo>
                    <a:pt x="1540065" y="94043"/>
                  </a:lnTo>
                  <a:lnTo>
                    <a:pt x="1540789" y="91859"/>
                  </a:lnTo>
                  <a:close/>
                </a:path>
                <a:path w="3413760" h="295909">
                  <a:moveTo>
                    <a:pt x="1540789" y="10998"/>
                  </a:moveTo>
                  <a:lnTo>
                    <a:pt x="1536192" y="12369"/>
                  </a:lnTo>
                  <a:lnTo>
                    <a:pt x="1540065" y="13182"/>
                  </a:lnTo>
                  <a:lnTo>
                    <a:pt x="1540789" y="10998"/>
                  </a:lnTo>
                  <a:close/>
                </a:path>
                <a:path w="3413760" h="295909">
                  <a:moveTo>
                    <a:pt x="1543862" y="243928"/>
                  </a:moveTo>
                  <a:lnTo>
                    <a:pt x="1540713" y="243039"/>
                  </a:lnTo>
                  <a:lnTo>
                    <a:pt x="1537233" y="244906"/>
                  </a:lnTo>
                  <a:lnTo>
                    <a:pt x="1543862" y="243928"/>
                  </a:lnTo>
                  <a:close/>
                </a:path>
                <a:path w="3413760" h="295909">
                  <a:moveTo>
                    <a:pt x="1543862" y="163080"/>
                  </a:moveTo>
                  <a:lnTo>
                    <a:pt x="1540713" y="162204"/>
                  </a:lnTo>
                  <a:lnTo>
                    <a:pt x="1537233" y="164058"/>
                  </a:lnTo>
                  <a:lnTo>
                    <a:pt x="1543862" y="163080"/>
                  </a:lnTo>
                  <a:close/>
                </a:path>
                <a:path w="3413760" h="295909">
                  <a:moveTo>
                    <a:pt x="1543862" y="82232"/>
                  </a:moveTo>
                  <a:lnTo>
                    <a:pt x="1540713" y="81343"/>
                  </a:lnTo>
                  <a:lnTo>
                    <a:pt x="1537233" y="83210"/>
                  </a:lnTo>
                  <a:lnTo>
                    <a:pt x="1543862" y="82232"/>
                  </a:lnTo>
                  <a:close/>
                </a:path>
                <a:path w="3413760" h="295909">
                  <a:moveTo>
                    <a:pt x="1543862" y="1371"/>
                  </a:moveTo>
                  <a:lnTo>
                    <a:pt x="1540713" y="482"/>
                  </a:lnTo>
                  <a:lnTo>
                    <a:pt x="1537233" y="2349"/>
                  </a:lnTo>
                  <a:lnTo>
                    <a:pt x="1543862" y="1371"/>
                  </a:lnTo>
                  <a:close/>
                </a:path>
                <a:path w="3413760" h="295909">
                  <a:moveTo>
                    <a:pt x="1543951" y="233349"/>
                  </a:moveTo>
                  <a:lnTo>
                    <a:pt x="1543862" y="226872"/>
                  </a:lnTo>
                  <a:lnTo>
                    <a:pt x="1543392" y="230035"/>
                  </a:lnTo>
                  <a:lnTo>
                    <a:pt x="1543951" y="233349"/>
                  </a:lnTo>
                  <a:close/>
                </a:path>
                <a:path w="3413760" h="295909">
                  <a:moveTo>
                    <a:pt x="1543951" y="152501"/>
                  </a:moveTo>
                  <a:lnTo>
                    <a:pt x="1543862" y="146024"/>
                  </a:lnTo>
                  <a:lnTo>
                    <a:pt x="1543392" y="149186"/>
                  </a:lnTo>
                  <a:lnTo>
                    <a:pt x="1543951" y="152501"/>
                  </a:lnTo>
                  <a:close/>
                </a:path>
                <a:path w="3413760" h="295909">
                  <a:moveTo>
                    <a:pt x="1543951" y="71640"/>
                  </a:moveTo>
                  <a:lnTo>
                    <a:pt x="1543862" y="65163"/>
                  </a:lnTo>
                  <a:lnTo>
                    <a:pt x="1543392" y="68313"/>
                  </a:lnTo>
                  <a:lnTo>
                    <a:pt x="1543951" y="71640"/>
                  </a:lnTo>
                  <a:close/>
                </a:path>
                <a:path w="3413760" h="295909">
                  <a:moveTo>
                    <a:pt x="1553654" y="265201"/>
                  </a:moveTo>
                  <a:lnTo>
                    <a:pt x="1551470" y="261315"/>
                  </a:lnTo>
                  <a:lnTo>
                    <a:pt x="1549527" y="262610"/>
                  </a:lnTo>
                  <a:lnTo>
                    <a:pt x="1553654" y="265201"/>
                  </a:lnTo>
                  <a:close/>
                </a:path>
                <a:path w="3413760" h="295909">
                  <a:moveTo>
                    <a:pt x="1553654" y="184353"/>
                  </a:moveTo>
                  <a:lnTo>
                    <a:pt x="1551470" y="180467"/>
                  </a:lnTo>
                  <a:lnTo>
                    <a:pt x="1549527" y="181762"/>
                  </a:lnTo>
                  <a:lnTo>
                    <a:pt x="1553654" y="184353"/>
                  </a:lnTo>
                  <a:close/>
                </a:path>
                <a:path w="3413760" h="295909">
                  <a:moveTo>
                    <a:pt x="1553654" y="103505"/>
                  </a:moveTo>
                  <a:lnTo>
                    <a:pt x="1551470" y="99618"/>
                  </a:lnTo>
                  <a:lnTo>
                    <a:pt x="1549527" y="100914"/>
                  </a:lnTo>
                  <a:lnTo>
                    <a:pt x="1553654" y="103505"/>
                  </a:lnTo>
                  <a:close/>
                </a:path>
                <a:path w="3413760" h="295909">
                  <a:moveTo>
                    <a:pt x="1553654" y="22644"/>
                  </a:moveTo>
                  <a:lnTo>
                    <a:pt x="1551470" y="18757"/>
                  </a:lnTo>
                  <a:lnTo>
                    <a:pt x="1549527" y="20053"/>
                  </a:lnTo>
                  <a:lnTo>
                    <a:pt x="1553654" y="22644"/>
                  </a:lnTo>
                  <a:close/>
                </a:path>
                <a:path w="3413760" h="295909">
                  <a:moveTo>
                    <a:pt x="1571599" y="285330"/>
                  </a:moveTo>
                  <a:lnTo>
                    <a:pt x="1571345" y="282981"/>
                  </a:lnTo>
                  <a:lnTo>
                    <a:pt x="1565706" y="286537"/>
                  </a:lnTo>
                  <a:lnTo>
                    <a:pt x="1571599" y="285330"/>
                  </a:lnTo>
                  <a:close/>
                </a:path>
                <a:path w="3413760" h="295909">
                  <a:moveTo>
                    <a:pt x="1571599" y="204482"/>
                  </a:moveTo>
                  <a:lnTo>
                    <a:pt x="1571345" y="202133"/>
                  </a:lnTo>
                  <a:lnTo>
                    <a:pt x="1565706" y="205689"/>
                  </a:lnTo>
                  <a:lnTo>
                    <a:pt x="1571599" y="204482"/>
                  </a:lnTo>
                  <a:close/>
                </a:path>
                <a:path w="3413760" h="295909">
                  <a:moveTo>
                    <a:pt x="1571599" y="123634"/>
                  </a:moveTo>
                  <a:lnTo>
                    <a:pt x="1571345" y="121285"/>
                  </a:lnTo>
                  <a:lnTo>
                    <a:pt x="1565706" y="124841"/>
                  </a:lnTo>
                  <a:lnTo>
                    <a:pt x="1571599" y="123634"/>
                  </a:lnTo>
                  <a:close/>
                </a:path>
                <a:path w="3413760" h="295909">
                  <a:moveTo>
                    <a:pt x="1571599" y="42773"/>
                  </a:moveTo>
                  <a:lnTo>
                    <a:pt x="1571345" y="40424"/>
                  </a:lnTo>
                  <a:lnTo>
                    <a:pt x="1565706" y="43980"/>
                  </a:lnTo>
                  <a:lnTo>
                    <a:pt x="1571599" y="42773"/>
                  </a:lnTo>
                  <a:close/>
                </a:path>
                <a:path w="3413760" h="295909">
                  <a:moveTo>
                    <a:pt x="1575803" y="273761"/>
                  </a:moveTo>
                  <a:lnTo>
                    <a:pt x="1574711" y="265595"/>
                  </a:lnTo>
                  <a:lnTo>
                    <a:pt x="1572653" y="265595"/>
                  </a:lnTo>
                  <a:lnTo>
                    <a:pt x="1575803" y="273761"/>
                  </a:lnTo>
                  <a:close/>
                </a:path>
                <a:path w="3413760" h="295909">
                  <a:moveTo>
                    <a:pt x="1575803" y="192925"/>
                  </a:moveTo>
                  <a:lnTo>
                    <a:pt x="1574711" y="184746"/>
                  </a:lnTo>
                  <a:lnTo>
                    <a:pt x="1572653" y="184746"/>
                  </a:lnTo>
                  <a:lnTo>
                    <a:pt x="1575803" y="192925"/>
                  </a:lnTo>
                  <a:close/>
                </a:path>
                <a:path w="3413760" h="295909">
                  <a:moveTo>
                    <a:pt x="1575803" y="112064"/>
                  </a:moveTo>
                  <a:lnTo>
                    <a:pt x="1574711" y="103898"/>
                  </a:lnTo>
                  <a:lnTo>
                    <a:pt x="1572653" y="103898"/>
                  </a:lnTo>
                  <a:lnTo>
                    <a:pt x="1575803" y="112064"/>
                  </a:lnTo>
                  <a:close/>
                </a:path>
                <a:path w="3413760" h="295909">
                  <a:moveTo>
                    <a:pt x="1575803" y="31216"/>
                  </a:moveTo>
                  <a:lnTo>
                    <a:pt x="1574711" y="23037"/>
                  </a:lnTo>
                  <a:lnTo>
                    <a:pt x="1572653" y="23037"/>
                  </a:lnTo>
                  <a:lnTo>
                    <a:pt x="1575803" y="31216"/>
                  </a:lnTo>
                  <a:close/>
                </a:path>
                <a:path w="3413760" h="295909">
                  <a:moveTo>
                    <a:pt x="1581213" y="293979"/>
                  </a:moveTo>
                  <a:lnTo>
                    <a:pt x="1576857" y="293014"/>
                  </a:lnTo>
                  <a:lnTo>
                    <a:pt x="1576616" y="295351"/>
                  </a:lnTo>
                  <a:lnTo>
                    <a:pt x="1581213" y="293979"/>
                  </a:lnTo>
                  <a:close/>
                </a:path>
                <a:path w="3413760" h="295909">
                  <a:moveTo>
                    <a:pt x="1581213" y="213131"/>
                  </a:moveTo>
                  <a:lnTo>
                    <a:pt x="1576857" y="212166"/>
                  </a:lnTo>
                  <a:lnTo>
                    <a:pt x="1576616" y="214503"/>
                  </a:lnTo>
                  <a:lnTo>
                    <a:pt x="1581213" y="213131"/>
                  </a:lnTo>
                  <a:close/>
                </a:path>
                <a:path w="3413760" h="295909">
                  <a:moveTo>
                    <a:pt x="1581213" y="132283"/>
                  </a:moveTo>
                  <a:lnTo>
                    <a:pt x="1576857" y="131318"/>
                  </a:lnTo>
                  <a:lnTo>
                    <a:pt x="1576616" y="133654"/>
                  </a:lnTo>
                  <a:lnTo>
                    <a:pt x="1581213" y="132283"/>
                  </a:lnTo>
                  <a:close/>
                </a:path>
                <a:path w="3413760" h="295909">
                  <a:moveTo>
                    <a:pt x="1581213" y="51422"/>
                  </a:moveTo>
                  <a:lnTo>
                    <a:pt x="1576857" y="50457"/>
                  </a:lnTo>
                  <a:lnTo>
                    <a:pt x="1576616" y="52806"/>
                  </a:lnTo>
                  <a:lnTo>
                    <a:pt x="1581213" y="51422"/>
                  </a:lnTo>
                  <a:close/>
                </a:path>
                <a:path w="3413760" h="295909">
                  <a:moveTo>
                    <a:pt x="1584299" y="284353"/>
                  </a:moveTo>
                  <a:lnTo>
                    <a:pt x="1581137" y="283464"/>
                  </a:lnTo>
                  <a:lnTo>
                    <a:pt x="1577670" y="285330"/>
                  </a:lnTo>
                  <a:lnTo>
                    <a:pt x="1584299" y="284353"/>
                  </a:lnTo>
                  <a:close/>
                </a:path>
                <a:path w="3413760" h="295909">
                  <a:moveTo>
                    <a:pt x="1584299" y="203504"/>
                  </a:moveTo>
                  <a:lnTo>
                    <a:pt x="1581137" y="202615"/>
                  </a:lnTo>
                  <a:lnTo>
                    <a:pt x="1577670" y="204482"/>
                  </a:lnTo>
                  <a:lnTo>
                    <a:pt x="1584299" y="203504"/>
                  </a:lnTo>
                  <a:close/>
                </a:path>
                <a:path w="3413760" h="295909">
                  <a:moveTo>
                    <a:pt x="1584299" y="122656"/>
                  </a:moveTo>
                  <a:lnTo>
                    <a:pt x="1581137" y="121767"/>
                  </a:lnTo>
                  <a:lnTo>
                    <a:pt x="1577670" y="123634"/>
                  </a:lnTo>
                  <a:lnTo>
                    <a:pt x="1584299" y="122656"/>
                  </a:lnTo>
                  <a:close/>
                </a:path>
                <a:path w="3413760" h="295909">
                  <a:moveTo>
                    <a:pt x="1584299" y="41795"/>
                  </a:moveTo>
                  <a:lnTo>
                    <a:pt x="1581137" y="40906"/>
                  </a:lnTo>
                  <a:lnTo>
                    <a:pt x="1577670" y="42773"/>
                  </a:lnTo>
                  <a:lnTo>
                    <a:pt x="1584299" y="41795"/>
                  </a:lnTo>
                  <a:close/>
                </a:path>
                <a:path w="3413760" h="295909">
                  <a:moveTo>
                    <a:pt x="1595945" y="233349"/>
                  </a:moveTo>
                  <a:lnTo>
                    <a:pt x="1595501" y="229463"/>
                  </a:lnTo>
                  <a:lnTo>
                    <a:pt x="1593189" y="229463"/>
                  </a:lnTo>
                  <a:lnTo>
                    <a:pt x="1595945" y="233349"/>
                  </a:lnTo>
                  <a:close/>
                </a:path>
                <a:path w="3413760" h="295909">
                  <a:moveTo>
                    <a:pt x="1595945" y="152501"/>
                  </a:moveTo>
                  <a:lnTo>
                    <a:pt x="1595501" y="148615"/>
                  </a:lnTo>
                  <a:lnTo>
                    <a:pt x="1593189" y="148615"/>
                  </a:lnTo>
                  <a:lnTo>
                    <a:pt x="1595945" y="152501"/>
                  </a:lnTo>
                  <a:close/>
                </a:path>
                <a:path w="3413760" h="295909">
                  <a:moveTo>
                    <a:pt x="1595945" y="71640"/>
                  </a:moveTo>
                  <a:lnTo>
                    <a:pt x="1595501" y="67754"/>
                  </a:lnTo>
                  <a:lnTo>
                    <a:pt x="1593189" y="67754"/>
                  </a:lnTo>
                  <a:lnTo>
                    <a:pt x="1595945" y="71640"/>
                  </a:lnTo>
                  <a:close/>
                </a:path>
                <a:path w="3413760" h="295909">
                  <a:moveTo>
                    <a:pt x="1612023" y="244906"/>
                  </a:moveTo>
                  <a:lnTo>
                    <a:pt x="1611795" y="242557"/>
                  </a:lnTo>
                  <a:lnTo>
                    <a:pt x="1606130" y="246113"/>
                  </a:lnTo>
                  <a:lnTo>
                    <a:pt x="1612023" y="244906"/>
                  </a:lnTo>
                  <a:close/>
                </a:path>
                <a:path w="3413760" h="295909">
                  <a:moveTo>
                    <a:pt x="1612023" y="164058"/>
                  </a:moveTo>
                  <a:lnTo>
                    <a:pt x="1611795" y="161709"/>
                  </a:lnTo>
                  <a:lnTo>
                    <a:pt x="1606130" y="165265"/>
                  </a:lnTo>
                  <a:lnTo>
                    <a:pt x="1612023" y="164058"/>
                  </a:lnTo>
                  <a:close/>
                </a:path>
                <a:path w="3413760" h="295909">
                  <a:moveTo>
                    <a:pt x="1612023" y="83210"/>
                  </a:moveTo>
                  <a:lnTo>
                    <a:pt x="1611795" y="80873"/>
                  </a:lnTo>
                  <a:lnTo>
                    <a:pt x="1606130" y="84416"/>
                  </a:lnTo>
                  <a:lnTo>
                    <a:pt x="1612023" y="83210"/>
                  </a:lnTo>
                  <a:close/>
                </a:path>
                <a:path w="3413760" h="295909">
                  <a:moveTo>
                    <a:pt x="1612023" y="2349"/>
                  </a:moveTo>
                  <a:lnTo>
                    <a:pt x="1611795" y="0"/>
                  </a:lnTo>
                  <a:lnTo>
                    <a:pt x="1606130" y="3556"/>
                  </a:lnTo>
                  <a:lnTo>
                    <a:pt x="1612023" y="2349"/>
                  </a:lnTo>
                  <a:close/>
                </a:path>
                <a:path w="3413760" h="295909">
                  <a:moveTo>
                    <a:pt x="1612836" y="252577"/>
                  </a:moveTo>
                  <a:lnTo>
                    <a:pt x="1608467" y="253555"/>
                  </a:lnTo>
                  <a:lnTo>
                    <a:pt x="1609191" y="255739"/>
                  </a:lnTo>
                  <a:lnTo>
                    <a:pt x="1612836" y="252577"/>
                  </a:lnTo>
                  <a:close/>
                </a:path>
                <a:path w="3413760" h="295909">
                  <a:moveTo>
                    <a:pt x="1612836" y="171742"/>
                  </a:moveTo>
                  <a:lnTo>
                    <a:pt x="1608467" y="172707"/>
                  </a:lnTo>
                  <a:lnTo>
                    <a:pt x="1609191" y="174891"/>
                  </a:lnTo>
                  <a:lnTo>
                    <a:pt x="1612836" y="171742"/>
                  </a:lnTo>
                  <a:close/>
                </a:path>
                <a:path w="3413760" h="295909">
                  <a:moveTo>
                    <a:pt x="1612836" y="90881"/>
                  </a:moveTo>
                  <a:lnTo>
                    <a:pt x="1608467" y="91859"/>
                  </a:lnTo>
                  <a:lnTo>
                    <a:pt x="1609191" y="94043"/>
                  </a:lnTo>
                  <a:lnTo>
                    <a:pt x="1612836" y="90881"/>
                  </a:lnTo>
                  <a:close/>
                </a:path>
                <a:path w="3413760" h="295909">
                  <a:moveTo>
                    <a:pt x="1612836" y="10033"/>
                  </a:moveTo>
                  <a:lnTo>
                    <a:pt x="1608467" y="10998"/>
                  </a:lnTo>
                  <a:lnTo>
                    <a:pt x="1609191" y="13182"/>
                  </a:lnTo>
                  <a:lnTo>
                    <a:pt x="1612836" y="10033"/>
                  </a:lnTo>
                  <a:close/>
                </a:path>
                <a:path w="3413760" h="295909">
                  <a:moveTo>
                    <a:pt x="1621650" y="253555"/>
                  </a:moveTo>
                  <a:lnTo>
                    <a:pt x="1617040" y="254927"/>
                  </a:lnTo>
                  <a:lnTo>
                    <a:pt x="1620913" y="255739"/>
                  </a:lnTo>
                  <a:lnTo>
                    <a:pt x="1621650" y="253555"/>
                  </a:lnTo>
                  <a:close/>
                </a:path>
                <a:path w="3413760" h="295909">
                  <a:moveTo>
                    <a:pt x="1621650" y="172707"/>
                  </a:moveTo>
                  <a:lnTo>
                    <a:pt x="1617040" y="174078"/>
                  </a:lnTo>
                  <a:lnTo>
                    <a:pt x="1620913" y="174891"/>
                  </a:lnTo>
                  <a:lnTo>
                    <a:pt x="1621650" y="172707"/>
                  </a:lnTo>
                  <a:close/>
                </a:path>
                <a:path w="3413760" h="295909">
                  <a:moveTo>
                    <a:pt x="1621650" y="91859"/>
                  </a:moveTo>
                  <a:lnTo>
                    <a:pt x="1617040" y="93230"/>
                  </a:lnTo>
                  <a:lnTo>
                    <a:pt x="1620913" y="94043"/>
                  </a:lnTo>
                  <a:lnTo>
                    <a:pt x="1621650" y="91859"/>
                  </a:lnTo>
                  <a:close/>
                </a:path>
                <a:path w="3413760" h="295909">
                  <a:moveTo>
                    <a:pt x="1621650" y="10998"/>
                  </a:moveTo>
                  <a:lnTo>
                    <a:pt x="1617040" y="12369"/>
                  </a:lnTo>
                  <a:lnTo>
                    <a:pt x="1620913" y="13182"/>
                  </a:lnTo>
                  <a:lnTo>
                    <a:pt x="1621650" y="10998"/>
                  </a:lnTo>
                  <a:close/>
                </a:path>
                <a:path w="3413760" h="295909">
                  <a:moveTo>
                    <a:pt x="1624723" y="243928"/>
                  </a:moveTo>
                  <a:lnTo>
                    <a:pt x="1621561" y="243039"/>
                  </a:lnTo>
                  <a:lnTo>
                    <a:pt x="1618094" y="244906"/>
                  </a:lnTo>
                  <a:lnTo>
                    <a:pt x="1624723" y="243928"/>
                  </a:lnTo>
                  <a:close/>
                </a:path>
                <a:path w="3413760" h="295909">
                  <a:moveTo>
                    <a:pt x="1624723" y="163080"/>
                  </a:moveTo>
                  <a:lnTo>
                    <a:pt x="1621561" y="162204"/>
                  </a:lnTo>
                  <a:lnTo>
                    <a:pt x="1618094" y="164058"/>
                  </a:lnTo>
                  <a:lnTo>
                    <a:pt x="1624723" y="163080"/>
                  </a:lnTo>
                  <a:close/>
                </a:path>
                <a:path w="3413760" h="295909">
                  <a:moveTo>
                    <a:pt x="1624723" y="82232"/>
                  </a:moveTo>
                  <a:lnTo>
                    <a:pt x="1621561" y="81343"/>
                  </a:lnTo>
                  <a:lnTo>
                    <a:pt x="1618094" y="83210"/>
                  </a:lnTo>
                  <a:lnTo>
                    <a:pt x="1624723" y="82232"/>
                  </a:lnTo>
                  <a:close/>
                </a:path>
                <a:path w="3413760" h="295909">
                  <a:moveTo>
                    <a:pt x="1624723" y="1371"/>
                  </a:moveTo>
                  <a:lnTo>
                    <a:pt x="1621561" y="482"/>
                  </a:lnTo>
                  <a:lnTo>
                    <a:pt x="1618094" y="2349"/>
                  </a:lnTo>
                  <a:lnTo>
                    <a:pt x="1624723" y="1371"/>
                  </a:lnTo>
                  <a:close/>
                </a:path>
                <a:path w="3413760" h="295909">
                  <a:moveTo>
                    <a:pt x="1624799" y="233349"/>
                  </a:moveTo>
                  <a:lnTo>
                    <a:pt x="1624723" y="226872"/>
                  </a:lnTo>
                  <a:lnTo>
                    <a:pt x="1624241" y="230035"/>
                  </a:lnTo>
                  <a:lnTo>
                    <a:pt x="1624799" y="233349"/>
                  </a:lnTo>
                  <a:close/>
                </a:path>
                <a:path w="3413760" h="295909">
                  <a:moveTo>
                    <a:pt x="1624799" y="152501"/>
                  </a:moveTo>
                  <a:lnTo>
                    <a:pt x="1624723" y="146024"/>
                  </a:lnTo>
                  <a:lnTo>
                    <a:pt x="1624241" y="149186"/>
                  </a:lnTo>
                  <a:lnTo>
                    <a:pt x="1624799" y="152501"/>
                  </a:lnTo>
                  <a:close/>
                </a:path>
                <a:path w="3413760" h="295909">
                  <a:moveTo>
                    <a:pt x="1624799" y="71640"/>
                  </a:moveTo>
                  <a:lnTo>
                    <a:pt x="1624723" y="65163"/>
                  </a:lnTo>
                  <a:lnTo>
                    <a:pt x="1624241" y="68313"/>
                  </a:lnTo>
                  <a:lnTo>
                    <a:pt x="1624799" y="71640"/>
                  </a:lnTo>
                  <a:close/>
                </a:path>
                <a:path w="3413760" h="295909">
                  <a:moveTo>
                    <a:pt x="1634502" y="265201"/>
                  </a:moveTo>
                  <a:lnTo>
                    <a:pt x="1632318" y="261315"/>
                  </a:lnTo>
                  <a:lnTo>
                    <a:pt x="1630375" y="262610"/>
                  </a:lnTo>
                  <a:lnTo>
                    <a:pt x="1634502" y="265201"/>
                  </a:lnTo>
                  <a:close/>
                </a:path>
                <a:path w="3413760" h="295909">
                  <a:moveTo>
                    <a:pt x="1634502" y="184353"/>
                  </a:moveTo>
                  <a:lnTo>
                    <a:pt x="1632318" y="180467"/>
                  </a:lnTo>
                  <a:lnTo>
                    <a:pt x="1630375" y="181762"/>
                  </a:lnTo>
                  <a:lnTo>
                    <a:pt x="1634502" y="184353"/>
                  </a:lnTo>
                  <a:close/>
                </a:path>
                <a:path w="3413760" h="295909">
                  <a:moveTo>
                    <a:pt x="1634502" y="103505"/>
                  </a:moveTo>
                  <a:lnTo>
                    <a:pt x="1632318" y="99618"/>
                  </a:lnTo>
                  <a:lnTo>
                    <a:pt x="1630375" y="100914"/>
                  </a:lnTo>
                  <a:lnTo>
                    <a:pt x="1634502" y="103505"/>
                  </a:lnTo>
                  <a:close/>
                </a:path>
                <a:path w="3413760" h="295909">
                  <a:moveTo>
                    <a:pt x="1634502" y="22644"/>
                  </a:moveTo>
                  <a:lnTo>
                    <a:pt x="1632318" y="18757"/>
                  </a:lnTo>
                  <a:lnTo>
                    <a:pt x="1630375" y="20053"/>
                  </a:lnTo>
                  <a:lnTo>
                    <a:pt x="1634502" y="22644"/>
                  </a:lnTo>
                  <a:close/>
                </a:path>
                <a:path w="3413760" h="295909">
                  <a:moveTo>
                    <a:pt x="1652447" y="285330"/>
                  </a:moveTo>
                  <a:lnTo>
                    <a:pt x="1652206" y="282981"/>
                  </a:lnTo>
                  <a:lnTo>
                    <a:pt x="1646555" y="286537"/>
                  </a:lnTo>
                  <a:lnTo>
                    <a:pt x="1652447" y="285330"/>
                  </a:lnTo>
                  <a:close/>
                </a:path>
                <a:path w="3413760" h="295909">
                  <a:moveTo>
                    <a:pt x="1652447" y="204482"/>
                  </a:moveTo>
                  <a:lnTo>
                    <a:pt x="1652206" y="202133"/>
                  </a:lnTo>
                  <a:lnTo>
                    <a:pt x="1646555" y="205689"/>
                  </a:lnTo>
                  <a:lnTo>
                    <a:pt x="1652447" y="204482"/>
                  </a:lnTo>
                  <a:close/>
                </a:path>
                <a:path w="3413760" h="295909">
                  <a:moveTo>
                    <a:pt x="1652447" y="123634"/>
                  </a:moveTo>
                  <a:lnTo>
                    <a:pt x="1652206" y="121285"/>
                  </a:lnTo>
                  <a:lnTo>
                    <a:pt x="1646555" y="124841"/>
                  </a:lnTo>
                  <a:lnTo>
                    <a:pt x="1652447" y="123634"/>
                  </a:lnTo>
                  <a:close/>
                </a:path>
                <a:path w="3413760" h="295909">
                  <a:moveTo>
                    <a:pt x="1652447" y="42773"/>
                  </a:moveTo>
                  <a:lnTo>
                    <a:pt x="1652206" y="40424"/>
                  </a:lnTo>
                  <a:lnTo>
                    <a:pt x="1646555" y="43980"/>
                  </a:lnTo>
                  <a:lnTo>
                    <a:pt x="1652447" y="42773"/>
                  </a:lnTo>
                  <a:close/>
                </a:path>
                <a:path w="3413760" h="295909">
                  <a:moveTo>
                    <a:pt x="1656651" y="273761"/>
                  </a:moveTo>
                  <a:lnTo>
                    <a:pt x="1655572" y="265595"/>
                  </a:lnTo>
                  <a:lnTo>
                    <a:pt x="1653501" y="265595"/>
                  </a:lnTo>
                  <a:lnTo>
                    <a:pt x="1656651" y="273761"/>
                  </a:lnTo>
                  <a:close/>
                </a:path>
                <a:path w="3413760" h="295909">
                  <a:moveTo>
                    <a:pt x="1656651" y="192925"/>
                  </a:moveTo>
                  <a:lnTo>
                    <a:pt x="1655572" y="184746"/>
                  </a:lnTo>
                  <a:lnTo>
                    <a:pt x="1653501" y="184746"/>
                  </a:lnTo>
                  <a:lnTo>
                    <a:pt x="1656651" y="192925"/>
                  </a:lnTo>
                  <a:close/>
                </a:path>
                <a:path w="3413760" h="295909">
                  <a:moveTo>
                    <a:pt x="1656651" y="112064"/>
                  </a:moveTo>
                  <a:lnTo>
                    <a:pt x="1655572" y="103898"/>
                  </a:lnTo>
                  <a:lnTo>
                    <a:pt x="1653501" y="103898"/>
                  </a:lnTo>
                  <a:lnTo>
                    <a:pt x="1656651" y="112064"/>
                  </a:lnTo>
                  <a:close/>
                </a:path>
                <a:path w="3413760" h="295909">
                  <a:moveTo>
                    <a:pt x="1656651" y="31216"/>
                  </a:moveTo>
                  <a:lnTo>
                    <a:pt x="1655572" y="23037"/>
                  </a:lnTo>
                  <a:lnTo>
                    <a:pt x="1653501" y="23037"/>
                  </a:lnTo>
                  <a:lnTo>
                    <a:pt x="1656651" y="31216"/>
                  </a:lnTo>
                  <a:close/>
                </a:path>
                <a:path w="3413760" h="295909">
                  <a:moveTo>
                    <a:pt x="1662074" y="293979"/>
                  </a:moveTo>
                  <a:lnTo>
                    <a:pt x="1657718" y="293014"/>
                  </a:lnTo>
                  <a:lnTo>
                    <a:pt x="1657464" y="295351"/>
                  </a:lnTo>
                  <a:lnTo>
                    <a:pt x="1662074" y="293979"/>
                  </a:lnTo>
                  <a:close/>
                </a:path>
                <a:path w="3413760" h="295909">
                  <a:moveTo>
                    <a:pt x="1662074" y="213131"/>
                  </a:moveTo>
                  <a:lnTo>
                    <a:pt x="1657718" y="212166"/>
                  </a:lnTo>
                  <a:lnTo>
                    <a:pt x="1657464" y="214503"/>
                  </a:lnTo>
                  <a:lnTo>
                    <a:pt x="1662074" y="213131"/>
                  </a:lnTo>
                  <a:close/>
                </a:path>
                <a:path w="3413760" h="295909">
                  <a:moveTo>
                    <a:pt x="1662074" y="132283"/>
                  </a:moveTo>
                  <a:lnTo>
                    <a:pt x="1657718" y="131318"/>
                  </a:lnTo>
                  <a:lnTo>
                    <a:pt x="1657464" y="133654"/>
                  </a:lnTo>
                  <a:lnTo>
                    <a:pt x="1662074" y="132283"/>
                  </a:lnTo>
                  <a:close/>
                </a:path>
                <a:path w="3413760" h="295909">
                  <a:moveTo>
                    <a:pt x="1662074" y="51422"/>
                  </a:moveTo>
                  <a:lnTo>
                    <a:pt x="1657718" y="50457"/>
                  </a:lnTo>
                  <a:lnTo>
                    <a:pt x="1657464" y="52806"/>
                  </a:lnTo>
                  <a:lnTo>
                    <a:pt x="1662074" y="51422"/>
                  </a:lnTo>
                  <a:close/>
                </a:path>
                <a:path w="3413760" h="295909">
                  <a:moveTo>
                    <a:pt x="1665147" y="284353"/>
                  </a:moveTo>
                  <a:lnTo>
                    <a:pt x="1661985" y="283464"/>
                  </a:lnTo>
                  <a:lnTo>
                    <a:pt x="1658518" y="285330"/>
                  </a:lnTo>
                  <a:lnTo>
                    <a:pt x="1665147" y="284353"/>
                  </a:lnTo>
                  <a:close/>
                </a:path>
                <a:path w="3413760" h="295909">
                  <a:moveTo>
                    <a:pt x="1665147" y="203504"/>
                  </a:moveTo>
                  <a:lnTo>
                    <a:pt x="1661985" y="202615"/>
                  </a:lnTo>
                  <a:lnTo>
                    <a:pt x="1658518" y="204482"/>
                  </a:lnTo>
                  <a:lnTo>
                    <a:pt x="1665147" y="203504"/>
                  </a:lnTo>
                  <a:close/>
                </a:path>
                <a:path w="3413760" h="295909">
                  <a:moveTo>
                    <a:pt x="1665147" y="122656"/>
                  </a:moveTo>
                  <a:lnTo>
                    <a:pt x="1661985" y="121767"/>
                  </a:lnTo>
                  <a:lnTo>
                    <a:pt x="1658518" y="123634"/>
                  </a:lnTo>
                  <a:lnTo>
                    <a:pt x="1665147" y="122656"/>
                  </a:lnTo>
                  <a:close/>
                </a:path>
                <a:path w="3413760" h="295909">
                  <a:moveTo>
                    <a:pt x="1665147" y="41795"/>
                  </a:moveTo>
                  <a:lnTo>
                    <a:pt x="1661985" y="40906"/>
                  </a:lnTo>
                  <a:lnTo>
                    <a:pt x="1658518" y="42773"/>
                  </a:lnTo>
                  <a:lnTo>
                    <a:pt x="1665147" y="41795"/>
                  </a:lnTo>
                  <a:close/>
                </a:path>
                <a:path w="3413760" h="295909">
                  <a:moveTo>
                    <a:pt x="1676781" y="233349"/>
                  </a:moveTo>
                  <a:lnTo>
                    <a:pt x="1676349" y="229463"/>
                  </a:lnTo>
                  <a:lnTo>
                    <a:pt x="1674050" y="229463"/>
                  </a:lnTo>
                  <a:lnTo>
                    <a:pt x="1676781" y="233349"/>
                  </a:lnTo>
                  <a:close/>
                </a:path>
                <a:path w="3413760" h="295909">
                  <a:moveTo>
                    <a:pt x="1676781" y="152501"/>
                  </a:moveTo>
                  <a:lnTo>
                    <a:pt x="1676349" y="148615"/>
                  </a:lnTo>
                  <a:lnTo>
                    <a:pt x="1674050" y="148615"/>
                  </a:lnTo>
                  <a:lnTo>
                    <a:pt x="1676781" y="152501"/>
                  </a:lnTo>
                  <a:close/>
                </a:path>
                <a:path w="3413760" h="295909">
                  <a:moveTo>
                    <a:pt x="1676781" y="71640"/>
                  </a:moveTo>
                  <a:lnTo>
                    <a:pt x="1676349" y="67754"/>
                  </a:lnTo>
                  <a:lnTo>
                    <a:pt x="1674050" y="67754"/>
                  </a:lnTo>
                  <a:lnTo>
                    <a:pt x="1676781" y="71640"/>
                  </a:lnTo>
                  <a:close/>
                </a:path>
                <a:path w="3413760" h="295909">
                  <a:moveTo>
                    <a:pt x="1692871" y="244906"/>
                  </a:moveTo>
                  <a:lnTo>
                    <a:pt x="1692630" y="242557"/>
                  </a:lnTo>
                  <a:lnTo>
                    <a:pt x="1686979" y="246113"/>
                  </a:lnTo>
                  <a:lnTo>
                    <a:pt x="1692871" y="244906"/>
                  </a:lnTo>
                  <a:close/>
                </a:path>
                <a:path w="3413760" h="295909">
                  <a:moveTo>
                    <a:pt x="1692871" y="164058"/>
                  </a:moveTo>
                  <a:lnTo>
                    <a:pt x="1692630" y="161709"/>
                  </a:lnTo>
                  <a:lnTo>
                    <a:pt x="1686979" y="165265"/>
                  </a:lnTo>
                  <a:lnTo>
                    <a:pt x="1692871" y="164058"/>
                  </a:lnTo>
                  <a:close/>
                </a:path>
                <a:path w="3413760" h="295909">
                  <a:moveTo>
                    <a:pt x="1692871" y="83210"/>
                  </a:moveTo>
                  <a:lnTo>
                    <a:pt x="1692630" y="80873"/>
                  </a:lnTo>
                  <a:lnTo>
                    <a:pt x="1686979" y="84416"/>
                  </a:lnTo>
                  <a:lnTo>
                    <a:pt x="1692871" y="83210"/>
                  </a:lnTo>
                  <a:close/>
                </a:path>
                <a:path w="3413760" h="295909">
                  <a:moveTo>
                    <a:pt x="1692871" y="2349"/>
                  </a:moveTo>
                  <a:lnTo>
                    <a:pt x="1692630" y="0"/>
                  </a:lnTo>
                  <a:lnTo>
                    <a:pt x="1686979" y="3556"/>
                  </a:lnTo>
                  <a:lnTo>
                    <a:pt x="1692871" y="2349"/>
                  </a:lnTo>
                  <a:close/>
                </a:path>
                <a:path w="3413760" h="295909">
                  <a:moveTo>
                    <a:pt x="1693684" y="252577"/>
                  </a:moveTo>
                  <a:lnTo>
                    <a:pt x="1689328" y="253555"/>
                  </a:lnTo>
                  <a:lnTo>
                    <a:pt x="1690052" y="255739"/>
                  </a:lnTo>
                  <a:lnTo>
                    <a:pt x="1693684" y="252577"/>
                  </a:lnTo>
                  <a:close/>
                </a:path>
                <a:path w="3413760" h="295909">
                  <a:moveTo>
                    <a:pt x="1693684" y="171742"/>
                  </a:moveTo>
                  <a:lnTo>
                    <a:pt x="1689328" y="172707"/>
                  </a:lnTo>
                  <a:lnTo>
                    <a:pt x="1690052" y="174891"/>
                  </a:lnTo>
                  <a:lnTo>
                    <a:pt x="1693684" y="171742"/>
                  </a:lnTo>
                  <a:close/>
                </a:path>
                <a:path w="3413760" h="295909">
                  <a:moveTo>
                    <a:pt x="1693684" y="90881"/>
                  </a:moveTo>
                  <a:lnTo>
                    <a:pt x="1689328" y="91859"/>
                  </a:lnTo>
                  <a:lnTo>
                    <a:pt x="1690052" y="94043"/>
                  </a:lnTo>
                  <a:lnTo>
                    <a:pt x="1693684" y="90881"/>
                  </a:lnTo>
                  <a:close/>
                </a:path>
                <a:path w="3413760" h="295909">
                  <a:moveTo>
                    <a:pt x="1693684" y="10033"/>
                  </a:moveTo>
                  <a:lnTo>
                    <a:pt x="1689328" y="10998"/>
                  </a:lnTo>
                  <a:lnTo>
                    <a:pt x="1690052" y="13182"/>
                  </a:lnTo>
                  <a:lnTo>
                    <a:pt x="1693684" y="10033"/>
                  </a:lnTo>
                  <a:close/>
                </a:path>
                <a:path w="3413760" h="295909">
                  <a:moveTo>
                    <a:pt x="1702498" y="253555"/>
                  </a:moveTo>
                  <a:lnTo>
                    <a:pt x="1697888" y="254927"/>
                  </a:lnTo>
                  <a:lnTo>
                    <a:pt x="1701774" y="255739"/>
                  </a:lnTo>
                  <a:lnTo>
                    <a:pt x="1702498" y="253555"/>
                  </a:lnTo>
                  <a:close/>
                </a:path>
                <a:path w="3413760" h="295909">
                  <a:moveTo>
                    <a:pt x="1702498" y="172707"/>
                  </a:moveTo>
                  <a:lnTo>
                    <a:pt x="1697888" y="174078"/>
                  </a:lnTo>
                  <a:lnTo>
                    <a:pt x="1701774" y="174891"/>
                  </a:lnTo>
                  <a:lnTo>
                    <a:pt x="1702498" y="172707"/>
                  </a:lnTo>
                  <a:close/>
                </a:path>
                <a:path w="3413760" h="295909">
                  <a:moveTo>
                    <a:pt x="1702498" y="91859"/>
                  </a:moveTo>
                  <a:lnTo>
                    <a:pt x="1697888" y="93230"/>
                  </a:lnTo>
                  <a:lnTo>
                    <a:pt x="1701774" y="94043"/>
                  </a:lnTo>
                  <a:lnTo>
                    <a:pt x="1702498" y="91859"/>
                  </a:lnTo>
                  <a:close/>
                </a:path>
                <a:path w="3413760" h="295909">
                  <a:moveTo>
                    <a:pt x="1702498" y="10998"/>
                  </a:moveTo>
                  <a:lnTo>
                    <a:pt x="1697888" y="12369"/>
                  </a:lnTo>
                  <a:lnTo>
                    <a:pt x="1701774" y="13182"/>
                  </a:lnTo>
                  <a:lnTo>
                    <a:pt x="1702498" y="10998"/>
                  </a:lnTo>
                  <a:close/>
                </a:path>
                <a:path w="3413760" h="295909">
                  <a:moveTo>
                    <a:pt x="1705571" y="243928"/>
                  </a:moveTo>
                  <a:lnTo>
                    <a:pt x="1702422" y="243039"/>
                  </a:lnTo>
                  <a:lnTo>
                    <a:pt x="1698942" y="244906"/>
                  </a:lnTo>
                  <a:lnTo>
                    <a:pt x="1705571" y="243928"/>
                  </a:lnTo>
                  <a:close/>
                </a:path>
                <a:path w="3413760" h="295909">
                  <a:moveTo>
                    <a:pt x="1705571" y="163080"/>
                  </a:moveTo>
                  <a:lnTo>
                    <a:pt x="1702422" y="162204"/>
                  </a:lnTo>
                  <a:lnTo>
                    <a:pt x="1698942" y="164058"/>
                  </a:lnTo>
                  <a:lnTo>
                    <a:pt x="1705571" y="163080"/>
                  </a:lnTo>
                  <a:close/>
                </a:path>
                <a:path w="3413760" h="295909">
                  <a:moveTo>
                    <a:pt x="1705571" y="82232"/>
                  </a:moveTo>
                  <a:lnTo>
                    <a:pt x="1702422" y="81343"/>
                  </a:lnTo>
                  <a:lnTo>
                    <a:pt x="1698942" y="83210"/>
                  </a:lnTo>
                  <a:lnTo>
                    <a:pt x="1705571" y="82232"/>
                  </a:lnTo>
                  <a:close/>
                </a:path>
                <a:path w="3413760" h="295909">
                  <a:moveTo>
                    <a:pt x="1705571" y="1371"/>
                  </a:moveTo>
                  <a:lnTo>
                    <a:pt x="1702422" y="482"/>
                  </a:lnTo>
                  <a:lnTo>
                    <a:pt x="1698942" y="2349"/>
                  </a:lnTo>
                  <a:lnTo>
                    <a:pt x="1705571" y="1371"/>
                  </a:lnTo>
                  <a:close/>
                </a:path>
                <a:path w="3413760" h="295909">
                  <a:moveTo>
                    <a:pt x="1705660" y="233349"/>
                  </a:moveTo>
                  <a:lnTo>
                    <a:pt x="1705571" y="226872"/>
                  </a:lnTo>
                  <a:lnTo>
                    <a:pt x="1705089" y="230035"/>
                  </a:lnTo>
                  <a:lnTo>
                    <a:pt x="1705660" y="233349"/>
                  </a:lnTo>
                  <a:close/>
                </a:path>
                <a:path w="3413760" h="295909">
                  <a:moveTo>
                    <a:pt x="1705660" y="152501"/>
                  </a:moveTo>
                  <a:lnTo>
                    <a:pt x="1705571" y="146024"/>
                  </a:lnTo>
                  <a:lnTo>
                    <a:pt x="1705089" y="149186"/>
                  </a:lnTo>
                  <a:lnTo>
                    <a:pt x="1705660" y="152501"/>
                  </a:lnTo>
                  <a:close/>
                </a:path>
                <a:path w="3413760" h="295909">
                  <a:moveTo>
                    <a:pt x="1705660" y="71640"/>
                  </a:moveTo>
                  <a:lnTo>
                    <a:pt x="1705571" y="65163"/>
                  </a:lnTo>
                  <a:lnTo>
                    <a:pt x="1705089" y="68313"/>
                  </a:lnTo>
                  <a:lnTo>
                    <a:pt x="1705660" y="71640"/>
                  </a:lnTo>
                  <a:close/>
                </a:path>
                <a:path w="3413760" h="295909">
                  <a:moveTo>
                    <a:pt x="1715350" y="265201"/>
                  </a:moveTo>
                  <a:lnTo>
                    <a:pt x="1713179" y="261315"/>
                  </a:lnTo>
                  <a:lnTo>
                    <a:pt x="1711236" y="262610"/>
                  </a:lnTo>
                  <a:lnTo>
                    <a:pt x="1715350" y="265201"/>
                  </a:lnTo>
                  <a:close/>
                </a:path>
                <a:path w="3413760" h="295909">
                  <a:moveTo>
                    <a:pt x="1715350" y="184353"/>
                  </a:moveTo>
                  <a:lnTo>
                    <a:pt x="1713179" y="180467"/>
                  </a:lnTo>
                  <a:lnTo>
                    <a:pt x="1711236" y="181762"/>
                  </a:lnTo>
                  <a:lnTo>
                    <a:pt x="1715350" y="184353"/>
                  </a:lnTo>
                  <a:close/>
                </a:path>
                <a:path w="3413760" h="295909">
                  <a:moveTo>
                    <a:pt x="1715350" y="103505"/>
                  </a:moveTo>
                  <a:lnTo>
                    <a:pt x="1713179" y="99618"/>
                  </a:lnTo>
                  <a:lnTo>
                    <a:pt x="1711236" y="100914"/>
                  </a:lnTo>
                  <a:lnTo>
                    <a:pt x="1715350" y="103505"/>
                  </a:lnTo>
                  <a:close/>
                </a:path>
                <a:path w="3413760" h="295909">
                  <a:moveTo>
                    <a:pt x="1715350" y="22644"/>
                  </a:moveTo>
                  <a:lnTo>
                    <a:pt x="1713179" y="18757"/>
                  </a:lnTo>
                  <a:lnTo>
                    <a:pt x="1711236" y="20053"/>
                  </a:lnTo>
                  <a:lnTo>
                    <a:pt x="1715350" y="22644"/>
                  </a:lnTo>
                  <a:close/>
                </a:path>
                <a:path w="3413760" h="295909">
                  <a:moveTo>
                    <a:pt x="1733296" y="285330"/>
                  </a:moveTo>
                  <a:lnTo>
                    <a:pt x="1733054" y="282981"/>
                  </a:lnTo>
                  <a:lnTo>
                    <a:pt x="1727403" y="286537"/>
                  </a:lnTo>
                  <a:lnTo>
                    <a:pt x="1733296" y="285330"/>
                  </a:lnTo>
                  <a:close/>
                </a:path>
                <a:path w="3413760" h="295909">
                  <a:moveTo>
                    <a:pt x="1733296" y="204482"/>
                  </a:moveTo>
                  <a:lnTo>
                    <a:pt x="1733054" y="202133"/>
                  </a:lnTo>
                  <a:lnTo>
                    <a:pt x="1727403" y="205689"/>
                  </a:lnTo>
                  <a:lnTo>
                    <a:pt x="1733296" y="204482"/>
                  </a:lnTo>
                  <a:close/>
                </a:path>
                <a:path w="3413760" h="295909">
                  <a:moveTo>
                    <a:pt x="1733296" y="123634"/>
                  </a:moveTo>
                  <a:lnTo>
                    <a:pt x="1733054" y="121285"/>
                  </a:lnTo>
                  <a:lnTo>
                    <a:pt x="1727403" y="124841"/>
                  </a:lnTo>
                  <a:lnTo>
                    <a:pt x="1733296" y="123634"/>
                  </a:lnTo>
                  <a:close/>
                </a:path>
                <a:path w="3413760" h="295909">
                  <a:moveTo>
                    <a:pt x="1733296" y="42773"/>
                  </a:moveTo>
                  <a:lnTo>
                    <a:pt x="1733054" y="40424"/>
                  </a:lnTo>
                  <a:lnTo>
                    <a:pt x="1727403" y="43980"/>
                  </a:lnTo>
                  <a:lnTo>
                    <a:pt x="1733296" y="42773"/>
                  </a:lnTo>
                  <a:close/>
                </a:path>
                <a:path w="3413760" h="295909">
                  <a:moveTo>
                    <a:pt x="1737512" y="273761"/>
                  </a:moveTo>
                  <a:lnTo>
                    <a:pt x="1736407" y="265595"/>
                  </a:lnTo>
                  <a:lnTo>
                    <a:pt x="1734350" y="265595"/>
                  </a:lnTo>
                  <a:lnTo>
                    <a:pt x="1737512" y="273761"/>
                  </a:lnTo>
                  <a:close/>
                </a:path>
                <a:path w="3413760" h="295909">
                  <a:moveTo>
                    <a:pt x="1737512" y="192925"/>
                  </a:moveTo>
                  <a:lnTo>
                    <a:pt x="1736407" y="184746"/>
                  </a:lnTo>
                  <a:lnTo>
                    <a:pt x="1734350" y="184746"/>
                  </a:lnTo>
                  <a:lnTo>
                    <a:pt x="1737512" y="192925"/>
                  </a:lnTo>
                  <a:close/>
                </a:path>
                <a:path w="3413760" h="295909">
                  <a:moveTo>
                    <a:pt x="1737512" y="112064"/>
                  </a:moveTo>
                  <a:lnTo>
                    <a:pt x="1736407" y="103898"/>
                  </a:lnTo>
                  <a:lnTo>
                    <a:pt x="1734350" y="103898"/>
                  </a:lnTo>
                  <a:lnTo>
                    <a:pt x="1737512" y="112064"/>
                  </a:lnTo>
                  <a:close/>
                </a:path>
                <a:path w="3413760" h="295909">
                  <a:moveTo>
                    <a:pt x="1737512" y="31216"/>
                  </a:moveTo>
                  <a:lnTo>
                    <a:pt x="1736407" y="23037"/>
                  </a:lnTo>
                  <a:lnTo>
                    <a:pt x="1734350" y="23037"/>
                  </a:lnTo>
                  <a:lnTo>
                    <a:pt x="1737512" y="31216"/>
                  </a:lnTo>
                  <a:close/>
                </a:path>
                <a:path w="3413760" h="295909">
                  <a:moveTo>
                    <a:pt x="1742922" y="293979"/>
                  </a:moveTo>
                  <a:lnTo>
                    <a:pt x="1738566" y="293014"/>
                  </a:lnTo>
                  <a:lnTo>
                    <a:pt x="1738325" y="295351"/>
                  </a:lnTo>
                  <a:lnTo>
                    <a:pt x="1742922" y="293979"/>
                  </a:lnTo>
                  <a:close/>
                </a:path>
                <a:path w="3413760" h="295909">
                  <a:moveTo>
                    <a:pt x="1742922" y="213131"/>
                  </a:moveTo>
                  <a:lnTo>
                    <a:pt x="1738566" y="212166"/>
                  </a:lnTo>
                  <a:lnTo>
                    <a:pt x="1738325" y="214503"/>
                  </a:lnTo>
                  <a:lnTo>
                    <a:pt x="1742922" y="213131"/>
                  </a:lnTo>
                  <a:close/>
                </a:path>
                <a:path w="3413760" h="295909">
                  <a:moveTo>
                    <a:pt x="1742922" y="132283"/>
                  </a:moveTo>
                  <a:lnTo>
                    <a:pt x="1738566" y="131318"/>
                  </a:lnTo>
                  <a:lnTo>
                    <a:pt x="1738325" y="133654"/>
                  </a:lnTo>
                  <a:lnTo>
                    <a:pt x="1742922" y="132283"/>
                  </a:lnTo>
                  <a:close/>
                </a:path>
                <a:path w="3413760" h="295909">
                  <a:moveTo>
                    <a:pt x="1742922" y="51422"/>
                  </a:moveTo>
                  <a:lnTo>
                    <a:pt x="1738566" y="50457"/>
                  </a:lnTo>
                  <a:lnTo>
                    <a:pt x="1738325" y="52806"/>
                  </a:lnTo>
                  <a:lnTo>
                    <a:pt x="1742922" y="51422"/>
                  </a:lnTo>
                  <a:close/>
                </a:path>
                <a:path w="3413760" h="295909">
                  <a:moveTo>
                    <a:pt x="1745996" y="284353"/>
                  </a:moveTo>
                  <a:lnTo>
                    <a:pt x="1742833" y="283464"/>
                  </a:lnTo>
                  <a:lnTo>
                    <a:pt x="1739353" y="285330"/>
                  </a:lnTo>
                  <a:lnTo>
                    <a:pt x="1745996" y="284353"/>
                  </a:lnTo>
                  <a:close/>
                </a:path>
                <a:path w="3413760" h="295909">
                  <a:moveTo>
                    <a:pt x="1745996" y="203504"/>
                  </a:moveTo>
                  <a:lnTo>
                    <a:pt x="1742833" y="202615"/>
                  </a:lnTo>
                  <a:lnTo>
                    <a:pt x="1739353" y="204482"/>
                  </a:lnTo>
                  <a:lnTo>
                    <a:pt x="1745996" y="203504"/>
                  </a:lnTo>
                  <a:close/>
                </a:path>
                <a:path w="3413760" h="295909">
                  <a:moveTo>
                    <a:pt x="1745996" y="122656"/>
                  </a:moveTo>
                  <a:lnTo>
                    <a:pt x="1742833" y="121767"/>
                  </a:lnTo>
                  <a:lnTo>
                    <a:pt x="1739353" y="123634"/>
                  </a:lnTo>
                  <a:lnTo>
                    <a:pt x="1745996" y="122656"/>
                  </a:lnTo>
                  <a:close/>
                </a:path>
                <a:path w="3413760" h="295909">
                  <a:moveTo>
                    <a:pt x="1745996" y="41795"/>
                  </a:moveTo>
                  <a:lnTo>
                    <a:pt x="1742833" y="40906"/>
                  </a:lnTo>
                  <a:lnTo>
                    <a:pt x="1739353" y="42773"/>
                  </a:lnTo>
                  <a:lnTo>
                    <a:pt x="1745996" y="41795"/>
                  </a:lnTo>
                  <a:close/>
                </a:path>
                <a:path w="3413760" h="295909">
                  <a:moveTo>
                    <a:pt x="1757629" y="233349"/>
                  </a:moveTo>
                  <a:lnTo>
                    <a:pt x="1757210" y="229463"/>
                  </a:lnTo>
                  <a:lnTo>
                    <a:pt x="1754886" y="229463"/>
                  </a:lnTo>
                  <a:lnTo>
                    <a:pt x="1757629" y="233349"/>
                  </a:lnTo>
                  <a:close/>
                </a:path>
                <a:path w="3413760" h="295909">
                  <a:moveTo>
                    <a:pt x="1757629" y="152501"/>
                  </a:moveTo>
                  <a:lnTo>
                    <a:pt x="1757210" y="148615"/>
                  </a:lnTo>
                  <a:lnTo>
                    <a:pt x="1754886" y="148615"/>
                  </a:lnTo>
                  <a:lnTo>
                    <a:pt x="1757629" y="152501"/>
                  </a:lnTo>
                  <a:close/>
                </a:path>
                <a:path w="3413760" h="295909">
                  <a:moveTo>
                    <a:pt x="1757629" y="71640"/>
                  </a:moveTo>
                  <a:lnTo>
                    <a:pt x="1757210" y="67754"/>
                  </a:lnTo>
                  <a:lnTo>
                    <a:pt x="1754886" y="67754"/>
                  </a:lnTo>
                  <a:lnTo>
                    <a:pt x="1757629" y="71640"/>
                  </a:lnTo>
                  <a:close/>
                </a:path>
                <a:path w="3413760" h="295909">
                  <a:moveTo>
                    <a:pt x="1773732" y="244906"/>
                  </a:moveTo>
                  <a:lnTo>
                    <a:pt x="1773478" y="242557"/>
                  </a:lnTo>
                  <a:lnTo>
                    <a:pt x="1767827" y="246113"/>
                  </a:lnTo>
                  <a:lnTo>
                    <a:pt x="1773732" y="244906"/>
                  </a:lnTo>
                  <a:close/>
                </a:path>
                <a:path w="3413760" h="295909">
                  <a:moveTo>
                    <a:pt x="1773732" y="164058"/>
                  </a:moveTo>
                  <a:lnTo>
                    <a:pt x="1773478" y="161709"/>
                  </a:lnTo>
                  <a:lnTo>
                    <a:pt x="1767827" y="165265"/>
                  </a:lnTo>
                  <a:lnTo>
                    <a:pt x="1773732" y="164058"/>
                  </a:lnTo>
                  <a:close/>
                </a:path>
                <a:path w="3413760" h="295909">
                  <a:moveTo>
                    <a:pt x="1773732" y="83210"/>
                  </a:moveTo>
                  <a:lnTo>
                    <a:pt x="1773478" y="80873"/>
                  </a:lnTo>
                  <a:lnTo>
                    <a:pt x="1767827" y="84416"/>
                  </a:lnTo>
                  <a:lnTo>
                    <a:pt x="1773732" y="83210"/>
                  </a:lnTo>
                  <a:close/>
                </a:path>
                <a:path w="3413760" h="295909">
                  <a:moveTo>
                    <a:pt x="1773732" y="2349"/>
                  </a:moveTo>
                  <a:lnTo>
                    <a:pt x="1773478" y="0"/>
                  </a:lnTo>
                  <a:lnTo>
                    <a:pt x="1767827" y="3556"/>
                  </a:lnTo>
                  <a:lnTo>
                    <a:pt x="1773732" y="2349"/>
                  </a:lnTo>
                  <a:close/>
                </a:path>
                <a:path w="3413760" h="295909">
                  <a:moveTo>
                    <a:pt x="1774532" y="252577"/>
                  </a:moveTo>
                  <a:lnTo>
                    <a:pt x="1770176" y="253555"/>
                  </a:lnTo>
                  <a:lnTo>
                    <a:pt x="1770900" y="255739"/>
                  </a:lnTo>
                  <a:lnTo>
                    <a:pt x="1774532" y="252577"/>
                  </a:lnTo>
                  <a:close/>
                </a:path>
                <a:path w="3413760" h="295909">
                  <a:moveTo>
                    <a:pt x="1774532" y="171742"/>
                  </a:moveTo>
                  <a:lnTo>
                    <a:pt x="1770176" y="172707"/>
                  </a:lnTo>
                  <a:lnTo>
                    <a:pt x="1770900" y="174891"/>
                  </a:lnTo>
                  <a:lnTo>
                    <a:pt x="1774532" y="171742"/>
                  </a:lnTo>
                  <a:close/>
                </a:path>
                <a:path w="3413760" h="295909">
                  <a:moveTo>
                    <a:pt x="1774532" y="90881"/>
                  </a:moveTo>
                  <a:lnTo>
                    <a:pt x="1770176" y="91859"/>
                  </a:lnTo>
                  <a:lnTo>
                    <a:pt x="1770900" y="94043"/>
                  </a:lnTo>
                  <a:lnTo>
                    <a:pt x="1774532" y="90881"/>
                  </a:lnTo>
                  <a:close/>
                </a:path>
                <a:path w="3413760" h="295909">
                  <a:moveTo>
                    <a:pt x="1774532" y="10033"/>
                  </a:moveTo>
                  <a:lnTo>
                    <a:pt x="1770176" y="10998"/>
                  </a:lnTo>
                  <a:lnTo>
                    <a:pt x="1770900" y="13182"/>
                  </a:lnTo>
                  <a:lnTo>
                    <a:pt x="1774532" y="10033"/>
                  </a:lnTo>
                  <a:close/>
                </a:path>
                <a:path w="3413760" h="295909">
                  <a:moveTo>
                    <a:pt x="1783346" y="253555"/>
                  </a:moveTo>
                  <a:lnTo>
                    <a:pt x="1778749" y="254927"/>
                  </a:lnTo>
                  <a:lnTo>
                    <a:pt x="1782622" y="255739"/>
                  </a:lnTo>
                  <a:lnTo>
                    <a:pt x="1783346" y="253555"/>
                  </a:lnTo>
                  <a:close/>
                </a:path>
                <a:path w="3413760" h="295909">
                  <a:moveTo>
                    <a:pt x="1783346" y="172707"/>
                  </a:moveTo>
                  <a:lnTo>
                    <a:pt x="1778749" y="174078"/>
                  </a:lnTo>
                  <a:lnTo>
                    <a:pt x="1782622" y="174891"/>
                  </a:lnTo>
                  <a:lnTo>
                    <a:pt x="1783346" y="172707"/>
                  </a:lnTo>
                  <a:close/>
                </a:path>
                <a:path w="3413760" h="295909">
                  <a:moveTo>
                    <a:pt x="1783346" y="91859"/>
                  </a:moveTo>
                  <a:lnTo>
                    <a:pt x="1778749" y="93230"/>
                  </a:lnTo>
                  <a:lnTo>
                    <a:pt x="1782622" y="94043"/>
                  </a:lnTo>
                  <a:lnTo>
                    <a:pt x="1783346" y="91859"/>
                  </a:lnTo>
                  <a:close/>
                </a:path>
                <a:path w="3413760" h="295909">
                  <a:moveTo>
                    <a:pt x="1783346" y="10998"/>
                  </a:moveTo>
                  <a:lnTo>
                    <a:pt x="1778749" y="12369"/>
                  </a:lnTo>
                  <a:lnTo>
                    <a:pt x="1782622" y="13182"/>
                  </a:lnTo>
                  <a:lnTo>
                    <a:pt x="1783346" y="10998"/>
                  </a:lnTo>
                  <a:close/>
                </a:path>
                <a:path w="3413760" h="295909">
                  <a:moveTo>
                    <a:pt x="1786420" y="243928"/>
                  </a:moveTo>
                  <a:lnTo>
                    <a:pt x="1783270" y="243039"/>
                  </a:lnTo>
                  <a:lnTo>
                    <a:pt x="1779803" y="244906"/>
                  </a:lnTo>
                  <a:lnTo>
                    <a:pt x="1786420" y="243928"/>
                  </a:lnTo>
                  <a:close/>
                </a:path>
                <a:path w="3413760" h="295909">
                  <a:moveTo>
                    <a:pt x="1786420" y="163080"/>
                  </a:moveTo>
                  <a:lnTo>
                    <a:pt x="1783270" y="162204"/>
                  </a:lnTo>
                  <a:lnTo>
                    <a:pt x="1779803" y="164058"/>
                  </a:lnTo>
                  <a:lnTo>
                    <a:pt x="1786420" y="163080"/>
                  </a:lnTo>
                  <a:close/>
                </a:path>
                <a:path w="3413760" h="295909">
                  <a:moveTo>
                    <a:pt x="1786420" y="82232"/>
                  </a:moveTo>
                  <a:lnTo>
                    <a:pt x="1783270" y="81343"/>
                  </a:lnTo>
                  <a:lnTo>
                    <a:pt x="1779803" y="83210"/>
                  </a:lnTo>
                  <a:lnTo>
                    <a:pt x="1786420" y="82232"/>
                  </a:lnTo>
                  <a:close/>
                </a:path>
                <a:path w="3413760" h="295909">
                  <a:moveTo>
                    <a:pt x="1786420" y="1371"/>
                  </a:moveTo>
                  <a:lnTo>
                    <a:pt x="1783270" y="482"/>
                  </a:lnTo>
                  <a:lnTo>
                    <a:pt x="1779803" y="2349"/>
                  </a:lnTo>
                  <a:lnTo>
                    <a:pt x="1786420" y="1371"/>
                  </a:lnTo>
                  <a:close/>
                </a:path>
                <a:path w="3413760" h="295909">
                  <a:moveTo>
                    <a:pt x="1786496" y="233349"/>
                  </a:moveTo>
                  <a:lnTo>
                    <a:pt x="1786420" y="226872"/>
                  </a:lnTo>
                  <a:lnTo>
                    <a:pt x="1785937" y="230035"/>
                  </a:lnTo>
                  <a:lnTo>
                    <a:pt x="1786496" y="233349"/>
                  </a:lnTo>
                  <a:close/>
                </a:path>
                <a:path w="3413760" h="295909">
                  <a:moveTo>
                    <a:pt x="1786496" y="152501"/>
                  </a:moveTo>
                  <a:lnTo>
                    <a:pt x="1786420" y="146024"/>
                  </a:lnTo>
                  <a:lnTo>
                    <a:pt x="1785937" y="149186"/>
                  </a:lnTo>
                  <a:lnTo>
                    <a:pt x="1786496" y="152501"/>
                  </a:lnTo>
                  <a:close/>
                </a:path>
                <a:path w="3413760" h="295909">
                  <a:moveTo>
                    <a:pt x="1786496" y="71640"/>
                  </a:moveTo>
                  <a:lnTo>
                    <a:pt x="1786420" y="65163"/>
                  </a:lnTo>
                  <a:lnTo>
                    <a:pt x="1785937" y="68313"/>
                  </a:lnTo>
                  <a:lnTo>
                    <a:pt x="1786496" y="71640"/>
                  </a:lnTo>
                  <a:close/>
                </a:path>
                <a:path w="3413760" h="295909">
                  <a:moveTo>
                    <a:pt x="1796211" y="265201"/>
                  </a:moveTo>
                  <a:lnTo>
                    <a:pt x="1794027" y="261315"/>
                  </a:lnTo>
                  <a:lnTo>
                    <a:pt x="1792084" y="262610"/>
                  </a:lnTo>
                  <a:lnTo>
                    <a:pt x="1796211" y="265201"/>
                  </a:lnTo>
                  <a:close/>
                </a:path>
                <a:path w="3413760" h="295909">
                  <a:moveTo>
                    <a:pt x="1796211" y="184353"/>
                  </a:moveTo>
                  <a:lnTo>
                    <a:pt x="1794027" y="180467"/>
                  </a:lnTo>
                  <a:lnTo>
                    <a:pt x="1792084" y="181762"/>
                  </a:lnTo>
                  <a:lnTo>
                    <a:pt x="1796211" y="184353"/>
                  </a:lnTo>
                  <a:close/>
                </a:path>
                <a:path w="3413760" h="295909">
                  <a:moveTo>
                    <a:pt x="1796211" y="103505"/>
                  </a:moveTo>
                  <a:lnTo>
                    <a:pt x="1794027" y="99618"/>
                  </a:lnTo>
                  <a:lnTo>
                    <a:pt x="1792084" y="100914"/>
                  </a:lnTo>
                  <a:lnTo>
                    <a:pt x="1796211" y="103505"/>
                  </a:lnTo>
                  <a:close/>
                </a:path>
                <a:path w="3413760" h="295909">
                  <a:moveTo>
                    <a:pt x="1796211" y="22644"/>
                  </a:moveTo>
                  <a:lnTo>
                    <a:pt x="1794027" y="18757"/>
                  </a:lnTo>
                  <a:lnTo>
                    <a:pt x="1792084" y="20053"/>
                  </a:lnTo>
                  <a:lnTo>
                    <a:pt x="1796211" y="22644"/>
                  </a:lnTo>
                  <a:close/>
                </a:path>
                <a:path w="3413760" h="295909">
                  <a:moveTo>
                    <a:pt x="1814156" y="285330"/>
                  </a:moveTo>
                  <a:lnTo>
                    <a:pt x="1813915" y="282981"/>
                  </a:lnTo>
                  <a:lnTo>
                    <a:pt x="1808264" y="286537"/>
                  </a:lnTo>
                  <a:lnTo>
                    <a:pt x="1814156" y="285330"/>
                  </a:lnTo>
                  <a:close/>
                </a:path>
                <a:path w="3413760" h="295909">
                  <a:moveTo>
                    <a:pt x="1814156" y="204482"/>
                  </a:moveTo>
                  <a:lnTo>
                    <a:pt x="1813915" y="202133"/>
                  </a:lnTo>
                  <a:lnTo>
                    <a:pt x="1808264" y="205689"/>
                  </a:lnTo>
                  <a:lnTo>
                    <a:pt x="1814156" y="204482"/>
                  </a:lnTo>
                  <a:close/>
                </a:path>
                <a:path w="3413760" h="295909">
                  <a:moveTo>
                    <a:pt x="1814156" y="123634"/>
                  </a:moveTo>
                  <a:lnTo>
                    <a:pt x="1813915" y="121285"/>
                  </a:lnTo>
                  <a:lnTo>
                    <a:pt x="1808264" y="124841"/>
                  </a:lnTo>
                  <a:lnTo>
                    <a:pt x="1814156" y="123634"/>
                  </a:lnTo>
                  <a:close/>
                </a:path>
                <a:path w="3413760" h="295909">
                  <a:moveTo>
                    <a:pt x="1814156" y="42773"/>
                  </a:moveTo>
                  <a:lnTo>
                    <a:pt x="1813915" y="40424"/>
                  </a:lnTo>
                  <a:lnTo>
                    <a:pt x="1808264" y="43980"/>
                  </a:lnTo>
                  <a:lnTo>
                    <a:pt x="1814156" y="42773"/>
                  </a:lnTo>
                  <a:close/>
                </a:path>
                <a:path w="3413760" h="295909">
                  <a:moveTo>
                    <a:pt x="1818360" y="273761"/>
                  </a:moveTo>
                  <a:lnTo>
                    <a:pt x="1817268" y="265595"/>
                  </a:lnTo>
                  <a:lnTo>
                    <a:pt x="1815211" y="265595"/>
                  </a:lnTo>
                  <a:lnTo>
                    <a:pt x="1818360" y="273761"/>
                  </a:lnTo>
                  <a:close/>
                </a:path>
                <a:path w="3413760" h="295909">
                  <a:moveTo>
                    <a:pt x="1818360" y="192925"/>
                  </a:moveTo>
                  <a:lnTo>
                    <a:pt x="1817268" y="184746"/>
                  </a:lnTo>
                  <a:lnTo>
                    <a:pt x="1815211" y="184746"/>
                  </a:lnTo>
                  <a:lnTo>
                    <a:pt x="1818360" y="192925"/>
                  </a:lnTo>
                  <a:close/>
                </a:path>
                <a:path w="3413760" h="295909">
                  <a:moveTo>
                    <a:pt x="1818360" y="112064"/>
                  </a:moveTo>
                  <a:lnTo>
                    <a:pt x="1817268" y="103898"/>
                  </a:lnTo>
                  <a:lnTo>
                    <a:pt x="1815211" y="103898"/>
                  </a:lnTo>
                  <a:lnTo>
                    <a:pt x="1818360" y="112064"/>
                  </a:lnTo>
                  <a:close/>
                </a:path>
                <a:path w="3413760" h="295909">
                  <a:moveTo>
                    <a:pt x="1818360" y="31216"/>
                  </a:moveTo>
                  <a:lnTo>
                    <a:pt x="1817268" y="23037"/>
                  </a:lnTo>
                  <a:lnTo>
                    <a:pt x="1815211" y="23037"/>
                  </a:lnTo>
                  <a:lnTo>
                    <a:pt x="1818360" y="31216"/>
                  </a:lnTo>
                  <a:close/>
                </a:path>
                <a:path w="3413760" h="295909">
                  <a:moveTo>
                    <a:pt x="1823770" y="293979"/>
                  </a:moveTo>
                  <a:lnTo>
                    <a:pt x="1819414" y="293014"/>
                  </a:lnTo>
                  <a:lnTo>
                    <a:pt x="1819160" y="295351"/>
                  </a:lnTo>
                  <a:lnTo>
                    <a:pt x="1823770" y="293979"/>
                  </a:lnTo>
                  <a:close/>
                </a:path>
                <a:path w="3413760" h="295909">
                  <a:moveTo>
                    <a:pt x="1823770" y="213131"/>
                  </a:moveTo>
                  <a:lnTo>
                    <a:pt x="1819414" y="212166"/>
                  </a:lnTo>
                  <a:lnTo>
                    <a:pt x="1819160" y="214503"/>
                  </a:lnTo>
                  <a:lnTo>
                    <a:pt x="1823770" y="213131"/>
                  </a:lnTo>
                  <a:close/>
                </a:path>
                <a:path w="3413760" h="295909">
                  <a:moveTo>
                    <a:pt x="1823770" y="132283"/>
                  </a:moveTo>
                  <a:lnTo>
                    <a:pt x="1819414" y="131318"/>
                  </a:lnTo>
                  <a:lnTo>
                    <a:pt x="1819160" y="133654"/>
                  </a:lnTo>
                  <a:lnTo>
                    <a:pt x="1823770" y="132283"/>
                  </a:lnTo>
                  <a:close/>
                </a:path>
                <a:path w="3413760" h="295909">
                  <a:moveTo>
                    <a:pt x="1823770" y="51422"/>
                  </a:moveTo>
                  <a:lnTo>
                    <a:pt x="1819414" y="50457"/>
                  </a:lnTo>
                  <a:lnTo>
                    <a:pt x="1819160" y="52806"/>
                  </a:lnTo>
                  <a:lnTo>
                    <a:pt x="1823770" y="51422"/>
                  </a:lnTo>
                  <a:close/>
                </a:path>
                <a:path w="3413760" h="295909">
                  <a:moveTo>
                    <a:pt x="1826856" y="284353"/>
                  </a:moveTo>
                  <a:lnTo>
                    <a:pt x="1823694" y="283464"/>
                  </a:lnTo>
                  <a:lnTo>
                    <a:pt x="1820227" y="285330"/>
                  </a:lnTo>
                  <a:lnTo>
                    <a:pt x="1826856" y="284353"/>
                  </a:lnTo>
                  <a:close/>
                </a:path>
                <a:path w="3413760" h="295909">
                  <a:moveTo>
                    <a:pt x="1826856" y="203504"/>
                  </a:moveTo>
                  <a:lnTo>
                    <a:pt x="1823694" y="202615"/>
                  </a:lnTo>
                  <a:lnTo>
                    <a:pt x="1820227" y="204482"/>
                  </a:lnTo>
                  <a:lnTo>
                    <a:pt x="1826856" y="203504"/>
                  </a:lnTo>
                  <a:close/>
                </a:path>
                <a:path w="3413760" h="295909">
                  <a:moveTo>
                    <a:pt x="1826856" y="122656"/>
                  </a:moveTo>
                  <a:lnTo>
                    <a:pt x="1823694" y="121767"/>
                  </a:lnTo>
                  <a:lnTo>
                    <a:pt x="1820227" y="123634"/>
                  </a:lnTo>
                  <a:lnTo>
                    <a:pt x="1826856" y="122656"/>
                  </a:lnTo>
                  <a:close/>
                </a:path>
                <a:path w="3413760" h="295909">
                  <a:moveTo>
                    <a:pt x="1826856" y="41795"/>
                  </a:moveTo>
                  <a:lnTo>
                    <a:pt x="1823694" y="40906"/>
                  </a:lnTo>
                  <a:lnTo>
                    <a:pt x="1820227" y="42773"/>
                  </a:lnTo>
                  <a:lnTo>
                    <a:pt x="1826856" y="41795"/>
                  </a:lnTo>
                  <a:close/>
                </a:path>
                <a:path w="3413760" h="295909">
                  <a:moveTo>
                    <a:pt x="1838490" y="233349"/>
                  </a:moveTo>
                  <a:lnTo>
                    <a:pt x="1838058" y="229463"/>
                  </a:lnTo>
                  <a:lnTo>
                    <a:pt x="1835746" y="229463"/>
                  </a:lnTo>
                  <a:lnTo>
                    <a:pt x="1838490" y="233349"/>
                  </a:lnTo>
                  <a:close/>
                </a:path>
                <a:path w="3413760" h="295909">
                  <a:moveTo>
                    <a:pt x="1838490" y="152501"/>
                  </a:moveTo>
                  <a:lnTo>
                    <a:pt x="1838058" y="148615"/>
                  </a:lnTo>
                  <a:lnTo>
                    <a:pt x="1835746" y="148615"/>
                  </a:lnTo>
                  <a:lnTo>
                    <a:pt x="1838490" y="152501"/>
                  </a:lnTo>
                  <a:close/>
                </a:path>
                <a:path w="3413760" h="295909">
                  <a:moveTo>
                    <a:pt x="1838490" y="71640"/>
                  </a:moveTo>
                  <a:lnTo>
                    <a:pt x="1838058" y="67754"/>
                  </a:lnTo>
                  <a:lnTo>
                    <a:pt x="1835746" y="67754"/>
                  </a:lnTo>
                  <a:lnTo>
                    <a:pt x="1838490" y="71640"/>
                  </a:lnTo>
                  <a:close/>
                </a:path>
                <a:path w="3413760" h="295909">
                  <a:moveTo>
                    <a:pt x="1854568" y="244906"/>
                  </a:moveTo>
                  <a:lnTo>
                    <a:pt x="1854339" y="242557"/>
                  </a:lnTo>
                  <a:lnTo>
                    <a:pt x="1848688" y="246113"/>
                  </a:lnTo>
                  <a:lnTo>
                    <a:pt x="1854568" y="244906"/>
                  </a:lnTo>
                  <a:close/>
                </a:path>
                <a:path w="3413760" h="295909">
                  <a:moveTo>
                    <a:pt x="1854568" y="164058"/>
                  </a:moveTo>
                  <a:lnTo>
                    <a:pt x="1854339" y="161709"/>
                  </a:lnTo>
                  <a:lnTo>
                    <a:pt x="1848688" y="165265"/>
                  </a:lnTo>
                  <a:lnTo>
                    <a:pt x="1854568" y="164058"/>
                  </a:lnTo>
                  <a:close/>
                </a:path>
                <a:path w="3413760" h="295909">
                  <a:moveTo>
                    <a:pt x="1854568" y="83210"/>
                  </a:moveTo>
                  <a:lnTo>
                    <a:pt x="1854339" y="80873"/>
                  </a:lnTo>
                  <a:lnTo>
                    <a:pt x="1848688" y="84416"/>
                  </a:lnTo>
                  <a:lnTo>
                    <a:pt x="1854568" y="83210"/>
                  </a:lnTo>
                  <a:close/>
                </a:path>
                <a:path w="3413760" h="295909">
                  <a:moveTo>
                    <a:pt x="1854568" y="2349"/>
                  </a:moveTo>
                  <a:lnTo>
                    <a:pt x="1854339" y="0"/>
                  </a:lnTo>
                  <a:lnTo>
                    <a:pt x="1848688" y="3556"/>
                  </a:lnTo>
                  <a:lnTo>
                    <a:pt x="1854568" y="2349"/>
                  </a:lnTo>
                  <a:close/>
                </a:path>
                <a:path w="3413760" h="295909">
                  <a:moveTo>
                    <a:pt x="1855406" y="252577"/>
                  </a:moveTo>
                  <a:lnTo>
                    <a:pt x="1851025" y="253555"/>
                  </a:lnTo>
                  <a:lnTo>
                    <a:pt x="1851748" y="255739"/>
                  </a:lnTo>
                  <a:lnTo>
                    <a:pt x="1855406" y="252577"/>
                  </a:lnTo>
                  <a:close/>
                </a:path>
                <a:path w="3413760" h="295909">
                  <a:moveTo>
                    <a:pt x="1855406" y="171742"/>
                  </a:moveTo>
                  <a:lnTo>
                    <a:pt x="1851025" y="172707"/>
                  </a:lnTo>
                  <a:lnTo>
                    <a:pt x="1851748" y="174891"/>
                  </a:lnTo>
                  <a:lnTo>
                    <a:pt x="1855406" y="171742"/>
                  </a:lnTo>
                  <a:close/>
                </a:path>
                <a:path w="3413760" h="295909">
                  <a:moveTo>
                    <a:pt x="1855406" y="90881"/>
                  </a:moveTo>
                  <a:lnTo>
                    <a:pt x="1851025" y="91859"/>
                  </a:lnTo>
                  <a:lnTo>
                    <a:pt x="1851748" y="94043"/>
                  </a:lnTo>
                  <a:lnTo>
                    <a:pt x="1855406" y="90881"/>
                  </a:lnTo>
                  <a:close/>
                </a:path>
                <a:path w="3413760" h="295909">
                  <a:moveTo>
                    <a:pt x="1855406" y="10033"/>
                  </a:moveTo>
                  <a:lnTo>
                    <a:pt x="1851025" y="10998"/>
                  </a:lnTo>
                  <a:lnTo>
                    <a:pt x="1851748" y="13182"/>
                  </a:lnTo>
                  <a:lnTo>
                    <a:pt x="1855406" y="10033"/>
                  </a:lnTo>
                  <a:close/>
                </a:path>
                <a:path w="3413760" h="295909">
                  <a:moveTo>
                    <a:pt x="1864194" y="253555"/>
                  </a:moveTo>
                  <a:lnTo>
                    <a:pt x="1859584" y="254927"/>
                  </a:lnTo>
                  <a:lnTo>
                    <a:pt x="1863471" y="255739"/>
                  </a:lnTo>
                  <a:lnTo>
                    <a:pt x="1864194" y="253555"/>
                  </a:lnTo>
                  <a:close/>
                </a:path>
                <a:path w="3413760" h="295909">
                  <a:moveTo>
                    <a:pt x="1864194" y="172707"/>
                  </a:moveTo>
                  <a:lnTo>
                    <a:pt x="1859584" y="174078"/>
                  </a:lnTo>
                  <a:lnTo>
                    <a:pt x="1863471" y="174891"/>
                  </a:lnTo>
                  <a:lnTo>
                    <a:pt x="1864194" y="172707"/>
                  </a:lnTo>
                  <a:close/>
                </a:path>
                <a:path w="3413760" h="295909">
                  <a:moveTo>
                    <a:pt x="1864194" y="91859"/>
                  </a:moveTo>
                  <a:lnTo>
                    <a:pt x="1859584" y="93230"/>
                  </a:lnTo>
                  <a:lnTo>
                    <a:pt x="1863471" y="94043"/>
                  </a:lnTo>
                  <a:lnTo>
                    <a:pt x="1864194" y="91859"/>
                  </a:lnTo>
                  <a:close/>
                </a:path>
                <a:path w="3413760" h="295909">
                  <a:moveTo>
                    <a:pt x="1864194" y="10998"/>
                  </a:moveTo>
                  <a:lnTo>
                    <a:pt x="1859584" y="12369"/>
                  </a:lnTo>
                  <a:lnTo>
                    <a:pt x="1863471" y="13182"/>
                  </a:lnTo>
                  <a:lnTo>
                    <a:pt x="1864194" y="10998"/>
                  </a:lnTo>
                  <a:close/>
                </a:path>
                <a:path w="3413760" h="295909">
                  <a:moveTo>
                    <a:pt x="1867281" y="243928"/>
                  </a:moveTo>
                  <a:lnTo>
                    <a:pt x="1864118" y="243039"/>
                  </a:lnTo>
                  <a:lnTo>
                    <a:pt x="1860651" y="244906"/>
                  </a:lnTo>
                  <a:lnTo>
                    <a:pt x="1867281" y="243928"/>
                  </a:lnTo>
                  <a:close/>
                </a:path>
                <a:path w="3413760" h="295909">
                  <a:moveTo>
                    <a:pt x="1867281" y="163080"/>
                  </a:moveTo>
                  <a:lnTo>
                    <a:pt x="1864118" y="162204"/>
                  </a:lnTo>
                  <a:lnTo>
                    <a:pt x="1860651" y="164058"/>
                  </a:lnTo>
                  <a:lnTo>
                    <a:pt x="1867281" y="163080"/>
                  </a:lnTo>
                  <a:close/>
                </a:path>
                <a:path w="3413760" h="295909">
                  <a:moveTo>
                    <a:pt x="1867281" y="82232"/>
                  </a:moveTo>
                  <a:lnTo>
                    <a:pt x="1864118" y="81343"/>
                  </a:lnTo>
                  <a:lnTo>
                    <a:pt x="1860651" y="83210"/>
                  </a:lnTo>
                  <a:lnTo>
                    <a:pt x="1867281" y="82232"/>
                  </a:lnTo>
                  <a:close/>
                </a:path>
                <a:path w="3413760" h="295909">
                  <a:moveTo>
                    <a:pt x="1867281" y="1371"/>
                  </a:moveTo>
                  <a:lnTo>
                    <a:pt x="1864118" y="482"/>
                  </a:lnTo>
                  <a:lnTo>
                    <a:pt x="1860651" y="2349"/>
                  </a:lnTo>
                  <a:lnTo>
                    <a:pt x="1867281" y="1371"/>
                  </a:lnTo>
                  <a:close/>
                </a:path>
                <a:path w="3413760" h="295909">
                  <a:moveTo>
                    <a:pt x="1867357" y="233349"/>
                  </a:moveTo>
                  <a:lnTo>
                    <a:pt x="1867281" y="226872"/>
                  </a:lnTo>
                  <a:lnTo>
                    <a:pt x="1866785" y="230035"/>
                  </a:lnTo>
                  <a:lnTo>
                    <a:pt x="1867357" y="233349"/>
                  </a:lnTo>
                  <a:close/>
                </a:path>
                <a:path w="3413760" h="295909">
                  <a:moveTo>
                    <a:pt x="1867357" y="152501"/>
                  </a:moveTo>
                  <a:lnTo>
                    <a:pt x="1867281" y="146024"/>
                  </a:lnTo>
                  <a:lnTo>
                    <a:pt x="1866785" y="149186"/>
                  </a:lnTo>
                  <a:lnTo>
                    <a:pt x="1867357" y="152501"/>
                  </a:lnTo>
                  <a:close/>
                </a:path>
                <a:path w="3413760" h="295909">
                  <a:moveTo>
                    <a:pt x="1867357" y="71640"/>
                  </a:moveTo>
                  <a:lnTo>
                    <a:pt x="1867281" y="65163"/>
                  </a:lnTo>
                  <a:lnTo>
                    <a:pt x="1866785" y="68313"/>
                  </a:lnTo>
                  <a:lnTo>
                    <a:pt x="1867357" y="71640"/>
                  </a:lnTo>
                  <a:close/>
                </a:path>
                <a:path w="3413760" h="295909">
                  <a:moveTo>
                    <a:pt x="1877047" y="265201"/>
                  </a:moveTo>
                  <a:lnTo>
                    <a:pt x="1874875" y="261315"/>
                  </a:lnTo>
                  <a:lnTo>
                    <a:pt x="1872932" y="262610"/>
                  </a:lnTo>
                  <a:lnTo>
                    <a:pt x="1877047" y="265201"/>
                  </a:lnTo>
                  <a:close/>
                </a:path>
                <a:path w="3413760" h="295909">
                  <a:moveTo>
                    <a:pt x="1877047" y="184353"/>
                  </a:moveTo>
                  <a:lnTo>
                    <a:pt x="1874875" y="180467"/>
                  </a:lnTo>
                  <a:lnTo>
                    <a:pt x="1872932" y="181762"/>
                  </a:lnTo>
                  <a:lnTo>
                    <a:pt x="1877047" y="184353"/>
                  </a:lnTo>
                  <a:close/>
                </a:path>
                <a:path w="3413760" h="295909">
                  <a:moveTo>
                    <a:pt x="1877047" y="103505"/>
                  </a:moveTo>
                  <a:lnTo>
                    <a:pt x="1874875" y="99618"/>
                  </a:lnTo>
                  <a:lnTo>
                    <a:pt x="1872932" y="100914"/>
                  </a:lnTo>
                  <a:lnTo>
                    <a:pt x="1877047" y="103505"/>
                  </a:lnTo>
                  <a:close/>
                </a:path>
                <a:path w="3413760" h="295909">
                  <a:moveTo>
                    <a:pt x="1877047" y="22644"/>
                  </a:moveTo>
                  <a:lnTo>
                    <a:pt x="1874875" y="18757"/>
                  </a:lnTo>
                  <a:lnTo>
                    <a:pt x="1872932" y="20053"/>
                  </a:lnTo>
                  <a:lnTo>
                    <a:pt x="1877047" y="22644"/>
                  </a:lnTo>
                  <a:close/>
                </a:path>
                <a:path w="3413760" h="295909">
                  <a:moveTo>
                    <a:pt x="1895017" y="285330"/>
                  </a:moveTo>
                  <a:lnTo>
                    <a:pt x="1894763" y="282981"/>
                  </a:lnTo>
                  <a:lnTo>
                    <a:pt x="1889099" y="286537"/>
                  </a:lnTo>
                  <a:lnTo>
                    <a:pt x="1895017" y="285330"/>
                  </a:lnTo>
                  <a:close/>
                </a:path>
                <a:path w="3413760" h="295909">
                  <a:moveTo>
                    <a:pt x="1895017" y="204482"/>
                  </a:moveTo>
                  <a:lnTo>
                    <a:pt x="1894763" y="202133"/>
                  </a:lnTo>
                  <a:lnTo>
                    <a:pt x="1889099" y="205689"/>
                  </a:lnTo>
                  <a:lnTo>
                    <a:pt x="1895017" y="204482"/>
                  </a:lnTo>
                  <a:close/>
                </a:path>
                <a:path w="3413760" h="295909">
                  <a:moveTo>
                    <a:pt x="1895017" y="123634"/>
                  </a:moveTo>
                  <a:lnTo>
                    <a:pt x="1894763" y="121285"/>
                  </a:lnTo>
                  <a:lnTo>
                    <a:pt x="1889099" y="124841"/>
                  </a:lnTo>
                  <a:lnTo>
                    <a:pt x="1895017" y="123634"/>
                  </a:lnTo>
                  <a:close/>
                </a:path>
                <a:path w="3413760" h="295909">
                  <a:moveTo>
                    <a:pt x="1895017" y="42773"/>
                  </a:moveTo>
                  <a:lnTo>
                    <a:pt x="1894763" y="40424"/>
                  </a:lnTo>
                  <a:lnTo>
                    <a:pt x="1889099" y="43980"/>
                  </a:lnTo>
                  <a:lnTo>
                    <a:pt x="1895017" y="42773"/>
                  </a:lnTo>
                  <a:close/>
                </a:path>
                <a:path w="3413760" h="295909">
                  <a:moveTo>
                    <a:pt x="1899208" y="273761"/>
                  </a:moveTo>
                  <a:lnTo>
                    <a:pt x="1898129" y="265595"/>
                  </a:lnTo>
                  <a:lnTo>
                    <a:pt x="1896059" y="265595"/>
                  </a:lnTo>
                  <a:lnTo>
                    <a:pt x="1899208" y="273761"/>
                  </a:lnTo>
                  <a:close/>
                </a:path>
                <a:path w="3413760" h="295909">
                  <a:moveTo>
                    <a:pt x="1899208" y="192925"/>
                  </a:moveTo>
                  <a:lnTo>
                    <a:pt x="1898129" y="184746"/>
                  </a:lnTo>
                  <a:lnTo>
                    <a:pt x="1896059" y="184746"/>
                  </a:lnTo>
                  <a:lnTo>
                    <a:pt x="1899208" y="192925"/>
                  </a:lnTo>
                  <a:close/>
                </a:path>
                <a:path w="3413760" h="295909">
                  <a:moveTo>
                    <a:pt x="1899208" y="112064"/>
                  </a:moveTo>
                  <a:lnTo>
                    <a:pt x="1898129" y="103898"/>
                  </a:lnTo>
                  <a:lnTo>
                    <a:pt x="1896059" y="103898"/>
                  </a:lnTo>
                  <a:lnTo>
                    <a:pt x="1899208" y="112064"/>
                  </a:lnTo>
                  <a:close/>
                </a:path>
                <a:path w="3413760" h="295909">
                  <a:moveTo>
                    <a:pt x="1899208" y="31216"/>
                  </a:moveTo>
                  <a:lnTo>
                    <a:pt x="1898129" y="23037"/>
                  </a:lnTo>
                  <a:lnTo>
                    <a:pt x="1896059" y="23037"/>
                  </a:lnTo>
                  <a:lnTo>
                    <a:pt x="1899208" y="31216"/>
                  </a:lnTo>
                  <a:close/>
                </a:path>
                <a:path w="3413760" h="295909">
                  <a:moveTo>
                    <a:pt x="1904631" y="293979"/>
                  </a:moveTo>
                  <a:lnTo>
                    <a:pt x="1900262" y="293014"/>
                  </a:lnTo>
                  <a:lnTo>
                    <a:pt x="1900021" y="295351"/>
                  </a:lnTo>
                  <a:lnTo>
                    <a:pt x="1904631" y="293979"/>
                  </a:lnTo>
                  <a:close/>
                </a:path>
                <a:path w="3413760" h="295909">
                  <a:moveTo>
                    <a:pt x="1904631" y="213131"/>
                  </a:moveTo>
                  <a:lnTo>
                    <a:pt x="1900262" y="212166"/>
                  </a:lnTo>
                  <a:lnTo>
                    <a:pt x="1900021" y="214503"/>
                  </a:lnTo>
                  <a:lnTo>
                    <a:pt x="1904631" y="213131"/>
                  </a:lnTo>
                  <a:close/>
                </a:path>
                <a:path w="3413760" h="295909">
                  <a:moveTo>
                    <a:pt x="1904631" y="132283"/>
                  </a:moveTo>
                  <a:lnTo>
                    <a:pt x="1900262" y="131318"/>
                  </a:lnTo>
                  <a:lnTo>
                    <a:pt x="1900021" y="133654"/>
                  </a:lnTo>
                  <a:lnTo>
                    <a:pt x="1904631" y="132283"/>
                  </a:lnTo>
                  <a:close/>
                </a:path>
                <a:path w="3413760" h="295909">
                  <a:moveTo>
                    <a:pt x="1904631" y="51422"/>
                  </a:moveTo>
                  <a:lnTo>
                    <a:pt x="1900262" y="50457"/>
                  </a:lnTo>
                  <a:lnTo>
                    <a:pt x="1900021" y="52806"/>
                  </a:lnTo>
                  <a:lnTo>
                    <a:pt x="1904631" y="51422"/>
                  </a:lnTo>
                  <a:close/>
                </a:path>
                <a:path w="3413760" h="295909">
                  <a:moveTo>
                    <a:pt x="1907705" y="284353"/>
                  </a:moveTo>
                  <a:lnTo>
                    <a:pt x="1904555" y="283464"/>
                  </a:lnTo>
                  <a:lnTo>
                    <a:pt x="1901063" y="285330"/>
                  </a:lnTo>
                  <a:lnTo>
                    <a:pt x="1907705" y="284353"/>
                  </a:lnTo>
                  <a:close/>
                </a:path>
                <a:path w="3413760" h="295909">
                  <a:moveTo>
                    <a:pt x="1907705" y="203504"/>
                  </a:moveTo>
                  <a:lnTo>
                    <a:pt x="1904555" y="202615"/>
                  </a:lnTo>
                  <a:lnTo>
                    <a:pt x="1901063" y="204482"/>
                  </a:lnTo>
                  <a:lnTo>
                    <a:pt x="1907705" y="203504"/>
                  </a:lnTo>
                  <a:close/>
                </a:path>
                <a:path w="3413760" h="295909">
                  <a:moveTo>
                    <a:pt x="1907705" y="122656"/>
                  </a:moveTo>
                  <a:lnTo>
                    <a:pt x="1904555" y="121767"/>
                  </a:lnTo>
                  <a:lnTo>
                    <a:pt x="1901063" y="123634"/>
                  </a:lnTo>
                  <a:lnTo>
                    <a:pt x="1907705" y="122656"/>
                  </a:lnTo>
                  <a:close/>
                </a:path>
                <a:path w="3413760" h="295909">
                  <a:moveTo>
                    <a:pt x="1907705" y="41795"/>
                  </a:moveTo>
                  <a:lnTo>
                    <a:pt x="1904555" y="40906"/>
                  </a:lnTo>
                  <a:lnTo>
                    <a:pt x="1901063" y="42773"/>
                  </a:lnTo>
                  <a:lnTo>
                    <a:pt x="1907705" y="41795"/>
                  </a:lnTo>
                  <a:close/>
                </a:path>
                <a:path w="3413760" h="295909">
                  <a:moveTo>
                    <a:pt x="1919351" y="233349"/>
                  </a:moveTo>
                  <a:lnTo>
                    <a:pt x="1918919" y="229463"/>
                  </a:lnTo>
                  <a:lnTo>
                    <a:pt x="1916582" y="229463"/>
                  </a:lnTo>
                  <a:lnTo>
                    <a:pt x="1919351" y="233349"/>
                  </a:lnTo>
                  <a:close/>
                </a:path>
                <a:path w="3413760" h="295909">
                  <a:moveTo>
                    <a:pt x="1919351" y="152501"/>
                  </a:moveTo>
                  <a:lnTo>
                    <a:pt x="1918919" y="148615"/>
                  </a:lnTo>
                  <a:lnTo>
                    <a:pt x="1916582" y="148615"/>
                  </a:lnTo>
                  <a:lnTo>
                    <a:pt x="1919351" y="152501"/>
                  </a:lnTo>
                  <a:close/>
                </a:path>
                <a:path w="3413760" h="295909">
                  <a:moveTo>
                    <a:pt x="1919351" y="71640"/>
                  </a:moveTo>
                  <a:lnTo>
                    <a:pt x="1918919" y="67754"/>
                  </a:lnTo>
                  <a:lnTo>
                    <a:pt x="1916582" y="67754"/>
                  </a:lnTo>
                  <a:lnTo>
                    <a:pt x="1919351" y="71640"/>
                  </a:lnTo>
                  <a:close/>
                </a:path>
                <a:path w="3413760" h="295909">
                  <a:moveTo>
                    <a:pt x="1935441" y="244906"/>
                  </a:moveTo>
                  <a:lnTo>
                    <a:pt x="1935187" y="242557"/>
                  </a:lnTo>
                  <a:lnTo>
                    <a:pt x="1929523" y="246113"/>
                  </a:lnTo>
                  <a:lnTo>
                    <a:pt x="1935441" y="244906"/>
                  </a:lnTo>
                  <a:close/>
                </a:path>
                <a:path w="3413760" h="295909">
                  <a:moveTo>
                    <a:pt x="1935441" y="164058"/>
                  </a:moveTo>
                  <a:lnTo>
                    <a:pt x="1935187" y="161709"/>
                  </a:lnTo>
                  <a:lnTo>
                    <a:pt x="1929523" y="165265"/>
                  </a:lnTo>
                  <a:lnTo>
                    <a:pt x="1935441" y="164058"/>
                  </a:lnTo>
                  <a:close/>
                </a:path>
                <a:path w="3413760" h="295909">
                  <a:moveTo>
                    <a:pt x="1935441" y="83210"/>
                  </a:moveTo>
                  <a:lnTo>
                    <a:pt x="1935187" y="80873"/>
                  </a:lnTo>
                  <a:lnTo>
                    <a:pt x="1929523" y="84416"/>
                  </a:lnTo>
                  <a:lnTo>
                    <a:pt x="1935441" y="83210"/>
                  </a:lnTo>
                  <a:close/>
                </a:path>
                <a:path w="3413760" h="295909">
                  <a:moveTo>
                    <a:pt x="1935441" y="2349"/>
                  </a:moveTo>
                  <a:lnTo>
                    <a:pt x="1935187" y="0"/>
                  </a:lnTo>
                  <a:lnTo>
                    <a:pt x="1929523" y="3556"/>
                  </a:lnTo>
                  <a:lnTo>
                    <a:pt x="1935441" y="2349"/>
                  </a:lnTo>
                  <a:close/>
                </a:path>
                <a:path w="3413760" h="295909">
                  <a:moveTo>
                    <a:pt x="1936242" y="252577"/>
                  </a:moveTo>
                  <a:lnTo>
                    <a:pt x="1931873" y="253555"/>
                  </a:lnTo>
                  <a:lnTo>
                    <a:pt x="1932597" y="255739"/>
                  </a:lnTo>
                  <a:lnTo>
                    <a:pt x="1936242" y="252577"/>
                  </a:lnTo>
                  <a:close/>
                </a:path>
                <a:path w="3413760" h="295909">
                  <a:moveTo>
                    <a:pt x="1936242" y="171742"/>
                  </a:moveTo>
                  <a:lnTo>
                    <a:pt x="1931873" y="172707"/>
                  </a:lnTo>
                  <a:lnTo>
                    <a:pt x="1932597" y="174891"/>
                  </a:lnTo>
                  <a:lnTo>
                    <a:pt x="1936242" y="171742"/>
                  </a:lnTo>
                  <a:close/>
                </a:path>
                <a:path w="3413760" h="295909">
                  <a:moveTo>
                    <a:pt x="1936242" y="90881"/>
                  </a:moveTo>
                  <a:lnTo>
                    <a:pt x="1931873" y="91859"/>
                  </a:lnTo>
                  <a:lnTo>
                    <a:pt x="1932597" y="94043"/>
                  </a:lnTo>
                  <a:lnTo>
                    <a:pt x="1936242" y="90881"/>
                  </a:lnTo>
                  <a:close/>
                </a:path>
                <a:path w="3413760" h="295909">
                  <a:moveTo>
                    <a:pt x="1936242" y="10033"/>
                  </a:moveTo>
                  <a:lnTo>
                    <a:pt x="1931873" y="10998"/>
                  </a:lnTo>
                  <a:lnTo>
                    <a:pt x="1932597" y="13182"/>
                  </a:lnTo>
                  <a:lnTo>
                    <a:pt x="1936242" y="10033"/>
                  </a:lnTo>
                  <a:close/>
                </a:path>
                <a:path w="3413760" h="295909">
                  <a:moveTo>
                    <a:pt x="1945055" y="253555"/>
                  </a:moveTo>
                  <a:lnTo>
                    <a:pt x="1940445" y="254927"/>
                  </a:lnTo>
                  <a:lnTo>
                    <a:pt x="1944319" y="255739"/>
                  </a:lnTo>
                  <a:lnTo>
                    <a:pt x="1945055" y="253555"/>
                  </a:lnTo>
                  <a:close/>
                </a:path>
                <a:path w="3413760" h="295909">
                  <a:moveTo>
                    <a:pt x="1945055" y="172707"/>
                  </a:moveTo>
                  <a:lnTo>
                    <a:pt x="1940445" y="174078"/>
                  </a:lnTo>
                  <a:lnTo>
                    <a:pt x="1944319" y="174891"/>
                  </a:lnTo>
                  <a:lnTo>
                    <a:pt x="1945055" y="172707"/>
                  </a:lnTo>
                  <a:close/>
                </a:path>
                <a:path w="3413760" h="295909">
                  <a:moveTo>
                    <a:pt x="1945055" y="91859"/>
                  </a:moveTo>
                  <a:lnTo>
                    <a:pt x="1940445" y="93230"/>
                  </a:lnTo>
                  <a:lnTo>
                    <a:pt x="1944319" y="94043"/>
                  </a:lnTo>
                  <a:lnTo>
                    <a:pt x="1945055" y="91859"/>
                  </a:lnTo>
                  <a:close/>
                </a:path>
                <a:path w="3413760" h="295909">
                  <a:moveTo>
                    <a:pt x="1945055" y="10998"/>
                  </a:moveTo>
                  <a:lnTo>
                    <a:pt x="1940445" y="12369"/>
                  </a:lnTo>
                  <a:lnTo>
                    <a:pt x="1944319" y="13182"/>
                  </a:lnTo>
                  <a:lnTo>
                    <a:pt x="1945055" y="10998"/>
                  </a:lnTo>
                  <a:close/>
                </a:path>
                <a:path w="3413760" h="295909">
                  <a:moveTo>
                    <a:pt x="1948129" y="243928"/>
                  </a:moveTo>
                  <a:lnTo>
                    <a:pt x="1944979" y="243039"/>
                  </a:lnTo>
                  <a:lnTo>
                    <a:pt x="1941499" y="244906"/>
                  </a:lnTo>
                  <a:lnTo>
                    <a:pt x="1948129" y="243928"/>
                  </a:lnTo>
                  <a:close/>
                </a:path>
                <a:path w="3413760" h="295909">
                  <a:moveTo>
                    <a:pt x="1948129" y="163080"/>
                  </a:moveTo>
                  <a:lnTo>
                    <a:pt x="1944979" y="162204"/>
                  </a:lnTo>
                  <a:lnTo>
                    <a:pt x="1941499" y="164058"/>
                  </a:lnTo>
                  <a:lnTo>
                    <a:pt x="1948129" y="163080"/>
                  </a:lnTo>
                  <a:close/>
                </a:path>
                <a:path w="3413760" h="295909">
                  <a:moveTo>
                    <a:pt x="1948129" y="82232"/>
                  </a:moveTo>
                  <a:lnTo>
                    <a:pt x="1944979" y="81343"/>
                  </a:lnTo>
                  <a:lnTo>
                    <a:pt x="1941499" y="83210"/>
                  </a:lnTo>
                  <a:lnTo>
                    <a:pt x="1948129" y="82232"/>
                  </a:lnTo>
                  <a:close/>
                </a:path>
                <a:path w="3413760" h="295909">
                  <a:moveTo>
                    <a:pt x="1948129" y="1371"/>
                  </a:moveTo>
                  <a:lnTo>
                    <a:pt x="1944979" y="482"/>
                  </a:lnTo>
                  <a:lnTo>
                    <a:pt x="1941499" y="2349"/>
                  </a:lnTo>
                  <a:lnTo>
                    <a:pt x="1948129" y="1371"/>
                  </a:lnTo>
                  <a:close/>
                </a:path>
                <a:path w="3413760" h="295909">
                  <a:moveTo>
                    <a:pt x="1948205" y="233349"/>
                  </a:moveTo>
                  <a:lnTo>
                    <a:pt x="1948129" y="226872"/>
                  </a:lnTo>
                  <a:lnTo>
                    <a:pt x="1947633" y="230035"/>
                  </a:lnTo>
                  <a:lnTo>
                    <a:pt x="1948205" y="233349"/>
                  </a:lnTo>
                  <a:close/>
                </a:path>
                <a:path w="3413760" h="295909">
                  <a:moveTo>
                    <a:pt x="1948205" y="152501"/>
                  </a:moveTo>
                  <a:lnTo>
                    <a:pt x="1948129" y="146024"/>
                  </a:lnTo>
                  <a:lnTo>
                    <a:pt x="1947633" y="149186"/>
                  </a:lnTo>
                  <a:lnTo>
                    <a:pt x="1948205" y="152501"/>
                  </a:lnTo>
                  <a:close/>
                </a:path>
                <a:path w="3413760" h="295909">
                  <a:moveTo>
                    <a:pt x="1948205" y="71640"/>
                  </a:moveTo>
                  <a:lnTo>
                    <a:pt x="1948129" y="65163"/>
                  </a:lnTo>
                  <a:lnTo>
                    <a:pt x="1947633" y="68313"/>
                  </a:lnTo>
                  <a:lnTo>
                    <a:pt x="1948205" y="71640"/>
                  </a:lnTo>
                  <a:close/>
                </a:path>
                <a:path w="3413760" h="295909">
                  <a:moveTo>
                    <a:pt x="1957908" y="265201"/>
                  </a:moveTo>
                  <a:lnTo>
                    <a:pt x="1955723" y="261315"/>
                  </a:lnTo>
                  <a:lnTo>
                    <a:pt x="1953793" y="262610"/>
                  </a:lnTo>
                  <a:lnTo>
                    <a:pt x="1957908" y="265201"/>
                  </a:lnTo>
                  <a:close/>
                </a:path>
                <a:path w="3413760" h="295909">
                  <a:moveTo>
                    <a:pt x="1957908" y="184353"/>
                  </a:moveTo>
                  <a:lnTo>
                    <a:pt x="1955723" y="180467"/>
                  </a:lnTo>
                  <a:lnTo>
                    <a:pt x="1953793" y="181762"/>
                  </a:lnTo>
                  <a:lnTo>
                    <a:pt x="1957908" y="184353"/>
                  </a:lnTo>
                  <a:close/>
                </a:path>
                <a:path w="3413760" h="295909">
                  <a:moveTo>
                    <a:pt x="1957908" y="103505"/>
                  </a:moveTo>
                  <a:lnTo>
                    <a:pt x="1955723" y="99618"/>
                  </a:lnTo>
                  <a:lnTo>
                    <a:pt x="1953793" y="100914"/>
                  </a:lnTo>
                  <a:lnTo>
                    <a:pt x="1957908" y="103505"/>
                  </a:lnTo>
                  <a:close/>
                </a:path>
                <a:path w="3413760" h="295909">
                  <a:moveTo>
                    <a:pt x="1957908" y="22644"/>
                  </a:moveTo>
                  <a:lnTo>
                    <a:pt x="1955723" y="18757"/>
                  </a:lnTo>
                  <a:lnTo>
                    <a:pt x="1953793" y="20053"/>
                  </a:lnTo>
                  <a:lnTo>
                    <a:pt x="1957908" y="22644"/>
                  </a:lnTo>
                  <a:close/>
                </a:path>
                <a:path w="3413760" h="295909">
                  <a:moveTo>
                    <a:pt x="1975866" y="285330"/>
                  </a:moveTo>
                  <a:lnTo>
                    <a:pt x="1975612" y="282981"/>
                  </a:lnTo>
                  <a:lnTo>
                    <a:pt x="1969960" y="286537"/>
                  </a:lnTo>
                  <a:lnTo>
                    <a:pt x="1975866" y="285330"/>
                  </a:lnTo>
                  <a:close/>
                </a:path>
                <a:path w="3413760" h="295909">
                  <a:moveTo>
                    <a:pt x="1975866" y="204482"/>
                  </a:moveTo>
                  <a:lnTo>
                    <a:pt x="1975612" y="202133"/>
                  </a:lnTo>
                  <a:lnTo>
                    <a:pt x="1969960" y="205689"/>
                  </a:lnTo>
                  <a:lnTo>
                    <a:pt x="1975866" y="204482"/>
                  </a:lnTo>
                  <a:close/>
                </a:path>
                <a:path w="3413760" h="295909">
                  <a:moveTo>
                    <a:pt x="1975866" y="123634"/>
                  </a:moveTo>
                  <a:lnTo>
                    <a:pt x="1975612" y="121285"/>
                  </a:lnTo>
                  <a:lnTo>
                    <a:pt x="1969960" y="124841"/>
                  </a:lnTo>
                  <a:lnTo>
                    <a:pt x="1975866" y="123634"/>
                  </a:lnTo>
                  <a:close/>
                </a:path>
                <a:path w="3413760" h="295909">
                  <a:moveTo>
                    <a:pt x="1975866" y="42773"/>
                  </a:moveTo>
                  <a:lnTo>
                    <a:pt x="1975612" y="40424"/>
                  </a:lnTo>
                  <a:lnTo>
                    <a:pt x="1969960" y="43980"/>
                  </a:lnTo>
                  <a:lnTo>
                    <a:pt x="1975866" y="42773"/>
                  </a:lnTo>
                  <a:close/>
                </a:path>
                <a:path w="3413760" h="295909">
                  <a:moveTo>
                    <a:pt x="1980069" y="273761"/>
                  </a:moveTo>
                  <a:lnTo>
                    <a:pt x="1978964" y="265595"/>
                  </a:lnTo>
                  <a:lnTo>
                    <a:pt x="1976920" y="265595"/>
                  </a:lnTo>
                  <a:lnTo>
                    <a:pt x="1980069" y="273761"/>
                  </a:lnTo>
                  <a:close/>
                </a:path>
                <a:path w="3413760" h="295909">
                  <a:moveTo>
                    <a:pt x="1980069" y="192925"/>
                  </a:moveTo>
                  <a:lnTo>
                    <a:pt x="1978964" y="184746"/>
                  </a:lnTo>
                  <a:lnTo>
                    <a:pt x="1976920" y="184746"/>
                  </a:lnTo>
                  <a:lnTo>
                    <a:pt x="1980069" y="192925"/>
                  </a:lnTo>
                  <a:close/>
                </a:path>
                <a:path w="3413760" h="295909">
                  <a:moveTo>
                    <a:pt x="1980069" y="112064"/>
                  </a:moveTo>
                  <a:lnTo>
                    <a:pt x="1978964" y="103898"/>
                  </a:lnTo>
                  <a:lnTo>
                    <a:pt x="1976920" y="103898"/>
                  </a:lnTo>
                  <a:lnTo>
                    <a:pt x="1980069" y="112064"/>
                  </a:lnTo>
                  <a:close/>
                </a:path>
                <a:path w="3413760" h="295909">
                  <a:moveTo>
                    <a:pt x="1980069" y="31216"/>
                  </a:moveTo>
                  <a:lnTo>
                    <a:pt x="1978964" y="23037"/>
                  </a:lnTo>
                  <a:lnTo>
                    <a:pt x="1976920" y="23037"/>
                  </a:lnTo>
                  <a:lnTo>
                    <a:pt x="1980069" y="31216"/>
                  </a:lnTo>
                  <a:close/>
                </a:path>
                <a:path w="3413760" h="295909">
                  <a:moveTo>
                    <a:pt x="1985479" y="293979"/>
                  </a:moveTo>
                  <a:lnTo>
                    <a:pt x="1981111" y="293014"/>
                  </a:lnTo>
                  <a:lnTo>
                    <a:pt x="1980869" y="295351"/>
                  </a:lnTo>
                  <a:lnTo>
                    <a:pt x="1985479" y="293979"/>
                  </a:lnTo>
                  <a:close/>
                </a:path>
                <a:path w="3413760" h="295909">
                  <a:moveTo>
                    <a:pt x="1985479" y="213131"/>
                  </a:moveTo>
                  <a:lnTo>
                    <a:pt x="1981111" y="212166"/>
                  </a:lnTo>
                  <a:lnTo>
                    <a:pt x="1980869" y="214503"/>
                  </a:lnTo>
                  <a:lnTo>
                    <a:pt x="1985479" y="213131"/>
                  </a:lnTo>
                  <a:close/>
                </a:path>
                <a:path w="3413760" h="295909">
                  <a:moveTo>
                    <a:pt x="1985479" y="132283"/>
                  </a:moveTo>
                  <a:lnTo>
                    <a:pt x="1981111" y="131318"/>
                  </a:lnTo>
                  <a:lnTo>
                    <a:pt x="1980869" y="133654"/>
                  </a:lnTo>
                  <a:lnTo>
                    <a:pt x="1985479" y="132283"/>
                  </a:lnTo>
                  <a:close/>
                </a:path>
                <a:path w="3413760" h="295909">
                  <a:moveTo>
                    <a:pt x="1985479" y="51422"/>
                  </a:moveTo>
                  <a:lnTo>
                    <a:pt x="1981111" y="50457"/>
                  </a:lnTo>
                  <a:lnTo>
                    <a:pt x="1980869" y="52806"/>
                  </a:lnTo>
                  <a:lnTo>
                    <a:pt x="1985479" y="51422"/>
                  </a:lnTo>
                  <a:close/>
                </a:path>
                <a:path w="3413760" h="295909">
                  <a:moveTo>
                    <a:pt x="1988553" y="284353"/>
                  </a:moveTo>
                  <a:lnTo>
                    <a:pt x="1985403" y="283464"/>
                  </a:lnTo>
                  <a:lnTo>
                    <a:pt x="1981923" y="285330"/>
                  </a:lnTo>
                  <a:lnTo>
                    <a:pt x="1988553" y="284353"/>
                  </a:lnTo>
                  <a:close/>
                </a:path>
                <a:path w="3413760" h="295909">
                  <a:moveTo>
                    <a:pt x="1988553" y="203504"/>
                  </a:moveTo>
                  <a:lnTo>
                    <a:pt x="1985403" y="202615"/>
                  </a:lnTo>
                  <a:lnTo>
                    <a:pt x="1981923" y="204482"/>
                  </a:lnTo>
                  <a:lnTo>
                    <a:pt x="1988553" y="203504"/>
                  </a:lnTo>
                  <a:close/>
                </a:path>
                <a:path w="3413760" h="295909">
                  <a:moveTo>
                    <a:pt x="1988553" y="122656"/>
                  </a:moveTo>
                  <a:lnTo>
                    <a:pt x="1985403" y="121767"/>
                  </a:lnTo>
                  <a:lnTo>
                    <a:pt x="1981923" y="123634"/>
                  </a:lnTo>
                  <a:lnTo>
                    <a:pt x="1988553" y="122656"/>
                  </a:lnTo>
                  <a:close/>
                </a:path>
                <a:path w="3413760" h="295909">
                  <a:moveTo>
                    <a:pt x="1988553" y="41795"/>
                  </a:moveTo>
                  <a:lnTo>
                    <a:pt x="1985403" y="40906"/>
                  </a:lnTo>
                  <a:lnTo>
                    <a:pt x="1981923" y="42773"/>
                  </a:lnTo>
                  <a:lnTo>
                    <a:pt x="1988553" y="41795"/>
                  </a:lnTo>
                  <a:close/>
                </a:path>
                <a:path w="3413760" h="295909">
                  <a:moveTo>
                    <a:pt x="2000199" y="233349"/>
                  </a:moveTo>
                  <a:lnTo>
                    <a:pt x="1999767" y="229463"/>
                  </a:lnTo>
                  <a:lnTo>
                    <a:pt x="1997456" y="229463"/>
                  </a:lnTo>
                  <a:lnTo>
                    <a:pt x="2000199" y="233349"/>
                  </a:lnTo>
                  <a:close/>
                </a:path>
                <a:path w="3413760" h="295909">
                  <a:moveTo>
                    <a:pt x="2000199" y="152501"/>
                  </a:moveTo>
                  <a:lnTo>
                    <a:pt x="1999767" y="148615"/>
                  </a:lnTo>
                  <a:lnTo>
                    <a:pt x="1997456" y="148615"/>
                  </a:lnTo>
                  <a:lnTo>
                    <a:pt x="2000199" y="152501"/>
                  </a:lnTo>
                  <a:close/>
                </a:path>
                <a:path w="3413760" h="295909">
                  <a:moveTo>
                    <a:pt x="2000199" y="71640"/>
                  </a:moveTo>
                  <a:lnTo>
                    <a:pt x="1999767" y="67754"/>
                  </a:lnTo>
                  <a:lnTo>
                    <a:pt x="1997456" y="67754"/>
                  </a:lnTo>
                  <a:lnTo>
                    <a:pt x="2000199" y="71640"/>
                  </a:lnTo>
                  <a:close/>
                </a:path>
                <a:path w="3413760" h="295909">
                  <a:moveTo>
                    <a:pt x="2016277" y="244906"/>
                  </a:moveTo>
                  <a:lnTo>
                    <a:pt x="2016036" y="242557"/>
                  </a:lnTo>
                  <a:lnTo>
                    <a:pt x="2010384" y="246113"/>
                  </a:lnTo>
                  <a:lnTo>
                    <a:pt x="2016277" y="244906"/>
                  </a:lnTo>
                  <a:close/>
                </a:path>
                <a:path w="3413760" h="295909">
                  <a:moveTo>
                    <a:pt x="2016277" y="164058"/>
                  </a:moveTo>
                  <a:lnTo>
                    <a:pt x="2016036" y="161709"/>
                  </a:lnTo>
                  <a:lnTo>
                    <a:pt x="2010384" y="165265"/>
                  </a:lnTo>
                  <a:lnTo>
                    <a:pt x="2016277" y="164058"/>
                  </a:lnTo>
                  <a:close/>
                </a:path>
                <a:path w="3413760" h="295909">
                  <a:moveTo>
                    <a:pt x="2016277" y="83210"/>
                  </a:moveTo>
                  <a:lnTo>
                    <a:pt x="2016036" y="80873"/>
                  </a:lnTo>
                  <a:lnTo>
                    <a:pt x="2010384" y="84416"/>
                  </a:lnTo>
                  <a:lnTo>
                    <a:pt x="2016277" y="83210"/>
                  </a:lnTo>
                  <a:close/>
                </a:path>
                <a:path w="3413760" h="295909">
                  <a:moveTo>
                    <a:pt x="2016277" y="2349"/>
                  </a:moveTo>
                  <a:lnTo>
                    <a:pt x="2016036" y="0"/>
                  </a:lnTo>
                  <a:lnTo>
                    <a:pt x="2010384" y="3556"/>
                  </a:lnTo>
                  <a:lnTo>
                    <a:pt x="2016277" y="2349"/>
                  </a:lnTo>
                  <a:close/>
                </a:path>
                <a:path w="3413760" h="295909">
                  <a:moveTo>
                    <a:pt x="2017102" y="252577"/>
                  </a:moveTo>
                  <a:lnTo>
                    <a:pt x="2012734" y="253555"/>
                  </a:lnTo>
                  <a:lnTo>
                    <a:pt x="2013458" y="255739"/>
                  </a:lnTo>
                  <a:lnTo>
                    <a:pt x="2017102" y="252577"/>
                  </a:lnTo>
                  <a:close/>
                </a:path>
                <a:path w="3413760" h="295909">
                  <a:moveTo>
                    <a:pt x="2017102" y="171742"/>
                  </a:moveTo>
                  <a:lnTo>
                    <a:pt x="2012734" y="172707"/>
                  </a:lnTo>
                  <a:lnTo>
                    <a:pt x="2013458" y="174891"/>
                  </a:lnTo>
                  <a:lnTo>
                    <a:pt x="2017102" y="171742"/>
                  </a:lnTo>
                  <a:close/>
                </a:path>
                <a:path w="3413760" h="295909">
                  <a:moveTo>
                    <a:pt x="2017102" y="90881"/>
                  </a:moveTo>
                  <a:lnTo>
                    <a:pt x="2012734" y="91859"/>
                  </a:lnTo>
                  <a:lnTo>
                    <a:pt x="2013458" y="94043"/>
                  </a:lnTo>
                  <a:lnTo>
                    <a:pt x="2017102" y="90881"/>
                  </a:lnTo>
                  <a:close/>
                </a:path>
                <a:path w="3413760" h="295909">
                  <a:moveTo>
                    <a:pt x="2017102" y="10033"/>
                  </a:moveTo>
                  <a:lnTo>
                    <a:pt x="2012734" y="10998"/>
                  </a:lnTo>
                  <a:lnTo>
                    <a:pt x="2013458" y="13182"/>
                  </a:lnTo>
                  <a:lnTo>
                    <a:pt x="2017102" y="10033"/>
                  </a:lnTo>
                  <a:close/>
                </a:path>
                <a:path w="3413760" h="295909">
                  <a:moveTo>
                    <a:pt x="2025916" y="253555"/>
                  </a:moveTo>
                  <a:lnTo>
                    <a:pt x="2021306" y="254927"/>
                  </a:lnTo>
                  <a:lnTo>
                    <a:pt x="2025180" y="255739"/>
                  </a:lnTo>
                  <a:lnTo>
                    <a:pt x="2025916" y="253555"/>
                  </a:lnTo>
                  <a:close/>
                </a:path>
                <a:path w="3413760" h="295909">
                  <a:moveTo>
                    <a:pt x="2025916" y="172707"/>
                  </a:moveTo>
                  <a:lnTo>
                    <a:pt x="2021306" y="174078"/>
                  </a:lnTo>
                  <a:lnTo>
                    <a:pt x="2025180" y="174891"/>
                  </a:lnTo>
                  <a:lnTo>
                    <a:pt x="2025916" y="172707"/>
                  </a:lnTo>
                  <a:close/>
                </a:path>
                <a:path w="3413760" h="295909">
                  <a:moveTo>
                    <a:pt x="2025916" y="91859"/>
                  </a:moveTo>
                  <a:lnTo>
                    <a:pt x="2021306" y="93230"/>
                  </a:lnTo>
                  <a:lnTo>
                    <a:pt x="2025180" y="94043"/>
                  </a:lnTo>
                  <a:lnTo>
                    <a:pt x="2025916" y="91859"/>
                  </a:lnTo>
                  <a:close/>
                </a:path>
                <a:path w="3413760" h="295909">
                  <a:moveTo>
                    <a:pt x="2025916" y="10998"/>
                  </a:moveTo>
                  <a:lnTo>
                    <a:pt x="2021306" y="12369"/>
                  </a:lnTo>
                  <a:lnTo>
                    <a:pt x="2025180" y="13182"/>
                  </a:lnTo>
                  <a:lnTo>
                    <a:pt x="2025916" y="10998"/>
                  </a:lnTo>
                  <a:close/>
                </a:path>
                <a:path w="3413760" h="295909">
                  <a:moveTo>
                    <a:pt x="2028977" y="243928"/>
                  </a:moveTo>
                  <a:lnTo>
                    <a:pt x="2025827" y="243039"/>
                  </a:lnTo>
                  <a:lnTo>
                    <a:pt x="2022348" y="244906"/>
                  </a:lnTo>
                  <a:lnTo>
                    <a:pt x="2028977" y="243928"/>
                  </a:lnTo>
                  <a:close/>
                </a:path>
                <a:path w="3413760" h="295909">
                  <a:moveTo>
                    <a:pt x="2028977" y="163080"/>
                  </a:moveTo>
                  <a:lnTo>
                    <a:pt x="2025827" y="162204"/>
                  </a:lnTo>
                  <a:lnTo>
                    <a:pt x="2022348" y="164058"/>
                  </a:lnTo>
                  <a:lnTo>
                    <a:pt x="2028977" y="163080"/>
                  </a:lnTo>
                  <a:close/>
                </a:path>
                <a:path w="3413760" h="295909">
                  <a:moveTo>
                    <a:pt x="2028977" y="82232"/>
                  </a:moveTo>
                  <a:lnTo>
                    <a:pt x="2025827" y="81343"/>
                  </a:lnTo>
                  <a:lnTo>
                    <a:pt x="2022348" y="83210"/>
                  </a:lnTo>
                  <a:lnTo>
                    <a:pt x="2028977" y="82232"/>
                  </a:lnTo>
                  <a:close/>
                </a:path>
                <a:path w="3413760" h="295909">
                  <a:moveTo>
                    <a:pt x="2028977" y="1371"/>
                  </a:moveTo>
                  <a:lnTo>
                    <a:pt x="2025827" y="482"/>
                  </a:lnTo>
                  <a:lnTo>
                    <a:pt x="2022348" y="2349"/>
                  </a:lnTo>
                  <a:lnTo>
                    <a:pt x="2028977" y="1371"/>
                  </a:lnTo>
                  <a:close/>
                </a:path>
                <a:path w="3413760" h="295909">
                  <a:moveTo>
                    <a:pt x="2029066" y="233349"/>
                  </a:moveTo>
                  <a:lnTo>
                    <a:pt x="2028977" y="226872"/>
                  </a:lnTo>
                  <a:lnTo>
                    <a:pt x="2028507" y="230035"/>
                  </a:lnTo>
                  <a:lnTo>
                    <a:pt x="2029066" y="233349"/>
                  </a:lnTo>
                  <a:close/>
                </a:path>
                <a:path w="3413760" h="295909">
                  <a:moveTo>
                    <a:pt x="2029066" y="152501"/>
                  </a:moveTo>
                  <a:lnTo>
                    <a:pt x="2028977" y="146024"/>
                  </a:lnTo>
                  <a:lnTo>
                    <a:pt x="2028507" y="149186"/>
                  </a:lnTo>
                  <a:lnTo>
                    <a:pt x="2029066" y="152501"/>
                  </a:lnTo>
                  <a:close/>
                </a:path>
                <a:path w="3413760" h="295909">
                  <a:moveTo>
                    <a:pt x="2029066" y="71640"/>
                  </a:moveTo>
                  <a:lnTo>
                    <a:pt x="2028977" y="65163"/>
                  </a:lnTo>
                  <a:lnTo>
                    <a:pt x="2028507" y="68313"/>
                  </a:lnTo>
                  <a:lnTo>
                    <a:pt x="2029066" y="71640"/>
                  </a:lnTo>
                  <a:close/>
                </a:path>
                <a:path w="3413760" h="295909">
                  <a:moveTo>
                    <a:pt x="2038769" y="265201"/>
                  </a:moveTo>
                  <a:lnTo>
                    <a:pt x="2036584" y="261315"/>
                  </a:lnTo>
                  <a:lnTo>
                    <a:pt x="2034641" y="262610"/>
                  </a:lnTo>
                  <a:lnTo>
                    <a:pt x="2038769" y="265201"/>
                  </a:lnTo>
                  <a:close/>
                </a:path>
                <a:path w="3413760" h="295909">
                  <a:moveTo>
                    <a:pt x="2038769" y="184353"/>
                  </a:moveTo>
                  <a:lnTo>
                    <a:pt x="2036584" y="180467"/>
                  </a:lnTo>
                  <a:lnTo>
                    <a:pt x="2034641" y="181762"/>
                  </a:lnTo>
                  <a:lnTo>
                    <a:pt x="2038769" y="184353"/>
                  </a:lnTo>
                  <a:close/>
                </a:path>
                <a:path w="3413760" h="295909">
                  <a:moveTo>
                    <a:pt x="2038769" y="103505"/>
                  </a:moveTo>
                  <a:lnTo>
                    <a:pt x="2036584" y="99618"/>
                  </a:lnTo>
                  <a:lnTo>
                    <a:pt x="2034641" y="100914"/>
                  </a:lnTo>
                  <a:lnTo>
                    <a:pt x="2038769" y="103505"/>
                  </a:lnTo>
                  <a:close/>
                </a:path>
                <a:path w="3413760" h="295909">
                  <a:moveTo>
                    <a:pt x="2038769" y="22644"/>
                  </a:moveTo>
                  <a:lnTo>
                    <a:pt x="2036584" y="18757"/>
                  </a:lnTo>
                  <a:lnTo>
                    <a:pt x="2034641" y="20053"/>
                  </a:lnTo>
                  <a:lnTo>
                    <a:pt x="2038769" y="22644"/>
                  </a:lnTo>
                  <a:close/>
                </a:path>
                <a:path w="3413760" h="295909">
                  <a:moveTo>
                    <a:pt x="2056714" y="285330"/>
                  </a:moveTo>
                  <a:lnTo>
                    <a:pt x="2056460" y="282981"/>
                  </a:lnTo>
                  <a:lnTo>
                    <a:pt x="2050808" y="286537"/>
                  </a:lnTo>
                  <a:lnTo>
                    <a:pt x="2056714" y="285330"/>
                  </a:lnTo>
                  <a:close/>
                </a:path>
                <a:path w="3413760" h="295909">
                  <a:moveTo>
                    <a:pt x="2056714" y="204482"/>
                  </a:moveTo>
                  <a:lnTo>
                    <a:pt x="2056460" y="202133"/>
                  </a:lnTo>
                  <a:lnTo>
                    <a:pt x="2050808" y="205689"/>
                  </a:lnTo>
                  <a:lnTo>
                    <a:pt x="2056714" y="204482"/>
                  </a:lnTo>
                  <a:close/>
                </a:path>
                <a:path w="3413760" h="295909">
                  <a:moveTo>
                    <a:pt x="2056714" y="123634"/>
                  </a:moveTo>
                  <a:lnTo>
                    <a:pt x="2056460" y="121285"/>
                  </a:lnTo>
                  <a:lnTo>
                    <a:pt x="2050808" y="124841"/>
                  </a:lnTo>
                  <a:lnTo>
                    <a:pt x="2056714" y="123634"/>
                  </a:lnTo>
                  <a:close/>
                </a:path>
                <a:path w="3413760" h="295909">
                  <a:moveTo>
                    <a:pt x="2056714" y="42773"/>
                  </a:moveTo>
                  <a:lnTo>
                    <a:pt x="2056460" y="40424"/>
                  </a:lnTo>
                  <a:lnTo>
                    <a:pt x="2050808" y="43980"/>
                  </a:lnTo>
                  <a:lnTo>
                    <a:pt x="2056714" y="42773"/>
                  </a:lnTo>
                  <a:close/>
                </a:path>
                <a:path w="3413760" h="295909">
                  <a:moveTo>
                    <a:pt x="2060917" y="273761"/>
                  </a:moveTo>
                  <a:lnTo>
                    <a:pt x="2059825" y="265595"/>
                  </a:lnTo>
                  <a:lnTo>
                    <a:pt x="2057768" y="265595"/>
                  </a:lnTo>
                  <a:lnTo>
                    <a:pt x="2060917" y="273761"/>
                  </a:lnTo>
                  <a:close/>
                </a:path>
                <a:path w="3413760" h="295909">
                  <a:moveTo>
                    <a:pt x="2060917" y="192925"/>
                  </a:moveTo>
                  <a:lnTo>
                    <a:pt x="2059825" y="184746"/>
                  </a:lnTo>
                  <a:lnTo>
                    <a:pt x="2057768" y="184746"/>
                  </a:lnTo>
                  <a:lnTo>
                    <a:pt x="2060917" y="192925"/>
                  </a:lnTo>
                  <a:close/>
                </a:path>
                <a:path w="3413760" h="295909">
                  <a:moveTo>
                    <a:pt x="2060917" y="112064"/>
                  </a:moveTo>
                  <a:lnTo>
                    <a:pt x="2059825" y="103898"/>
                  </a:lnTo>
                  <a:lnTo>
                    <a:pt x="2057768" y="103898"/>
                  </a:lnTo>
                  <a:lnTo>
                    <a:pt x="2060917" y="112064"/>
                  </a:lnTo>
                  <a:close/>
                </a:path>
                <a:path w="3413760" h="295909">
                  <a:moveTo>
                    <a:pt x="2060917" y="31216"/>
                  </a:moveTo>
                  <a:lnTo>
                    <a:pt x="2059825" y="23037"/>
                  </a:lnTo>
                  <a:lnTo>
                    <a:pt x="2057768" y="23037"/>
                  </a:lnTo>
                  <a:lnTo>
                    <a:pt x="2060917" y="31216"/>
                  </a:lnTo>
                  <a:close/>
                </a:path>
                <a:path w="3413760" h="295909">
                  <a:moveTo>
                    <a:pt x="2066328" y="293979"/>
                  </a:moveTo>
                  <a:lnTo>
                    <a:pt x="2061972" y="293014"/>
                  </a:lnTo>
                  <a:lnTo>
                    <a:pt x="2061730" y="295351"/>
                  </a:lnTo>
                  <a:lnTo>
                    <a:pt x="2066328" y="293979"/>
                  </a:lnTo>
                  <a:close/>
                </a:path>
                <a:path w="3413760" h="295909">
                  <a:moveTo>
                    <a:pt x="2066328" y="213131"/>
                  </a:moveTo>
                  <a:lnTo>
                    <a:pt x="2061972" y="212166"/>
                  </a:lnTo>
                  <a:lnTo>
                    <a:pt x="2061730" y="214503"/>
                  </a:lnTo>
                  <a:lnTo>
                    <a:pt x="2066328" y="213131"/>
                  </a:lnTo>
                  <a:close/>
                </a:path>
                <a:path w="3413760" h="295909">
                  <a:moveTo>
                    <a:pt x="2066328" y="132283"/>
                  </a:moveTo>
                  <a:lnTo>
                    <a:pt x="2061972" y="131318"/>
                  </a:lnTo>
                  <a:lnTo>
                    <a:pt x="2061730" y="133654"/>
                  </a:lnTo>
                  <a:lnTo>
                    <a:pt x="2066328" y="132283"/>
                  </a:lnTo>
                  <a:close/>
                </a:path>
                <a:path w="3413760" h="295909">
                  <a:moveTo>
                    <a:pt x="2066328" y="51422"/>
                  </a:moveTo>
                  <a:lnTo>
                    <a:pt x="2061972" y="50457"/>
                  </a:lnTo>
                  <a:lnTo>
                    <a:pt x="2061730" y="52806"/>
                  </a:lnTo>
                  <a:lnTo>
                    <a:pt x="2066328" y="51422"/>
                  </a:lnTo>
                  <a:close/>
                </a:path>
                <a:path w="3413760" h="295909">
                  <a:moveTo>
                    <a:pt x="2069401" y="284353"/>
                  </a:moveTo>
                  <a:lnTo>
                    <a:pt x="2066251" y="283464"/>
                  </a:lnTo>
                  <a:lnTo>
                    <a:pt x="2062759" y="285330"/>
                  </a:lnTo>
                  <a:lnTo>
                    <a:pt x="2069401" y="284353"/>
                  </a:lnTo>
                  <a:close/>
                </a:path>
                <a:path w="3413760" h="295909">
                  <a:moveTo>
                    <a:pt x="2069401" y="203504"/>
                  </a:moveTo>
                  <a:lnTo>
                    <a:pt x="2066251" y="202615"/>
                  </a:lnTo>
                  <a:lnTo>
                    <a:pt x="2062759" y="204482"/>
                  </a:lnTo>
                  <a:lnTo>
                    <a:pt x="2069401" y="203504"/>
                  </a:lnTo>
                  <a:close/>
                </a:path>
                <a:path w="3413760" h="295909">
                  <a:moveTo>
                    <a:pt x="2069401" y="122656"/>
                  </a:moveTo>
                  <a:lnTo>
                    <a:pt x="2066251" y="121767"/>
                  </a:lnTo>
                  <a:lnTo>
                    <a:pt x="2062759" y="123634"/>
                  </a:lnTo>
                  <a:lnTo>
                    <a:pt x="2069401" y="122656"/>
                  </a:lnTo>
                  <a:close/>
                </a:path>
                <a:path w="3413760" h="295909">
                  <a:moveTo>
                    <a:pt x="2069401" y="41795"/>
                  </a:moveTo>
                  <a:lnTo>
                    <a:pt x="2066251" y="40906"/>
                  </a:lnTo>
                  <a:lnTo>
                    <a:pt x="2062759" y="42773"/>
                  </a:lnTo>
                  <a:lnTo>
                    <a:pt x="2069401" y="41795"/>
                  </a:lnTo>
                  <a:close/>
                </a:path>
                <a:path w="3413760" h="295909">
                  <a:moveTo>
                    <a:pt x="2081047" y="233349"/>
                  </a:moveTo>
                  <a:lnTo>
                    <a:pt x="2080615" y="229463"/>
                  </a:lnTo>
                  <a:lnTo>
                    <a:pt x="2078291" y="229463"/>
                  </a:lnTo>
                  <a:lnTo>
                    <a:pt x="2081047" y="233349"/>
                  </a:lnTo>
                  <a:close/>
                </a:path>
                <a:path w="3413760" h="295909">
                  <a:moveTo>
                    <a:pt x="2081047" y="152501"/>
                  </a:moveTo>
                  <a:lnTo>
                    <a:pt x="2080615" y="148615"/>
                  </a:lnTo>
                  <a:lnTo>
                    <a:pt x="2078291" y="148615"/>
                  </a:lnTo>
                  <a:lnTo>
                    <a:pt x="2081047" y="152501"/>
                  </a:lnTo>
                  <a:close/>
                </a:path>
                <a:path w="3413760" h="295909">
                  <a:moveTo>
                    <a:pt x="2081047" y="71640"/>
                  </a:moveTo>
                  <a:lnTo>
                    <a:pt x="2080615" y="67754"/>
                  </a:lnTo>
                  <a:lnTo>
                    <a:pt x="2078291" y="67754"/>
                  </a:lnTo>
                  <a:lnTo>
                    <a:pt x="2081047" y="71640"/>
                  </a:lnTo>
                  <a:close/>
                </a:path>
                <a:path w="3413760" h="295909">
                  <a:moveTo>
                    <a:pt x="2097138" y="244906"/>
                  </a:moveTo>
                  <a:lnTo>
                    <a:pt x="2096884" y="242557"/>
                  </a:lnTo>
                  <a:lnTo>
                    <a:pt x="2091245" y="246113"/>
                  </a:lnTo>
                  <a:lnTo>
                    <a:pt x="2097138" y="244906"/>
                  </a:lnTo>
                  <a:close/>
                </a:path>
                <a:path w="3413760" h="295909">
                  <a:moveTo>
                    <a:pt x="2097138" y="164058"/>
                  </a:moveTo>
                  <a:lnTo>
                    <a:pt x="2096884" y="161709"/>
                  </a:lnTo>
                  <a:lnTo>
                    <a:pt x="2091245" y="165265"/>
                  </a:lnTo>
                  <a:lnTo>
                    <a:pt x="2097138" y="164058"/>
                  </a:lnTo>
                  <a:close/>
                </a:path>
                <a:path w="3413760" h="295909">
                  <a:moveTo>
                    <a:pt x="2097138" y="83210"/>
                  </a:moveTo>
                  <a:lnTo>
                    <a:pt x="2096884" y="80873"/>
                  </a:lnTo>
                  <a:lnTo>
                    <a:pt x="2091245" y="84416"/>
                  </a:lnTo>
                  <a:lnTo>
                    <a:pt x="2097138" y="83210"/>
                  </a:lnTo>
                  <a:close/>
                </a:path>
                <a:path w="3413760" h="295909">
                  <a:moveTo>
                    <a:pt x="2097138" y="2349"/>
                  </a:moveTo>
                  <a:lnTo>
                    <a:pt x="2096884" y="0"/>
                  </a:lnTo>
                  <a:lnTo>
                    <a:pt x="2091245" y="3556"/>
                  </a:lnTo>
                  <a:lnTo>
                    <a:pt x="2097138" y="2349"/>
                  </a:lnTo>
                  <a:close/>
                </a:path>
                <a:path w="3413760" h="295909">
                  <a:moveTo>
                    <a:pt x="2097938" y="252577"/>
                  </a:moveTo>
                  <a:lnTo>
                    <a:pt x="2093582" y="253555"/>
                  </a:lnTo>
                  <a:lnTo>
                    <a:pt x="2094318" y="255739"/>
                  </a:lnTo>
                  <a:lnTo>
                    <a:pt x="2097938" y="252577"/>
                  </a:lnTo>
                  <a:close/>
                </a:path>
                <a:path w="3413760" h="295909">
                  <a:moveTo>
                    <a:pt x="2097938" y="171742"/>
                  </a:moveTo>
                  <a:lnTo>
                    <a:pt x="2093582" y="172707"/>
                  </a:lnTo>
                  <a:lnTo>
                    <a:pt x="2094318" y="174891"/>
                  </a:lnTo>
                  <a:lnTo>
                    <a:pt x="2097938" y="171742"/>
                  </a:lnTo>
                  <a:close/>
                </a:path>
                <a:path w="3413760" h="295909">
                  <a:moveTo>
                    <a:pt x="2097938" y="90881"/>
                  </a:moveTo>
                  <a:lnTo>
                    <a:pt x="2093582" y="91859"/>
                  </a:lnTo>
                  <a:lnTo>
                    <a:pt x="2094318" y="94043"/>
                  </a:lnTo>
                  <a:lnTo>
                    <a:pt x="2097938" y="90881"/>
                  </a:lnTo>
                  <a:close/>
                </a:path>
                <a:path w="3413760" h="295909">
                  <a:moveTo>
                    <a:pt x="2097938" y="10033"/>
                  </a:moveTo>
                  <a:lnTo>
                    <a:pt x="2093582" y="10998"/>
                  </a:lnTo>
                  <a:lnTo>
                    <a:pt x="2094318" y="13182"/>
                  </a:lnTo>
                  <a:lnTo>
                    <a:pt x="2097938" y="10033"/>
                  </a:lnTo>
                  <a:close/>
                </a:path>
                <a:path w="3413760" h="295909">
                  <a:moveTo>
                    <a:pt x="2106752" y="253555"/>
                  </a:moveTo>
                  <a:lnTo>
                    <a:pt x="2102154" y="254927"/>
                  </a:lnTo>
                  <a:lnTo>
                    <a:pt x="2106028" y="255739"/>
                  </a:lnTo>
                  <a:lnTo>
                    <a:pt x="2106752" y="253555"/>
                  </a:lnTo>
                  <a:close/>
                </a:path>
                <a:path w="3413760" h="295909">
                  <a:moveTo>
                    <a:pt x="2106752" y="172707"/>
                  </a:moveTo>
                  <a:lnTo>
                    <a:pt x="2102154" y="174078"/>
                  </a:lnTo>
                  <a:lnTo>
                    <a:pt x="2106028" y="174891"/>
                  </a:lnTo>
                  <a:lnTo>
                    <a:pt x="2106752" y="172707"/>
                  </a:lnTo>
                  <a:close/>
                </a:path>
                <a:path w="3413760" h="295909">
                  <a:moveTo>
                    <a:pt x="2106752" y="91859"/>
                  </a:moveTo>
                  <a:lnTo>
                    <a:pt x="2102154" y="93230"/>
                  </a:lnTo>
                  <a:lnTo>
                    <a:pt x="2106028" y="94043"/>
                  </a:lnTo>
                  <a:lnTo>
                    <a:pt x="2106752" y="91859"/>
                  </a:lnTo>
                  <a:close/>
                </a:path>
                <a:path w="3413760" h="295909">
                  <a:moveTo>
                    <a:pt x="2106752" y="10998"/>
                  </a:moveTo>
                  <a:lnTo>
                    <a:pt x="2102154" y="12369"/>
                  </a:lnTo>
                  <a:lnTo>
                    <a:pt x="2106028" y="13182"/>
                  </a:lnTo>
                  <a:lnTo>
                    <a:pt x="2106752" y="10998"/>
                  </a:lnTo>
                  <a:close/>
                </a:path>
                <a:path w="3413760" h="295909">
                  <a:moveTo>
                    <a:pt x="2109825" y="243928"/>
                  </a:moveTo>
                  <a:lnTo>
                    <a:pt x="2106676" y="243039"/>
                  </a:lnTo>
                  <a:lnTo>
                    <a:pt x="2103208" y="244906"/>
                  </a:lnTo>
                  <a:lnTo>
                    <a:pt x="2109825" y="243928"/>
                  </a:lnTo>
                  <a:close/>
                </a:path>
                <a:path w="3413760" h="295909">
                  <a:moveTo>
                    <a:pt x="2109825" y="163080"/>
                  </a:moveTo>
                  <a:lnTo>
                    <a:pt x="2106676" y="162204"/>
                  </a:lnTo>
                  <a:lnTo>
                    <a:pt x="2103208" y="164058"/>
                  </a:lnTo>
                  <a:lnTo>
                    <a:pt x="2109825" y="163080"/>
                  </a:lnTo>
                  <a:close/>
                </a:path>
                <a:path w="3413760" h="295909">
                  <a:moveTo>
                    <a:pt x="2109825" y="82232"/>
                  </a:moveTo>
                  <a:lnTo>
                    <a:pt x="2106676" y="81343"/>
                  </a:lnTo>
                  <a:lnTo>
                    <a:pt x="2103208" y="83210"/>
                  </a:lnTo>
                  <a:lnTo>
                    <a:pt x="2109825" y="82232"/>
                  </a:lnTo>
                  <a:close/>
                </a:path>
                <a:path w="3413760" h="295909">
                  <a:moveTo>
                    <a:pt x="2109825" y="1371"/>
                  </a:moveTo>
                  <a:lnTo>
                    <a:pt x="2106676" y="482"/>
                  </a:lnTo>
                  <a:lnTo>
                    <a:pt x="2103208" y="2349"/>
                  </a:lnTo>
                  <a:lnTo>
                    <a:pt x="2109825" y="1371"/>
                  </a:lnTo>
                  <a:close/>
                </a:path>
                <a:path w="3413760" h="295909">
                  <a:moveTo>
                    <a:pt x="2109901" y="233349"/>
                  </a:moveTo>
                  <a:lnTo>
                    <a:pt x="2109825" y="226872"/>
                  </a:lnTo>
                  <a:lnTo>
                    <a:pt x="2109343" y="230035"/>
                  </a:lnTo>
                  <a:lnTo>
                    <a:pt x="2109901" y="233349"/>
                  </a:lnTo>
                  <a:close/>
                </a:path>
                <a:path w="3413760" h="295909">
                  <a:moveTo>
                    <a:pt x="2109901" y="152501"/>
                  </a:moveTo>
                  <a:lnTo>
                    <a:pt x="2109825" y="146024"/>
                  </a:lnTo>
                  <a:lnTo>
                    <a:pt x="2109343" y="149186"/>
                  </a:lnTo>
                  <a:lnTo>
                    <a:pt x="2109901" y="152501"/>
                  </a:lnTo>
                  <a:close/>
                </a:path>
                <a:path w="3413760" h="295909">
                  <a:moveTo>
                    <a:pt x="2109901" y="71640"/>
                  </a:moveTo>
                  <a:lnTo>
                    <a:pt x="2109825" y="65163"/>
                  </a:lnTo>
                  <a:lnTo>
                    <a:pt x="2109343" y="68313"/>
                  </a:lnTo>
                  <a:lnTo>
                    <a:pt x="2109901" y="71640"/>
                  </a:lnTo>
                  <a:close/>
                </a:path>
                <a:path w="3413760" h="295909">
                  <a:moveTo>
                    <a:pt x="2119617" y="265201"/>
                  </a:moveTo>
                  <a:lnTo>
                    <a:pt x="2117433" y="261315"/>
                  </a:lnTo>
                  <a:lnTo>
                    <a:pt x="2115489" y="262610"/>
                  </a:lnTo>
                  <a:lnTo>
                    <a:pt x="2119617" y="265201"/>
                  </a:lnTo>
                  <a:close/>
                </a:path>
                <a:path w="3413760" h="295909">
                  <a:moveTo>
                    <a:pt x="2119617" y="184353"/>
                  </a:moveTo>
                  <a:lnTo>
                    <a:pt x="2117433" y="180467"/>
                  </a:lnTo>
                  <a:lnTo>
                    <a:pt x="2115489" y="181762"/>
                  </a:lnTo>
                  <a:lnTo>
                    <a:pt x="2119617" y="184353"/>
                  </a:lnTo>
                  <a:close/>
                </a:path>
                <a:path w="3413760" h="295909">
                  <a:moveTo>
                    <a:pt x="2119617" y="103505"/>
                  </a:moveTo>
                  <a:lnTo>
                    <a:pt x="2117433" y="99618"/>
                  </a:lnTo>
                  <a:lnTo>
                    <a:pt x="2115489" y="100914"/>
                  </a:lnTo>
                  <a:lnTo>
                    <a:pt x="2119617" y="103505"/>
                  </a:lnTo>
                  <a:close/>
                </a:path>
                <a:path w="3413760" h="295909">
                  <a:moveTo>
                    <a:pt x="2119617" y="22644"/>
                  </a:moveTo>
                  <a:lnTo>
                    <a:pt x="2117433" y="18757"/>
                  </a:lnTo>
                  <a:lnTo>
                    <a:pt x="2115489" y="20053"/>
                  </a:lnTo>
                  <a:lnTo>
                    <a:pt x="2119617" y="22644"/>
                  </a:lnTo>
                  <a:close/>
                </a:path>
                <a:path w="3413760" h="295909">
                  <a:moveTo>
                    <a:pt x="2137562" y="285330"/>
                  </a:moveTo>
                  <a:lnTo>
                    <a:pt x="2137333" y="282981"/>
                  </a:lnTo>
                  <a:lnTo>
                    <a:pt x="2131669" y="286537"/>
                  </a:lnTo>
                  <a:lnTo>
                    <a:pt x="2137562" y="285330"/>
                  </a:lnTo>
                  <a:close/>
                </a:path>
                <a:path w="3413760" h="295909">
                  <a:moveTo>
                    <a:pt x="2137562" y="204482"/>
                  </a:moveTo>
                  <a:lnTo>
                    <a:pt x="2137333" y="202133"/>
                  </a:lnTo>
                  <a:lnTo>
                    <a:pt x="2131669" y="205689"/>
                  </a:lnTo>
                  <a:lnTo>
                    <a:pt x="2137562" y="204482"/>
                  </a:lnTo>
                  <a:close/>
                </a:path>
                <a:path w="3413760" h="295909">
                  <a:moveTo>
                    <a:pt x="2137562" y="123634"/>
                  </a:moveTo>
                  <a:lnTo>
                    <a:pt x="2137333" y="121285"/>
                  </a:lnTo>
                  <a:lnTo>
                    <a:pt x="2131669" y="124841"/>
                  </a:lnTo>
                  <a:lnTo>
                    <a:pt x="2137562" y="123634"/>
                  </a:lnTo>
                  <a:close/>
                </a:path>
                <a:path w="3413760" h="295909">
                  <a:moveTo>
                    <a:pt x="2137562" y="42773"/>
                  </a:moveTo>
                  <a:lnTo>
                    <a:pt x="2137333" y="40424"/>
                  </a:lnTo>
                  <a:lnTo>
                    <a:pt x="2131669" y="43980"/>
                  </a:lnTo>
                  <a:lnTo>
                    <a:pt x="2137562" y="42773"/>
                  </a:lnTo>
                  <a:close/>
                </a:path>
                <a:path w="3413760" h="295909">
                  <a:moveTo>
                    <a:pt x="2141766" y="273761"/>
                  </a:moveTo>
                  <a:lnTo>
                    <a:pt x="2140661" y="265595"/>
                  </a:lnTo>
                  <a:lnTo>
                    <a:pt x="2138616" y="265595"/>
                  </a:lnTo>
                  <a:lnTo>
                    <a:pt x="2141766" y="273761"/>
                  </a:lnTo>
                  <a:close/>
                </a:path>
                <a:path w="3413760" h="295909">
                  <a:moveTo>
                    <a:pt x="2141766" y="192925"/>
                  </a:moveTo>
                  <a:lnTo>
                    <a:pt x="2140661" y="184746"/>
                  </a:lnTo>
                  <a:lnTo>
                    <a:pt x="2138616" y="184746"/>
                  </a:lnTo>
                  <a:lnTo>
                    <a:pt x="2141766" y="192925"/>
                  </a:lnTo>
                  <a:close/>
                </a:path>
                <a:path w="3413760" h="295909">
                  <a:moveTo>
                    <a:pt x="2141766" y="112064"/>
                  </a:moveTo>
                  <a:lnTo>
                    <a:pt x="2140661" y="103898"/>
                  </a:lnTo>
                  <a:lnTo>
                    <a:pt x="2138616" y="103898"/>
                  </a:lnTo>
                  <a:lnTo>
                    <a:pt x="2141766" y="112064"/>
                  </a:lnTo>
                  <a:close/>
                </a:path>
                <a:path w="3413760" h="295909">
                  <a:moveTo>
                    <a:pt x="2141766" y="31216"/>
                  </a:moveTo>
                  <a:lnTo>
                    <a:pt x="2140661" y="23037"/>
                  </a:lnTo>
                  <a:lnTo>
                    <a:pt x="2138616" y="23037"/>
                  </a:lnTo>
                  <a:lnTo>
                    <a:pt x="2141766" y="31216"/>
                  </a:lnTo>
                  <a:close/>
                </a:path>
                <a:path w="3413760" h="295909">
                  <a:moveTo>
                    <a:pt x="2147189" y="293979"/>
                  </a:moveTo>
                  <a:lnTo>
                    <a:pt x="2142820" y="293014"/>
                  </a:lnTo>
                  <a:lnTo>
                    <a:pt x="2142579" y="295351"/>
                  </a:lnTo>
                  <a:lnTo>
                    <a:pt x="2147189" y="293979"/>
                  </a:lnTo>
                  <a:close/>
                </a:path>
                <a:path w="3413760" h="295909">
                  <a:moveTo>
                    <a:pt x="2147189" y="213131"/>
                  </a:moveTo>
                  <a:lnTo>
                    <a:pt x="2142820" y="212166"/>
                  </a:lnTo>
                  <a:lnTo>
                    <a:pt x="2142579" y="214503"/>
                  </a:lnTo>
                  <a:lnTo>
                    <a:pt x="2147189" y="213131"/>
                  </a:lnTo>
                  <a:close/>
                </a:path>
                <a:path w="3413760" h="295909">
                  <a:moveTo>
                    <a:pt x="2147189" y="132283"/>
                  </a:moveTo>
                  <a:lnTo>
                    <a:pt x="2142820" y="131318"/>
                  </a:lnTo>
                  <a:lnTo>
                    <a:pt x="2142579" y="133654"/>
                  </a:lnTo>
                  <a:lnTo>
                    <a:pt x="2147189" y="132283"/>
                  </a:lnTo>
                  <a:close/>
                </a:path>
                <a:path w="3413760" h="295909">
                  <a:moveTo>
                    <a:pt x="2147189" y="51422"/>
                  </a:moveTo>
                  <a:lnTo>
                    <a:pt x="2142820" y="50457"/>
                  </a:lnTo>
                  <a:lnTo>
                    <a:pt x="2142579" y="52806"/>
                  </a:lnTo>
                  <a:lnTo>
                    <a:pt x="2147189" y="51422"/>
                  </a:lnTo>
                  <a:close/>
                </a:path>
                <a:path w="3413760" h="295909">
                  <a:moveTo>
                    <a:pt x="2150249" y="284353"/>
                  </a:moveTo>
                  <a:lnTo>
                    <a:pt x="2147100" y="283464"/>
                  </a:lnTo>
                  <a:lnTo>
                    <a:pt x="2143633" y="285330"/>
                  </a:lnTo>
                  <a:lnTo>
                    <a:pt x="2150249" y="284353"/>
                  </a:lnTo>
                  <a:close/>
                </a:path>
                <a:path w="3413760" h="295909">
                  <a:moveTo>
                    <a:pt x="2150249" y="203504"/>
                  </a:moveTo>
                  <a:lnTo>
                    <a:pt x="2147100" y="202615"/>
                  </a:lnTo>
                  <a:lnTo>
                    <a:pt x="2143633" y="204482"/>
                  </a:lnTo>
                  <a:lnTo>
                    <a:pt x="2150249" y="203504"/>
                  </a:lnTo>
                  <a:close/>
                </a:path>
                <a:path w="3413760" h="295909">
                  <a:moveTo>
                    <a:pt x="2150249" y="122656"/>
                  </a:moveTo>
                  <a:lnTo>
                    <a:pt x="2147100" y="121767"/>
                  </a:lnTo>
                  <a:lnTo>
                    <a:pt x="2143633" y="123634"/>
                  </a:lnTo>
                  <a:lnTo>
                    <a:pt x="2150249" y="122656"/>
                  </a:lnTo>
                  <a:close/>
                </a:path>
                <a:path w="3413760" h="295909">
                  <a:moveTo>
                    <a:pt x="2150249" y="41795"/>
                  </a:moveTo>
                  <a:lnTo>
                    <a:pt x="2147100" y="40906"/>
                  </a:lnTo>
                  <a:lnTo>
                    <a:pt x="2143633" y="42773"/>
                  </a:lnTo>
                  <a:lnTo>
                    <a:pt x="2150249" y="41795"/>
                  </a:lnTo>
                  <a:close/>
                </a:path>
                <a:path w="3413760" h="295909">
                  <a:moveTo>
                    <a:pt x="2161895" y="233349"/>
                  </a:moveTo>
                  <a:lnTo>
                    <a:pt x="2161463" y="229463"/>
                  </a:lnTo>
                  <a:lnTo>
                    <a:pt x="2159152" y="229463"/>
                  </a:lnTo>
                  <a:lnTo>
                    <a:pt x="2161895" y="233349"/>
                  </a:lnTo>
                  <a:close/>
                </a:path>
                <a:path w="3413760" h="295909">
                  <a:moveTo>
                    <a:pt x="2161895" y="152501"/>
                  </a:moveTo>
                  <a:lnTo>
                    <a:pt x="2161463" y="148615"/>
                  </a:lnTo>
                  <a:lnTo>
                    <a:pt x="2159152" y="148615"/>
                  </a:lnTo>
                  <a:lnTo>
                    <a:pt x="2161895" y="152501"/>
                  </a:lnTo>
                  <a:close/>
                </a:path>
                <a:path w="3413760" h="295909">
                  <a:moveTo>
                    <a:pt x="2161895" y="71640"/>
                  </a:moveTo>
                  <a:lnTo>
                    <a:pt x="2161463" y="67754"/>
                  </a:lnTo>
                  <a:lnTo>
                    <a:pt x="2159152" y="67754"/>
                  </a:lnTo>
                  <a:lnTo>
                    <a:pt x="2161895" y="71640"/>
                  </a:lnTo>
                  <a:close/>
                </a:path>
                <a:path w="3413760" h="295909">
                  <a:moveTo>
                    <a:pt x="2177973" y="244906"/>
                  </a:moveTo>
                  <a:lnTo>
                    <a:pt x="2177745" y="242557"/>
                  </a:lnTo>
                  <a:lnTo>
                    <a:pt x="2172093" y="246113"/>
                  </a:lnTo>
                  <a:lnTo>
                    <a:pt x="2177973" y="244906"/>
                  </a:lnTo>
                  <a:close/>
                </a:path>
                <a:path w="3413760" h="295909">
                  <a:moveTo>
                    <a:pt x="2177973" y="164058"/>
                  </a:moveTo>
                  <a:lnTo>
                    <a:pt x="2177745" y="161709"/>
                  </a:lnTo>
                  <a:lnTo>
                    <a:pt x="2172093" y="165265"/>
                  </a:lnTo>
                  <a:lnTo>
                    <a:pt x="2177973" y="164058"/>
                  </a:lnTo>
                  <a:close/>
                </a:path>
                <a:path w="3413760" h="295909">
                  <a:moveTo>
                    <a:pt x="2177973" y="83210"/>
                  </a:moveTo>
                  <a:lnTo>
                    <a:pt x="2177745" y="80873"/>
                  </a:lnTo>
                  <a:lnTo>
                    <a:pt x="2172093" y="84416"/>
                  </a:lnTo>
                  <a:lnTo>
                    <a:pt x="2177973" y="83210"/>
                  </a:lnTo>
                  <a:close/>
                </a:path>
                <a:path w="3413760" h="295909">
                  <a:moveTo>
                    <a:pt x="2177973" y="2349"/>
                  </a:moveTo>
                  <a:lnTo>
                    <a:pt x="2177745" y="0"/>
                  </a:lnTo>
                  <a:lnTo>
                    <a:pt x="2172093" y="3556"/>
                  </a:lnTo>
                  <a:lnTo>
                    <a:pt x="2177973" y="2349"/>
                  </a:lnTo>
                  <a:close/>
                </a:path>
                <a:path w="3413760" h="295909">
                  <a:moveTo>
                    <a:pt x="2178799" y="252577"/>
                  </a:moveTo>
                  <a:lnTo>
                    <a:pt x="2174430" y="253555"/>
                  </a:lnTo>
                  <a:lnTo>
                    <a:pt x="2175154" y="255739"/>
                  </a:lnTo>
                  <a:lnTo>
                    <a:pt x="2178799" y="252577"/>
                  </a:lnTo>
                  <a:close/>
                </a:path>
                <a:path w="3413760" h="295909">
                  <a:moveTo>
                    <a:pt x="2178799" y="171742"/>
                  </a:moveTo>
                  <a:lnTo>
                    <a:pt x="2174430" y="172707"/>
                  </a:lnTo>
                  <a:lnTo>
                    <a:pt x="2175154" y="174891"/>
                  </a:lnTo>
                  <a:lnTo>
                    <a:pt x="2178799" y="171742"/>
                  </a:lnTo>
                  <a:close/>
                </a:path>
                <a:path w="3413760" h="295909">
                  <a:moveTo>
                    <a:pt x="2178799" y="90881"/>
                  </a:moveTo>
                  <a:lnTo>
                    <a:pt x="2174430" y="91859"/>
                  </a:lnTo>
                  <a:lnTo>
                    <a:pt x="2175154" y="94043"/>
                  </a:lnTo>
                  <a:lnTo>
                    <a:pt x="2178799" y="90881"/>
                  </a:lnTo>
                  <a:close/>
                </a:path>
                <a:path w="3413760" h="295909">
                  <a:moveTo>
                    <a:pt x="2178799" y="10033"/>
                  </a:moveTo>
                  <a:lnTo>
                    <a:pt x="2174430" y="10998"/>
                  </a:lnTo>
                  <a:lnTo>
                    <a:pt x="2175154" y="13182"/>
                  </a:lnTo>
                  <a:lnTo>
                    <a:pt x="2178799" y="10033"/>
                  </a:lnTo>
                  <a:close/>
                </a:path>
                <a:path w="3413760" h="295909">
                  <a:moveTo>
                    <a:pt x="2187613" y="253555"/>
                  </a:moveTo>
                  <a:lnTo>
                    <a:pt x="2183003" y="254927"/>
                  </a:lnTo>
                  <a:lnTo>
                    <a:pt x="2186876" y="255739"/>
                  </a:lnTo>
                  <a:lnTo>
                    <a:pt x="2187613" y="253555"/>
                  </a:lnTo>
                  <a:close/>
                </a:path>
                <a:path w="3413760" h="295909">
                  <a:moveTo>
                    <a:pt x="2187613" y="172707"/>
                  </a:moveTo>
                  <a:lnTo>
                    <a:pt x="2183003" y="174078"/>
                  </a:lnTo>
                  <a:lnTo>
                    <a:pt x="2186876" y="174891"/>
                  </a:lnTo>
                  <a:lnTo>
                    <a:pt x="2187613" y="172707"/>
                  </a:lnTo>
                  <a:close/>
                </a:path>
                <a:path w="3413760" h="295909">
                  <a:moveTo>
                    <a:pt x="2187613" y="91859"/>
                  </a:moveTo>
                  <a:lnTo>
                    <a:pt x="2183003" y="93230"/>
                  </a:lnTo>
                  <a:lnTo>
                    <a:pt x="2186876" y="94043"/>
                  </a:lnTo>
                  <a:lnTo>
                    <a:pt x="2187613" y="91859"/>
                  </a:lnTo>
                  <a:close/>
                </a:path>
                <a:path w="3413760" h="295909">
                  <a:moveTo>
                    <a:pt x="2187613" y="10998"/>
                  </a:moveTo>
                  <a:lnTo>
                    <a:pt x="2183003" y="12369"/>
                  </a:lnTo>
                  <a:lnTo>
                    <a:pt x="2186876" y="13182"/>
                  </a:lnTo>
                  <a:lnTo>
                    <a:pt x="2187613" y="10998"/>
                  </a:lnTo>
                  <a:close/>
                </a:path>
                <a:path w="3413760" h="295909">
                  <a:moveTo>
                    <a:pt x="2190686" y="243928"/>
                  </a:moveTo>
                  <a:lnTo>
                    <a:pt x="2187524" y="243039"/>
                  </a:lnTo>
                  <a:lnTo>
                    <a:pt x="2184057" y="244906"/>
                  </a:lnTo>
                  <a:lnTo>
                    <a:pt x="2190686" y="243928"/>
                  </a:lnTo>
                  <a:close/>
                </a:path>
                <a:path w="3413760" h="295909">
                  <a:moveTo>
                    <a:pt x="2190686" y="163080"/>
                  </a:moveTo>
                  <a:lnTo>
                    <a:pt x="2187524" y="162204"/>
                  </a:lnTo>
                  <a:lnTo>
                    <a:pt x="2184057" y="164058"/>
                  </a:lnTo>
                  <a:lnTo>
                    <a:pt x="2190686" y="163080"/>
                  </a:lnTo>
                  <a:close/>
                </a:path>
                <a:path w="3413760" h="295909">
                  <a:moveTo>
                    <a:pt x="2190686" y="82232"/>
                  </a:moveTo>
                  <a:lnTo>
                    <a:pt x="2187524" y="81343"/>
                  </a:lnTo>
                  <a:lnTo>
                    <a:pt x="2184057" y="83210"/>
                  </a:lnTo>
                  <a:lnTo>
                    <a:pt x="2190686" y="82232"/>
                  </a:lnTo>
                  <a:close/>
                </a:path>
                <a:path w="3413760" h="295909">
                  <a:moveTo>
                    <a:pt x="2190686" y="1371"/>
                  </a:moveTo>
                  <a:lnTo>
                    <a:pt x="2187524" y="482"/>
                  </a:lnTo>
                  <a:lnTo>
                    <a:pt x="2184057" y="2349"/>
                  </a:lnTo>
                  <a:lnTo>
                    <a:pt x="2190686" y="1371"/>
                  </a:lnTo>
                  <a:close/>
                </a:path>
                <a:path w="3413760" h="295909">
                  <a:moveTo>
                    <a:pt x="2190762" y="233349"/>
                  </a:moveTo>
                  <a:lnTo>
                    <a:pt x="2190686" y="226872"/>
                  </a:lnTo>
                  <a:lnTo>
                    <a:pt x="2190204" y="230035"/>
                  </a:lnTo>
                  <a:lnTo>
                    <a:pt x="2190762" y="233349"/>
                  </a:lnTo>
                  <a:close/>
                </a:path>
                <a:path w="3413760" h="295909">
                  <a:moveTo>
                    <a:pt x="2190762" y="152501"/>
                  </a:moveTo>
                  <a:lnTo>
                    <a:pt x="2190686" y="146024"/>
                  </a:lnTo>
                  <a:lnTo>
                    <a:pt x="2190204" y="149186"/>
                  </a:lnTo>
                  <a:lnTo>
                    <a:pt x="2190762" y="152501"/>
                  </a:lnTo>
                  <a:close/>
                </a:path>
                <a:path w="3413760" h="295909">
                  <a:moveTo>
                    <a:pt x="2190762" y="71640"/>
                  </a:moveTo>
                  <a:lnTo>
                    <a:pt x="2190686" y="65163"/>
                  </a:lnTo>
                  <a:lnTo>
                    <a:pt x="2190204" y="68313"/>
                  </a:lnTo>
                  <a:lnTo>
                    <a:pt x="2190762" y="71640"/>
                  </a:lnTo>
                  <a:close/>
                </a:path>
                <a:path w="3413760" h="295909">
                  <a:moveTo>
                    <a:pt x="2200465" y="265201"/>
                  </a:moveTo>
                  <a:lnTo>
                    <a:pt x="2198281" y="261315"/>
                  </a:lnTo>
                  <a:lnTo>
                    <a:pt x="2196338" y="262610"/>
                  </a:lnTo>
                  <a:lnTo>
                    <a:pt x="2200465" y="265201"/>
                  </a:lnTo>
                  <a:close/>
                </a:path>
                <a:path w="3413760" h="295909">
                  <a:moveTo>
                    <a:pt x="2200465" y="184353"/>
                  </a:moveTo>
                  <a:lnTo>
                    <a:pt x="2198281" y="180467"/>
                  </a:lnTo>
                  <a:lnTo>
                    <a:pt x="2196338" y="181762"/>
                  </a:lnTo>
                  <a:lnTo>
                    <a:pt x="2200465" y="184353"/>
                  </a:lnTo>
                  <a:close/>
                </a:path>
                <a:path w="3413760" h="295909">
                  <a:moveTo>
                    <a:pt x="2200465" y="103505"/>
                  </a:moveTo>
                  <a:lnTo>
                    <a:pt x="2198281" y="99618"/>
                  </a:lnTo>
                  <a:lnTo>
                    <a:pt x="2196338" y="100914"/>
                  </a:lnTo>
                  <a:lnTo>
                    <a:pt x="2200465" y="103505"/>
                  </a:lnTo>
                  <a:close/>
                </a:path>
                <a:path w="3413760" h="295909">
                  <a:moveTo>
                    <a:pt x="2200465" y="22644"/>
                  </a:moveTo>
                  <a:lnTo>
                    <a:pt x="2198281" y="18757"/>
                  </a:lnTo>
                  <a:lnTo>
                    <a:pt x="2196338" y="20053"/>
                  </a:lnTo>
                  <a:lnTo>
                    <a:pt x="2200465" y="22644"/>
                  </a:lnTo>
                  <a:close/>
                </a:path>
                <a:path w="3413760" h="295909">
                  <a:moveTo>
                    <a:pt x="2218423" y="285330"/>
                  </a:moveTo>
                  <a:lnTo>
                    <a:pt x="2218169" y="282981"/>
                  </a:lnTo>
                  <a:lnTo>
                    <a:pt x="2212505" y="286537"/>
                  </a:lnTo>
                  <a:lnTo>
                    <a:pt x="2218423" y="285330"/>
                  </a:lnTo>
                  <a:close/>
                </a:path>
                <a:path w="3413760" h="295909">
                  <a:moveTo>
                    <a:pt x="2218423" y="204482"/>
                  </a:moveTo>
                  <a:lnTo>
                    <a:pt x="2218169" y="202133"/>
                  </a:lnTo>
                  <a:lnTo>
                    <a:pt x="2212505" y="205689"/>
                  </a:lnTo>
                  <a:lnTo>
                    <a:pt x="2218423" y="204482"/>
                  </a:lnTo>
                  <a:close/>
                </a:path>
                <a:path w="3413760" h="295909">
                  <a:moveTo>
                    <a:pt x="2218423" y="123634"/>
                  </a:moveTo>
                  <a:lnTo>
                    <a:pt x="2218169" y="121285"/>
                  </a:lnTo>
                  <a:lnTo>
                    <a:pt x="2212505" y="124841"/>
                  </a:lnTo>
                  <a:lnTo>
                    <a:pt x="2218423" y="123634"/>
                  </a:lnTo>
                  <a:close/>
                </a:path>
                <a:path w="3413760" h="295909">
                  <a:moveTo>
                    <a:pt x="2218423" y="42773"/>
                  </a:moveTo>
                  <a:lnTo>
                    <a:pt x="2218169" y="40424"/>
                  </a:lnTo>
                  <a:lnTo>
                    <a:pt x="2212505" y="43980"/>
                  </a:lnTo>
                  <a:lnTo>
                    <a:pt x="2218423" y="42773"/>
                  </a:lnTo>
                  <a:close/>
                </a:path>
                <a:path w="3413760" h="295909">
                  <a:moveTo>
                    <a:pt x="2222614" y="273761"/>
                  </a:moveTo>
                  <a:lnTo>
                    <a:pt x="2221534" y="265595"/>
                  </a:lnTo>
                  <a:lnTo>
                    <a:pt x="2219464" y="265595"/>
                  </a:lnTo>
                  <a:lnTo>
                    <a:pt x="2222614" y="273761"/>
                  </a:lnTo>
                  <a:close/>
                </a:path>
                <a:path w="3413760" h="295909">
                  <a:moveTo>
                    <a:pt x="2222614" y="192925"/>
                  </a:moveTo>
                  <a:lnTo>
                    <a:pt x="2221534" y="184746"/>
                  </a:lnTo>
                  <a:lnTo>
                    <a:pt x="2219464" y="184746"/>
                  </a:lnTo>
                  <a:lnTo>
                    <a:pt x="2222614" y="192925"/>
                  </a:lnTo>
                  <a:close/>
                </a:path>
                <a:path w="3413760" h="295909">
                  <a:moveTo>
                    <a:pt x="2222614" y="112064"/>
                  </a:moveTo>
                  <a:lnTo>
                    <a:pt x="2221534" y="103898"/>
                  </a:lnTo>
                  <a:lnTo>
                    <a:pt x="2219464" y="103898"/>
                  </a:lnTo>
                  <a:lnTo>
                    <a:pt x="2222614" y="112064"/>
                  </a:lnTo>
                  <a:close/>
                </a:path>
                <a:path w="3413760" h="295909">
                  <a:moveTo>
                    <a:pt x="2222614" y="31216"/>
                  </a:moveTo>
                  <a:lnTo>
                    <a:pt x="2221534" y="23037"/>
                  </a:lnTo>
                  <a:lnTo>
                    <a:pt x="2219464" y="23037"/>
                  </a:lnTo>
                  <a:lnTo>
                    <a:pt x="2222614" y="31216"/>
                  </a:lnTo>
                  <a:close/>
                </a:path>
                <a:path w="3413760" h="295909">
                  <a:moveTo>
                    <a:pt x="2228037" y="293979"/>
                  </a:moveTo>
                  <a:lnTo>
                    <a:pt x="2223668" y="293014"/>
                  </a:lnTo>
                  <a:lnTo>
                    <a:pt x="2223427" y="295351"/>
                  </a:lnTo>
                  <a:lnTo>
                    <a:pt x="2228037" y="293979"/>
                  </a:lnTo>
                  <a:close/>
                </a:path>
                <a:path w="3413760" h="295909">
                  <a:moveTo>
                    <a:pt x="2228037" y="213131"/>
                  </a:moveTo>
                  <a:lnTo>
                    <a:pt x="2223668" y="212166"/>
                  </a:lnTo>
                  <a:lnTo>
                    <a:pt x="2223427" y="214503"/>
                  </a:lnTo>
                  <a:lnTo>
                    <a:pt x="2228037" y="213131"/>
                  </a:lnTo>
                  <a:close/>
                </a:path>
                <a:path w="3413760" h="295909">
                  <a:moveTo>
                    <a:pt x="2228037" y="132283"/>
                  </a:moveTo>
                  <a:lnTo>
                    <a:pt x="2223668" y="131318"/>
                  </a:lnTo>
                  <a:lnTo>
                    <a:pt x="2223427" y="133654"/>
                  </a:lnTo>
                  <a:lnTo>
                    <a:pt x="2228037" y="132283"/>
                  </a:lnTo>
                  <a:close/>
                </a:path>
                <a:path w="3413760" h="295909">
                  <a:moveTo>
                    <a:pt x="2228037" y="51422"/>
                  </a:moveTo>
                  <a:lnTo>
                    <a:pt x="2223668" y="50457"/>
                  </a:lnTo>
                  <a:lnTo>
                    <a:pt x="2223427" y="52806"/>
                  </a:lnTo>
                  <a:lnTo>
                    <a:pt x="2228037" y="51422"/>
                  </a:lnTo>
                  <a:close/>
                </a:path>
                <a:path w="3413760" h="295909">
                  <a:moveTo>
                    <a:pt x="2231110" y="284353"/>
                  </a:moveTo>
                  <a:lnTo>
                    <a:pt x="2227961" y="283464"/>
                  </a:lnTo>
                  <a:lnTo>
                    <a:pt x="2224481" y="285330"/>
                  </a:lnTo>
                  <a:lnTo>
                    <a:pt x="2231110" y="284353"/>
                  </a:lnTo>
                  <a:close/>
                </a:path>
                <a:path w="3413760" h="295909">
                  <a:moveTo>
                    <a:pt x="2231110" y="203504"/>
                  </a:moveTo>
                  <a:lnTo>
                    <a:pt x="2227961" y="202615"/>
                  </a:lnTo>
                  <a:lnTo>
                    <a:pt x="2224481" y="204482"/>
                  </a:lnTo>
                  <a:lnTo>
                    <a:pt x="2231110" y="203504"/>
                  </a:lnTo>
                  <a:close/>
                </a:path>
                <a:path w="3413760" h="295909">
                  <a:moveTo>
                    <a:pt x="2231110" y="122656"/>
                  </a:moveTo>
                  <a:lnTo>
                    <a:pt x="2227961" y="121767"/>
                  </a:lnTo>
                  <a:lnTo>
                    <a:pt x="2224481" y="123634"/>
                  </a:lnTo>
                  <a:lnTo>
                    <a:pt x="2231110" y="122656"/>
                  </a:lnTo>
                  <a:close/>
                </a:path>
                <a:path w="3413760" h="295909">
                  <a:moveTo>
                    <a:pt x="2231110" y="41795"/>
                  </a:moveTo>
                  <a:lnTo>
                    <a:pt x="2227961" y="40906"/>
                  </a:lnTo>
                  <a:lnTo>
                    <a:pt x="2224481" y="42773"/>
                  </a:lnTo>
                  <a:lnTo>
                    <a:pt x="2231110" y="41795"/>
                  </a:lnTo>
                  <a:close/>
                </a:path>
                <a:path w="3413760" h="295909">
                  <a:moveTo>
                    <a:pt x="2242756" y="233349"/>
                  </a:moveTo>
                  <a:lnTo>
                    <a:pt x="2242324" y="229463"/>
                  </a:lnTo>
                  <a:lnTo>
                    <a:pt x="2240000" y="229463"/>
                  </a:lnTo>
                  <a:lnTo>
                    <a:pt x="2242756" y="233349"/>
                  </a:lnTo>
                  <a:close/>
                </a:path>
                <a:path w="3413760" h="295909">
                  <a:moveTo>
                    <a:pt x="2242756" y="152501"/>
                  </a:moveTo>
                  <a:lnTo>
                    <a:pt x="2242324" y="148615"/>
                  </a:lnTo>
                  <a:lnTo>
                    <a:pt x="2240000" y="148615"/>
                  </a:lnTo>
                  <a:lnTo>
                    <a:pt x="2242756" y="152501"/>
                  </a:lnTo>
                  <a:close/>
                </a:path>
                <a:path w="3413760" h="295909">
                  <a:moveTo>
                    <a:pt x="2242756" y="71640"/>
                  </a:moveTo>
                  <a:lnTo>
                    <a:pt x="2242324" y="67754"/>
                  </a:lnTo>
                  <a:lnTo>
                    <a:pt x="2240000" y="67754"/>
                  </a:lnTo>
                  <a:lnTo>
                    <a:pt x="2242756" y="71640"/>
                  </a:lnTo>
                  <a:close/>
                </a:path>
                <a:path w="3413760" h="295909">
                  <a:moveTo>
                    <a:pt x="2258847" y="244906"/>
                  </a:moveTo>
                  <a:lnTo>
                    <a:pt x="2258593" y="242557"/>
                  </a:lnTo>
                  <a:lnTo>
                    <a:pt x="2252942" y="246113"/>
                  </a:lnTo>
                  <a:lnTo>
                    <a:pt x="2258847" y="244906"/>
                  </a:lnTo>
                  <a:close/>
                </a:path>
                <a:path w="3413760" h="295909">
                  <a:moveTo>
                    <a:pt x="2258847" y="164058"/>
                  </a:moveTo>
                  <a:lnTo>
                    <a:pt x="2258593" y="161709"/>
                  </a:lnTo>
                  <a:lnTo>
                    <a:pt x="2252942" y="165265"/>
                  </a:lnTo>
                  <a:lnTo>
                    <a:pt x="2258847" y="164058"/>
                  </a:lnTo>
                  <a:close/>
                </a:path>
                <a:path w="3413760" h="295909">
                  <a:moveTo>
                    <a:pt x="2258847" y="83210"/>
                  </a:moveTo>
                  <a:lnTo>
                    <a:pt x="2258593" y="80873"/>
                  </a:lnTo>
                  <a:lnTo>
                    <a:pt x="2252942" y="84416"/>
                  </a:lnTo>
                  <a:lnTo>
                    <a:pt x="2258847" y="83210"/>
                  </a:lnTo>
                  <a:close/>
                </a:path>
                <a:path w="3413760" h="295909">
                  <a:moveTo>
                    <a:pt x="2258847" y="2349"/>
                  </a:moveTo>
                  <a:lnTo>
                    <a:pt x="2258593" y="0"/>
                  </a:lnTo>
                  <a:lnTo>
                    <a:pt x="2252942" y="3556"/>
                  </a:lnTo>
                  <a:lnTo>
                    <a:pt x="2258847" y="2349"/>
                  </a:lnTo>
                  <a:close/>
                </a:path>
                <a:path w="3413760" h="295909">
                  <a:moveTo>
                    <a:pt x="2259647" y="252577"/>
                  </a:moveTo>
                  <a:lnTo>
                    <a:pt x="2255278" y="253555"/>
                  </a:lnTo>
                  <a:lnTo>
                    <a:pt x="2256015" y="255739"/>
                  </a:lnTo>
                  <a:lnTo>
                    <a:pt x="2259647" y="252577"/>
                  </a:lnTo>
                  <a:close/>
                </a:path>
                <a:path w="3413760" h="295909">
                  <a:moveTo>
                    <a:pt x="2259647" y="171742"/>
                  </a:moveTo>
                  <a:lnTo>
                    <a:pt x="2255278" y="172707"/>
                  </a:lnTo>
                  <a:lnTo>
                    <a:pt x="2256015" y="174891"/>
                  </a:lnTo>
                  <a:lnTo>
                    <a:pt x="2259647" y="171742"/>
                  </a:lnTo>
                  <a:close/>
                </a:path>
                <a:path w="3413760" h="295909">
                  <a:moveTo>
                    <a:pt x="2259647" y="90881"/>
                  </a:moveTo>
                  <a:lnTo>
                    <a:pt x="2255278" y="91859"/>
                  </a:lnTo>
                  <a:lnTo>
                    <a:pt x="2256015" y="94043"/>
                  </a:lnTo>
                  <a:lnTo>
                    <a:pt x="2259647" y="90881"/>
                  </a:lnTo>
                  <a:close/>
                </a:path>
                <a:path w="3413760" h="295909">
                  <a:moveTo>
                    <a:pt x="2259647" y="10033"/>
                  </a:moveTo>
                  <a:lnTo>
                    <a:pt x="2255278" y="10998"/>
                  </a:lnTo>
                  <a:lnTo>
                    <a:pt x="2256015" y="13182"/>
                  </a:lnTo>
                  <a:lnTo>
                    <a:pt x="2259647" y="10033"/>
                  </a:lnTo>
                  <a:close/>
                </a:path>
                <a:path w="3413760" h="295909">
                  <a:moveTo>
                    <a:pt x="2268474" y="253555"/>
                  </a:moveTo>
                  <a:lnTo>
                    <a:pt x="2263851" y="254927"/>
                  </a:lnTo>
                  <a:lnTo>
                    <a:pt x="2267724" y="255739"/>
                  </a:lnTo>
                  <a:lnTo>
                    <a:pt x="2268474" y="253555"/>
                  </a:lnTo>
                  <a:close/>
                </a:path>
                <a:path w="3413760" h="295909">
                  <a:moveTo>
                    <a:pt x="2268474" y="172707"/>
                  </a:moveTo>
                  <a:lnTo>
                    <a:pt x="2263851" y="174078"/>
                  </a:lnTo>
                  <a:lnTo>
                    <a:pt x="2267724" y="174891"/>
                  </a:lnTo>
                  <a:lnTo>
                    <a:pt x="2268474" y="172707"/>
                  </a:lnTo>
                  <a:close/>
                </a:path>
                <a:path w="3413760" h="295909">
                  <a:moveTo>
                    <a:pt x="2268474" y="91859"/>
                  </a:moveTo>
                  <a:lnTo>
                    <a:pt x="2263851" y="93230"/>
                  </a:lnTo>
                  <a:lnTo>
                    <a:pt x="2267724" y="94043"/>
                  </a:lnTo>
                  <a:lnTo>
                    <a:pt x="2268474" y="91859"/>
                  </a:lnTo>
                  <a:close/>
                </a:path>
                <a:path w="3413760" h="295909">
                  <a:moveTo>
                    <a:pt x="2268474" y="10998"/>
                  </a:moveTo>
                  <a:lnTo>
                    <a:pt x="2263851" y="12369"/>
                  </a:lnTo>
                  <a:lnTo>
                    <a:pt x="2267724" y="13182"/>
                  </a:lnTo>
                  <a:lnTo>
                    <a:pt x="2268474" y="10998"/>
                  </a:lnTo>
                  <a:close/>
                </a:path>
                <a:path w="3413760" h="295909">
                  <a:moveTo>
                    <a:pt x="2271547" y="243928"/>
                  </a:moveTo>
                  <a:lnTo>
                    <a:pt x="2268385" y="243039"/>
                  </a:lnTo>
                  <a:lnTo>
                    <a:pt x="2264905" y="244906"/>
                  </a:lnTo>
                  <a:lnTo>
                    <a:pt x="2271547" y="243928"/>
                  </a:lnTo>
                  <a:close/>
                </a:path>
                <a:path w="3413760" h="295909">
                  <a:moveTo>
                    <a:pt x="2271547" y="163080"/>
                  </a:moveTo>
                  <a:lnTo>
                    <a:pt x="2268385" y="162204"/>
                  </a:lnTo>
                  <a:lnTo>
                    <a:pt x="2264905" y="164058"/>
                  </a:lnTo>
                  <a:lnTo>
                    <a:pt x="2271547" y="163080"/>
                  </a:lnTo>
                  <a:close/>
                </a:path>
                <a:path w="3413760" h="295909">
                  <a:moveTo>
                    <a:pt x="2271547" y="82232"/>
                  </a:moveTo>
                  <a:lnTo>
                    <a:pt x="2268385" y="81343"/>
                  </a:lnTo>
                  <a:lnTo>
                    <a:pt x="2264905" y="83210"/>
                  </a:lnTo>
                  <a:lnTo>
                    <a:pt x="2271547" y="82232"/>
                  </a:lnTo>
                  <a:close/>
                </a:path>
                <a:path w="3413760" h="295909">
                  <a:moveTo>
                    <a:pt x="2271547" y="1371"/>
                  </a:moveTo>
                  <a:lnTo>
                    <a:pt x="2268385" y="482"/>
                  </a:lnTo>
                  <a:lnTo>
                    <a:pt x="2264905" y="2349"/>
                  </a:lnTo>
                  <a:lnTo>
                    <a:pt x="2271547" y="1371"/>
                  </a:lnTo>
                  <a:close/>
                </a:path>
                <a:path w="3413760" h="295909">
                  <a:moveTo>
                    <a:pt x="2271623" y="233349"/>
                  </a:moveTo>
                  <a:lnTo>
                    <a:pt x="2271547" y="226872"/>
                  </a:lnTo>
                  <a:lnTo>
                    <a:pt x="2271039" y="230035"/>
                  </a:lnTo>
                  <a:lnTo>
                    <a:pt x="2271623" y="233349"/>
                  </a:lnTo>
                  <a:close/>
                </a:path>
                <a:path w="3413760" h="295909">
                  <a:moveTo>
                    <a:pt x="2271623" y="152501"/>
                  </a:moveTo>
                  <a:lnTo>
                    <a:pt x="2271547" y="146024"/>
                  </a:lnTo>
                  <a:lnTo>
                    <a:pt x="2271039" y="149186"/>
                  </a:lnTo>
                  <a:lnTo>
                    <a:pt x="2271623" y="152501"/>
                  </a:lnTo>
                  <a:close/>
                </a:path>
                <a:path w="3413760" h="295909">
                  <a:moveTo>
                    <a:pt x="2271623" y="71640"/>
                  </a:moveTo>
                  <a:lnTo>
                    <a:pt x="2271547" y="65163"/>
                  </a:lnTo>
                  <a:lnTo>
                    <a:pt x="2271039" y="68313"/>
                  </a:lnTo>
                  <a:lnTo>
                    <a:pt x="2271623" y="71640"/>
                  </a:lnTo>
                  <a:close/>
                </a:path>
                <a:path w="3413760" h="295909">
                  <a:moveTo>
                    <a:pt x="2281313" y="265201"/>
                  </a:moveTo>
                  <a:lnTo>
                    <a:pt x="2279142" y="261315"/>
                  </a:lnTo>
                  <a:lnTo>
                    <a:pt x="2277199" y="262610"/>
                  </a:lnTo>
                  <a:lnTo>
                    <a:pt x="2281313" y="265201"/>
                  </a:lnTo>
                  <a:close/>
                </a:path>
                <a:path w="3413760" h="295909">
                  <a:moveTo>
                    <a:pt x="2281313" y="184353"/>
                  </a:moveTo>
                  <a:lnTo>
                    <a:pt x="2279142" y="180467"/>
                  </a:lnTo>
                  <a:lnTo>
                    <a:pt x="2277199" y="181762"/>
                  </a:lnTo>
                  <a:lnTo>
                    <a:pt x="2281313" y="184353"/>
                  </a:lnTo>
                  <a:close/>
                </a:path>
                <a:path w="3413760" h="295909">
                  <a:moveTo>
                    <a:pt x="2281313" y="103505"/>
                  </a:moveTo>
                  <a:lnTo>
                    <a:pt x="2279142" y="99618"/>
                  </a:lnTo>
                  <a:lnTo>
                    <a:pt x="2277199" y="100914"/>
                  </a:lnTo>
                  <a:lnTo>
                    <a:pt x="2281313" y="103505"/>
                  </a:lnTo>
                  <a:close/>
                </a:path>
                <a:path w="3413760" h="295909">
                  <a:moveTo>
                    <a:pt x="2281313" y="22644"/>
                  </a:moveTo>
                  <a:lnTo>
                    <a:pt x="2279142" y="18757"/>
                  </a:lnTo>
                  <a:lnTo>
                    <a:pt x="2277199" y="20053"/>
                  </a:lnTo>
                  <a:lnTo>
                    <a:pt x="2281313" y="22644"/>
                  </a:lnTo>
                  <a:close/>
                </a:path>
                <a:path w="3413760" h="295909">
                  <a:moveTo>
                    <a:pt x="2299271" y="285330"/>
                  </a:moveTo>
                  <a:lnTo>
                    <a:pt x="2299030" y="282981"/>
                  </a:lnTo>
                  <a:lnTo>
                    <a:pt x="2293366" y="286537"/>
                  </a:lnTo>
                  <a:lnTo>
                    <a:pt x="2299271" y="285330"/>
                  </a:lnTo>
                  <a:close/>
                </a:path>
                <a:path w="3413760" h="295909">
                  <a:moveTo>
                    <a:pt x="2299271" y="204482"/>
                  </a:moveTo>
                  <a:lnTo>
                    <a:pt x="2299030" y="202133"/>
                  </a:lnTo>
                  <a:lnTo>
                    <a:pt x="2293366" y="205689"/>
                  </a:lnTo>
                  <a:lnTo>
                    <a:pt x="2299271" y="204482"/>
                  </a:lnTo>
                  <a:close/>
                </a:path>
                <a:path w="3413760" h="295909">
                  <a:moveTo>
                    <a:pt x="2299271" y="123634"/>
                  </a:moveTo>
                  <a:lnTo>
                    <a:pt x="2299030" y="121285"/>
                  </a:lnTo>
                  <a:lnTo>
                    <a:pt x="2293366" y="124841"/>
                  </a:lnTo>
                  <a:lnTo>
                    <a:pt x="2299271" y="123634"/>
                  </a:lnTo>
                  <a:close/>
                </a:path>
                <a:path w="3413760" h="295909">
                  <a:moveTo>
                    <a:pt x="2299271" y="42773"/>
                  </a:moveTo>
                  <a:lnTo>
                    <a:pt x="2299030" y="40424"/>
                  </a:lnTo>
                  <a:lnTo>
                    <a:pt x="2293366" y="43980"/>
                  </a:lnTo>
                  <a:lnTo>
                    <a:pt x="2299271" y="42773"/>
                  </a:lnTo>
                  <a:close/>
                </a:path>
                <a:path w="3413760" h="295909">
                  <a:moveTo>
                    <a:pt x="2303475" y="273761"/>
                  </a:moveTo>
                  <a:lnTo>
                    <a:pt x="2302370" y="265595"/>
                  </a:lnTo>
                  <a:lnTo>
                    <a:pt x="2300325" y="265595"/>
                  </a:lnTo>
                  <a:lnTo>
                    <a:pt x="2303475" y="273761"/>
                  </a:lnTo>
                  <a:close/>
                </a:path>
                <a:path w="3413760" h="295909">
                  <a:moveTo>
                    <a:pt x="2303475" y="192925"/>
                  </a:moveTo>
                  <a:lnTo>
                    <a:pt x="2302370" y="184746"/>
                  </a:lnTo>
                  <a:lnTo>
                    <a:pt x="2300325" y="184746"/>
                  </a:lnTo>
                  <a:lnTo>
                    <a:pt x="2303475" y="192925"/>
                  </a:lnTo>
                  <a:close/>
                </a:path>
                <a:path w="3413760" h="295909">
                  <a:moveTo>
                    <a:pt x="2303475" y="112064"/>
                  </a:moveTo>
                  <a:lnTo>
                    <a:pt x="2302370" y="103898"/>
                  </a:lnTo>
                  <a:lnTo>
                    <a:pt x="2300325" y="103898"/>
                  </a:lnTo>
                  <a:lnTo>
                    <a:pt x="2303475" y="112064"/>
                  </a:lnTo>
                  <a:close/>
                </a:path>
                <a:path w="3413760" h="295909">
                  <a:moveTo>
                    <a:pt x="2303475" y="31216"/>
                  </a:moveTo>
                  <a:lnTo>
                    <a:pt x="2302370" y="23037"/>
                  </a:lnTo>
                  <a:lnTo>
                    <a:pt x="2300325" y="23037"/>
                  </a:lnTo>
                  <a:lnTo>
                    <a:pt x="2303475" y="31216"/>
                  </a:lnTo>
                  <a:close/>
                </a:path>
                <a:path w="3413760" h="295909">
                  <a:moveTo>
                    <a:pt x="2308898" y="293979"/>
                  </a:moveTo>
                  <a:lnTo>
                    <a:pt x="2304516" y="293014"/>
                  </a:lnTo>
                  <a:lnTo>
                    <a:pt x="2304288" y="295351"/>
                  </a:lnTo>
                  <a:lnTo>
                    <a:pt x="2308898" y="293979"/>
                  </a:lnTo>
                  <a:close/>
                </a:path>
                <a:path w="3413760" h="295909">
                  <a:moveTo>
                    <a:pt x="2308898" y="213131"/>
                  </a:moveTo>
                  <a:lnTo>
                    <a:pt x="2304516" y="212166"/>
                  </a:lnTo>
                  <a:lnTo>
                    <a:pt x="2304288" y="214503"/>
                  </a:lnTo>
                  <a:lnTo>
                    <a:pt x="2308898" y="213131"/>
                  </a:lnTo>
                  <a:close/>
                </a:path>
                <a:path w="3413760" h="295909">
                  <a:moveTo>
                    <a:pt x="2308898" y="132283"/>
                  </a:moveTo>
                  <a:lnTo>
                    <a:pt x="2304516" y="131318"/>
                  </a:lnTo>
                  <a:lnTo>
                    <a:pt x="2304288" y="133654"/>
                  </a:lnTo>
                  <a:lnTo>
                    <a:pt x="2308898" y="132283"/>
                  </a:lnTo>
                  <a:close/>
                </a:path>
                <a:path w="3413760" h="295909">
                  <a:moveTo>
                    <a:pt x="2308898" y="51422"/>
                  </a:moveTo>
                  <a:lnTo>
                    <a:pt x="2304516" y="50457"/>
                  </a:lnTo>
                  <a:lnTo>
                    <a:pt x="2304288" y="52806"/>
                  </a:lnTo>
                  <a:lnTo>
                    <a:pt x="2308898" y="51422"/>
                  </a:lnTo>
                  <a:close/>
                </a:path>
                <a:path w="3413760" h="295909">
                  <a:moveTo>
                    <a:pt x="2311958" y="284353"/>
                  </a:moveTo>
                  <a:lnTo>
                    <a:pt x="2308809" y="283464"/>
                  </a:lnTo>
                  <a:lnTo>
                    <a:pt x="2305329" y="285330"/>
                  </a:lnTo>
                  <a:lnTo>
                    <a:pt x="2311958" y="284353"/>
                  </a:lnTo>
                  <a:close/>
                </a:path>
                <a:path w="3413760" h="295909">
                  <a:moveTo>
                    <a:pt x="2311958" y="203504"/>
                  </a:moveTo>
                  <a:lnTo>
                    <a:pt x="2308809" y="202615"/>
                  </a:lnTo>
                  <a:lnTo>
                    <a:pt x="2305329" y="204482"/>
                  </a:lnTo>
                  <a:lnTo>
                    <a:pt x="2311958" y="203504"/>
                  </a:lnTo>
                  <a:close/>
                </a:path>
                <a:path w="3413760" h="295909">
                  <a:moveTo>
                    <a:pt x="2311958" y="122656"/>
                  </a:moveTo>
                  <a:lnTo>
                    <a:pt x="2308809" y="121767"/>
                  </a:lnTo>
                  <a:lnTo>
                    <a:pt x="2305329" y="123634"/>
                  </a:lnTo>
                  <a:lnTo>
                    <a:pt x="2311958" y="122656"/>
                  </a:lnTo>
                  <a:close/>
                </a:path>
                <a:path w="3413760" h="295909">
                  <a:moveTo>
                    <a:pt x="2311958" y="41795"/>
                  </a:moveTo>
                  <a:lnTo>
                    <a:pt x="2308809" y="40906"/>
                  </a:lnTo>
                  <a:lnTo>
                    <a:pt x="2305329" y="42773"/>
                  </a:lnTo>
                  <a:lnTo>
                    <a:pt x="2311958" y="41795"/>
                  </a:lnTo>
                  <a:close/>
                </a:path>
                <a:path w="3413760" h="295909">
                  <a:moveTo>
                    <a:pt x="2323592" y="233349"/>
                  </a:moveTo>
                  <a:lnTo>
                    <a:pt x="2323173" y="229463"/>
                  </a:lnTo>
                  <a:lnTo>
                    <a:pt x="2320861" y="229463"/>
                  </a:lnTo>
                  <a:lnTo>
                    <a:pt x="2323592" y="233349"/>
                  </a:lnTo>
                  <a:close/>
                </a:path>
                <a:path w="3413760" h="295909">
                  <a:moveTo>
                    <a:pt x="2323592" y="152501"/>
                  </a:moveTo>
                  <a:lnTo>
                    <a:pt x="2323173" y="148615"/>
                  </a:lnTo>
                  <a:lnTo>
                    <a:pt x="2320861" y="148615"/>
                  </a:lnTo>
                  <a:lnTo>
                    <a:pt x="2323592" y="152501"/>
                  </a:lnTo>
                  <a:close/>
                </a:path>
                <a:path w="3413760" h="295909">
                  <a:moveTo>
                    <a:pt x="2323592" y="71640"/>
                  </a:moveTo>
                  <a:lnTo>
                    <a:pt x="2323173" y="67754"/>
                  </a:lnTo>
                  <a:lnTo>
                    <a:pt x="2320861" y="67754"/>
                  </a:lnTo>
                  <a:lnTo>
                    <a:pt x="2323592" y="71640"/>
                  </a:lnTo>
                  <a:close/>
                </a:path>
                <a:path w="3413760" h="295909">
                  <a:moveTo>
                    <a:pt x="2339695" y="244906"/>
                  </a:moveTo>
                  <a:lnTo>
                    <a:pt x="2339441" y="242557"/>
                  </a:lnTo>
                  <a:lnTo>
                    <a:pt x="2333790" y="246113"/>
                  </a:lnTo>
                  <a:lnTo>
                    <a:pt x="2339695" y="244906"/>
                  </a:lnTo>
                  <a:close/>
                </a:path>
                <a:path w="3413760" h="295909">
                  <a:moveTo>
                    <a:pt x="2339695" y="164058"/>
                  </a:moveTo>
                  <a:lnTo>
                    <a:pt x="2339441" y="161709"/>
                  </a:lnTo>
                  <a:lnTo>
                    <a:pt x="2333790" y="165265"/>
                  </a:lnTo>
                  <a:lnTo>
                    <a:pt x="2339695" y="164058"/>
                  </a:lnTo>
                  <a:close/>
                </a:path>
                <a:path w="3413760" h="295909">
                  <a:moveTo>
                    <a:pt x="2339695" y="83210"/>
                  </a:moveTo>
                  <a:lnTo>
                    <a:pt x="2339441" y="80873"/>
                  </a:lnTo>
                  <a:lnTo>
                    <a:pt x="2333790" y="84416"/>
                  </a:lnTo>
                  <a:lnTo>
                    <a:pt x="2339695" y="83210"/>
                  </a:lnTo>
                  <a:close/>
                </a:path>
                <a:path w="3413760" h="295909">
                  <a:moveTo>
                    <a:pt x="2339695" y="2349"/>
                  </a:moveTo>
                  <a:lnTo>
                    <a:pt x="2339441" y="0"/>
                  </a:lnTo>
                  <a:lnTo>
                    <a:pt x="2333790" y="3556"/>
                  </a:lnTo>
                  <a:lnTo>
                    <a:pt x="2339695" y="2349"/>
                  </a:lnTo>
                  <a:close/>
                </a:path>
                <a:path w="3413760" h="295909">
                  <a:moveTo>
                    <a:pt x="2340508" y="252577"/>
                  </a:moveTo>
                  <a:lnTo>
                    <a:pt x="2336127" y="253555"/>
                  </a:lnTo>
                  <a:lnTo>
                    <a:pt x="2336863" y="255739"/>
                  </a:lnTo>
                  <a:lnTo>
                    <a:pt x="2340508" y="252577"/>
                  </a:lnTo>
                  <a:close/>
                </a:path>
                <a:path w="3413760" h="295909">
                  <a:moveTo>
                    <a:pt x="2340508" y="171742"/>
                  </a:moveTo>
                  <a:lnTo>
                    <a:pt x="2336127" y="172707"/>
                  </a:lnTo>
                  <a:lnTo>
                    <a:pt x="2336863" y="174891"/>
                  </a:lnTo>
                  <a:lnTo>
                    <a:pt x="2340508" y="171742"/>
                  </a:lnTo>
                  <a:close/>
                </a:path>
                <a:path w="3413760" h="295909">
                  <a:moveTo>
                    <a:pt x="2340508" y="90881"/>
                  </a:moveTo>
                  <a:lnTo>
                    <a:pt x="2336127" y="91859"/>
                  </a:lnTo>
                  <a:lnTo>
                    <a:pt x="2336863" y="94043"/>
                  </a:lnTo>
                  <a:lnTo>
                    <a:pt x="2340508" y="90881"/>
                  </a:lnTo>
                  <a:close/>
                </a:path>
                <a:path w="3413760" h="295909">
                  <a:moveTo>
                    <a:pt x="2340508" y="10033"/>
                  </a:moveTo>
                  <a:lnTo>
                    <a:pt x="2336127" y="10998"/>
                  </a:lnTo>
                  <a:lnTo>
                    <a:pt x="2336863" y="13182"/>
                  </a:lnTo>
                  <a:lnTo>
                    <a:pt x="2340508" y="10033"/>
                  </a:lnTo>
                  <a:close/>
                </a:path>
                <a:path w="3413760" h="295909">
                  <a:moveTo>
                    <a:pt x="2349322" y="253555"/>
                  </a:moveTo>
                  <a:lnTo>
                    <a:pt x="2344712" y="254927"/>
                  </a:lnTo>
                  <a:lnTo>
                    <a:pt x="2348585" y="255739"/>
                  </a:lnTo>
                  <a:lnTo>
                    <a:pt x="2349322" y="253555"/>
                  </a:lnTo>
                  <a:close/>
                </a:path>
                <a:path w="3413760" h="295909">
                  <a:moveTo>
                    <a:pt x="2349322" y="172707"/>
                  </a:moveTo>
                  <a:lnTo>
                    <a:pt x="2344712" y="174078"/>
                  </a:lnTo>
                  <a:lnTo>
                    <a:pt x="2348585" y="174891"/>
                  </a:lnTo>
                  <a:lnTo>
                    <a:pt x="2349322" y="172707"/>
                  </a:lnTo>
                  <a:close/>
                </a:path>
                <a:path w="3413760" h="295909">
                  <a:moveTo>
                    <a:pt x="2349322" y="91859"/>
                  </a:moveTo>
                  <a:lnTo>
                    <a:pt x="2344712" y="93230"/>
                  </a:lnTo>
                  <a:lnTo>
                    <a:pt x="2348585" y="94043"/>
                  </a:lnTo>
                  <a:lnTo>
                    <a:pt x="2349322" y="91859"/>
                  </a:lnTo>
                  <a:close/>
                </a:path>
                <a:path w="3413760" h="295909">
                  <a:moveTo>
                    <a:pt x="2349322" y="10998"/>
                  </a:moveTo>
                  <a:lnTo>
                    <a:pt x="2344712" y="12369"/>
                  </a:lnTo>
                  <a:lnTo>
                    <a:pt x="2348585" y="13182"/>
                  </a:lnTo>
                  <a:lnTo>
                    <a:pt x="2349322" y="10998"/>
                  </a:lnTo>
                  <a:close/>
                </a:path>
                <a:path w="3413760" h="295909">
                  <a:moveTo>
                    <a:pt x="2352383" y="243928"/>
                  </a:moveTo>
                  <a:lnTo>
                    <a:pt x="2349233" y="243039"/>
                  </a:lnTo>
                  <a:lnTo>
                    <a:pt x="2345753" y="244906"/>
                  </a:lnTo>
                  <a:lnTo>
                    <a:pt x="2352383" y="243928"/>
                  </a:lnTo>
                  <a:close/>
                </a:path>
                <a:path w="3413760" h="295909">
                  <a:moveTo>
                    <a:pt x="2352383" y="163080"/>
                  </a:moveTo>
                  <a:lnTo>
                    <a:pt x="2349233" y="162204"/>
                  </a:lnTo>
                  <a:lnTo>
                    <a:pt x="2345753" y="164058"/>
                  </a:lnTo>
                  <a:lnTo>
                    <a:pt x="2352383" y="163080"/>
                  </a:lnTo>
                  <a:close/>
                </a:path>
                <a:path w="3413760" h="295909">
                  <a:moveTo>
                    <a:pt x="2352383" y="82232"/>
                  </a:moveTo>
                  <a:lnTo>
                    <a:pt x="2349233" y="81343"/>
                  </a:lnTo>
                  <a:lnTo>
                    <a:pt x="2345753" y="83210"/>
                  </a:lnTo>
                  <a:lnTo>
                    <a:pt x="2352383" y="82232"/>
                  </a:lnTo>
                  <a:close/>
                </a:path>
                <a:path w="3413760" h="295909">
                  <a:moveTo>
                    <a:pt x="2352383" y="1371"/>
                  </a:moveTo>
                  <a:lnTo>
                    <a:pt x="2349233" y="482"/>
                  </a:lnTo>
                  <a:lnTo>
                    <a:pt x="2345753" y="2349"/>
                  </a:lnTo>
                  <a:lnTo>
                    <a:pt x="2352383" y="1371"/>
                  </a:lnTo>
                  <a:close/>
                </a:path>
                <a:path w="3413760" h="295909">
                  <a:moveTo>
                    <a:pt x="2352471" y="233349"/>
                  </a:moveTo>
                  <a:lnTo>
                    <a:pt x="2352383" y="226872"/>
                  </a:lnTo>
                  <a:lnTo>
                    <a:pt x="2351913" y="230035"/>
                  </a:lnTo>
                  <a:lnTo>
                    <a:pt x="2352471" y="233349"/>
                  </a:lnTo>
                  <a:close/>
                </a:path>
                <a:path w="3413760" h="295909">
                  <a:moveTo>
                    <a:pt x="2352471" y="152501"/>
                  </a:moveTo>
                  <a:lnTo>
                    <a:pt x="2352383" y="146024"/>
                  </a:lnTo>
                  <a:lnTo>
                    <a:pt x="2351913" y="149186"/>
                  </a:lnTo>
                  <a:lnTo>
                    <a:pt x="2352471" y="152501"/>
                  </a:lnTo>
                  <a:close/>
                </a:path>
                <a:path w="3413760" h="295909">
                  <a:moveTo>
                    <a:pt x="2352471" y="71640"/>
                  </a:moveTo>
                  <a:lnTo>
                    <a:pt x="2352383" y="65163"/>
                  </a:lnTo>
                  <a:lnTo>
                    <a:pt x="2351913" y="68313"/>
                  </a:lnTo>
                  <a:lnTo>
                    <a:pt x="2352471" y="71640"/>
                  </a:lnTo>
                  <a:close/>
                </a:path>
                <a:path w="3413760" h="295909">
                  <a:moveTo>
                    <a:pt x="2362174" y="265201"/>
                  </a:moveTo>
                  <a:lnTo>
                    <a:pt x="2359977" y="261315"/>
                  </a:lnTo>
                  <a:lnTo>
                    <a:pt x="2358047" y="262610"/>
                  </a:lnTo>
                  <a:lnTo>
                    <a:pt x="2362174" y="265201"/>
                  </a:lnTo>
                  <a:close/>
                </a:path>
                <a:path w="3413760" h="295909">
                  <a:moveTo>
                    <a:pt x="2362174" y="184353"/>
                  </a:moveTo>
                  <a:lnTo>
                    <a:pt x="2359977" y="180467"/>
                  </a:lnTo>
                  <a:lnTo>
                    <a:pt x="2358047" y="181762"/>
                  </a:lnTo>
                  <a:lnTo>
                    <a:pt x="2362174" y="184353"/>
                  </a:lnTo>
                  <a:close/>
                </a:path>
                <a:path w="3413760" h="295909">
                  <a:moveTo>
                    <a:pt x="2362174" y="103505"/>
                  </a:moveTo>
                  <a:lnTo>
                    <a:pt x="2359977" y="99618"/>
                  </a:lnTo>
                  <a:lnTo>
                    <a:pt x="2358047" y="100914"/>
                  </a:lnTo>
                  <a:lnTo>
                    <a:pt x="2362174" y="103505"/>
                  </a:lnTo>
                  <a:close/>
                </a:path>
                <a:path w="3413760" h="295909">
                  <a:moveTo>
                    <a:pt x="2362174" y="22644"/>
                  </a:moveTo>
                  <a:lnTo>
                    <a:pt x="2359977" y="18757"/>
                  </a:lnTo>
                  <a:lnTo>
                    <a:pt x="2358047" y="20053"/>
                  </a:lnTo>
                  <a:lnTo>
                    <a:pt x="2362174" y="22644"/>
                  </a:lnTo>
                  <a:close/>
                </a:path>
                <a:path w="3413760" h="295909">
                  <a:moveTo>
                    <a:pt x="2380119" y="285330"/>
                  </a:moveTo>
                  <a:lnTo>
                    <a:pt x="2379865" y="282981"/>
                  </a:lnTo>
                  <a:lnTo>
                    <a:pt x="2374201" y="286537"/>
                  </a:lnTo>
                  <a:lnTo>
                    <a:pt x="2380119" y="285330"/>
                  </a:lnTo>
                  <a:close/>
                </a:path>
                <a:path w="3413760" h="295909">
                  <a:moveTo>
                    <a:pt x="2380119" y="204482"/>
                  </a:moveTo>
                  <a:lnTo>
                    <a:pt x="2379865" y="202133"/>
                  </a:lnTo>
                  <a:lnTo>
                    <a:pt x="2374201" y="205689"/>
                  </a:lnTo>
                  <a:lnTo>
                    <a:pt x="2380119" y="204482"/>
                  </a:lnTo>
                  <a:close/>
                </a:path>
                <a:path w="3413760" h="295909">
                  <a:moveTo>
                    <a:pt x="2380119" y="123634"/>
                  </a:moveTo>
                  <a:lnTo>
                    <a:pt x="2379865" y="121285"/>
                  </a:lnTo>
                  <a:lnTo>
                    <a:pt x="2374201" y="124841"/>
                  </a:lnTo>
                  <a:lnTo>
                    <a:pt x="2380119" y="123634"/>
                  </a:lnTo>
                  <a:close/>
                </a:path>
                <a:path w="3413760" h="295909">
                  <a:moveTo>
                    <a:pt x="2380119" y="42773"/>
                  </a:moveTo>
                  <a:lnTo>
                    <a:pt x="2379865" y="40424"/>
                  </a:lnTo>
                  <a:lnTo>
                    <a:pt x="2374201" y="43980"/>
                  </a:lnTo>
                  <a:lnTo>
                    <a:pt x="2380119" y="42773"/>
                  </a:lnTo>
                  <a:close/>
                </a:path>
                <a:path w="3413760" h="295909">
                  <a:moveTo>
                    <a:pt x="2384323" y="273761"/>
                  </a:moveTo>
                  <a:lnTo>
                    <a:pt x="2383231" y="265595"/>
                  </a:lnTo>
                  <a:lnTo>
                    <a:pt x="2381173" y="265595"/>
                  </a:lnTo>
                  <a:lnTo>
                    <a:pt x="2384323" y="273761"/>
                  </a:lnTo>
                  <a:close/>
                </a:path>
                <a:path w="3413760" h="295909">
                  <a:moveTo>
                    <a:pt x="2384323" y="192925"/>
                  </a:moveTo>
                  <a:lnTo>
                    <a:pt x="2383231" y="184746"/>
                  </a:lnTo>
                  <a:lnTo>
                    <a:pt x="2381173" y="184746"/>
                  </a:lnTo>
                  <a:lnTo>
                    <a:pt x="2384323" y="192925"/>
                  </a:lnTo>
                  <a:close/>
                </a:path>
                <a:path w="3413760" h="295909">
                  <a:moveTo>
                    <a:pt x="2384323" y="112064"/>
                  </a:moveTo>
                  <a:lnTo>
                    <a:pt x="2383231" y="103898"/>
                  </a:lnTo>
                  <a:lnTo>
                    <a:pt x="2381173" y="103898"/>
                  </a:lnTo>
                  <a:lnTo>
                    <a:pt x="2384323" y="112064"/>
                  </a:lnTo>
                  <a:close/>
                </a:path>
                <a:path w="3413760" h="295909">
                  <a:moveTo>
                    <a:pt x="2384323" y="31216"/>
                  </a:moveTo>
                  <a:lnTo>
                    <a:pt x="2383231" y="23037"/>
                  </a:lnTo>
                  <a:lnTo>
                    <a:pt x="2381173" y="23037"/>
                  </a:lnTo>
                  <a:lnTo>
                    <a:pt x="2384323" y="31216"/>
                  </a:lnTo>
                  <a:close/>
                </a:path>
                <a:path w="3413760" h="295909">
                  <a:moveTo>
                    <a:pt x="2389733" y="293979"/>
                  </a:moveTo>
                  <a:lnTo>
                    <a:pt x="2385377" y="293014"/>
                  </a:lnTo>
                  <a:lnTo>
                    <a:pt x="2385136" y="295351"/>
                  </a:lnTo>
                  <a:lnTo>
                    <a:pt x="2389733" y="293979"/>
                  </a:lnTo>
                  <a:close/>
                </a:path>
                <a:path w="3413760" h="295909">
                  <a:moveTo>
                    <a:pt x="2389733" y="213131"/>
                  </a:moveTo>
                  <a:lnTo>
                    <a:pt x="2385377" y="212166"/>
                  </a:lnTo>
                  <a:lnTo>
                    <a:pt x="2385136" y="214503"/>
                  </a:lnTo>
                  <a:lnTo>
                    <a:pt x="2389733" y="213131"/>
                  </a:lnTo>
                  <a:close/>
                </a:path>
                <a:path w="3413760" h="295909">
                  <a:moveTo>
                    <a:pt x="2389733" y="132283"/>
                  </a:moveTo>
                  <a:lnTo>
                    <a:pt x="2385377" y="131318"/>
                  </a:lnTo>
                  <a:lnTo>
                    <a:pt x="2385136" y="133654"/>
                  </a:lnTo>
                  <a:lnTo>
                    <a:pt x="2389733" y="132283"/>
                  </a:lnTo>
                  <a:close/>
                </a:path>
                <a:path w="3413760" h="295909">
                  <a:moveTo>
                    <a:pt x="2389733" y="51422"/>
                  </a:moveTo>
                  <a:lnTo>
                    <a:pt x="2385377" y="50457"/>
                  </a:lnTo>
                  <a:lnTo>
                    <a:pt x="2385136" y="52806"/>
                  </a:lnTo>
                  <a:lnTo>
                    <a:pt x="2389733" y="51422"/>
                  </a:lnTo>
                  <a:close/>
                </a:path>
                <a:path w="3413760" h="295909">
                  <a:moveTo>
                    <a:pt x="2392807" y="284353"/>
                  </a:moveTo>
                  <a:lnTo>
                    <a:pt x="2389657" y="283464"/>
                  </a:lnTo>
                  <a:lnTo>
                    <a:pt x="2386177" y="285330"/>
                  </a:lnTo>
                  <a:lnTo>
                    <a:pt x="2392807" y="284353"/>
                  </a:lnTo>
                  <a:close/>
                </a:path>
                <a:path w="3413760" h="295909">
                  <a:moveTo>
                    <a:pt x="2392807" y="203504"/>
                  </a:moveTo>
                  <a:lnTo>
                    <a:pt x="2389657" y="202615"/>
                  </a:lnTo>
                  <a:lnTo>
                    <a:pt x="2386177" y="204482"/>
                  </a:lnTo>
                  <a:lnTo>
                    <a:pt x="2392807" y="203504"/>
                  </a:lnTo>
                  <a:close/>
                </a:path>
                <a:path w="3413760" h="295909">
                  <a:moveTo>
                    <a:pt x="2392807" y="122656"/>
                  </a:moveTo>
                  <a:lnTo>
                    <a:pt x="2389657" y="121767"/>
                  </a:lnTo>
                  <a:lnTo>
                    <a:pt x="2386177" y="123634"/>
                  </a:lnTo>
                  <a:lnTo>
                    <a:pt x="2392807" y="122656"/>
                  </a:lnTo>
                  <a:close/>
                </a:path>
                <a:path w="3413760" h="295909">
                  <a:moveTo>
                    <a:pt x="2392807" y="41795"/>
                  </a:moveTo>
                  <a:lnTo>
                    <a:pt x="2389657" y="40906"/>
                  </a:lnTo>
                  <a:lnTo>
                    <a:pt x="2386177" y="42773"/>
                  </a:lnTo>
                  <a:lnTo>
                    <a:pt x="2392807" y="41795"/>
                  </a:lnTo>
                  <a:close/>
                </a:path>
                <a:path w="3413760" h="295909">
                  <a:moveTo>
                    <a:pt x="2404453" y="233349"/>
                  </a:moveTo>
                  <a:lnTo>
                    <a:pt x="2404021" y="229463"/>
                  </a:lnTo>
                  <a:lnTo>
                    <a:pt x="2401709" y="229463"/>
                  </a:lnTo>
                  <a:lnTo>
                    <a:pt x="2404453" y="233349"/>
                  </a:lnTo>
                  <a:close/>
                </a:path>
                <a:path w="3413760" h="295909">
                  <a:moveTo>
                    <a:pt x="2404453" y="152501"/>
                  </a:moveTo>
                  <a:lnTo>
                    <a:pt x="2404021" y="148615"/>
                  </a:lnTo>
                  <a:lnTo>
                    <a:pt x="2401709" y="148615"/>
                  </a:lnTo>
                  <a:lnTo>
                    <a:pt x="2404453" y="152501"/>
                  </a:lnTo>
                  <a:close/>
                </a:path>
                <a:path w="3413760" h="295909">
                  <a:moveTo>
                    <a:pt x="2404453" y="71640"/>
                  </a:moveTo>
                  <a:lnTo>
                    <a:pt x="2404021" y="67754"/>
                  </a:lnTo>
                  <a:lnTo>
                    <a:pt x="2401709" y="67754"/>
                  </a:lnTo>
                  <a:lnTo>
                    <a:pt x="2404453" y="71640"/>
                  </a:lnTo>
                  <a:close/>
                </a:path>
                <a:path w="3413760" h="295909">
                  <a:moveTo>
                    <a:pt x="2420543" y="244906"/>
                  </a:moveTo>
                  <a:lnTo>
                    <a:pt x="2420289" y="242557"/>
                  </a:lnTo>
                  <a:lnTo>
                    <a:pt x="2414651" y="246113"/>
                  </a:lnTo>
                  <a:lnTo>
                    <a:pt x="2420543" y="244906"/>
                  </a:lnTo>
                  <a:close/>
                </a:path>
                <a:path w="3413760" h="295909">
                  <a:moveTo>
                    <a:pt x="2420543" y="164058"/>
                  </a:moveTo>
                  <a:lnTo>
                    <a:pt x="2420289" y="161709"/>
                  </a:lnTo>
                  <a:lnTo>
                    <a:pt x="2414651" y="165265"/>
                  </a:lnTo>
                  <a:lnTo>
                    <a:pt x="2420543" y="164058"/>
                  </a:lnTo>
                  <a:close/>
                </a:path>
                <a:path w="3413760" h="295909">
                  <a:moveTo>
                    <a:pt x="2420543" y="83210"/>
                  </a:moveTo>
                  <a:lnTo>
                    <a:pt x="2420289" y="80873"/>
                  </a:lnTo>
                  <a:lnTo>
                    <a:pt x="2414651" y="84416"/>
                  </a:lnTo>
                  <a:lnTo>
                    <a:pt x="2420543" y="83210"/>
                  </a:lnTo>
                  <a:close/>
                </a:path>
                <a:path w="3413760" h="295909">
                  <a:moveTo>
                    <a:pt x="2420543" y="2349"/>
                  </a:moveTo>
                  <a:lnTo>
                    <a:pt x="2420289" y="0"/>
                  </a:lnTo>
                  <a:lnTo>
                    <a:pt x="2414651" y="3556"/>
                  </a:lnTo>
                  <a:lnTo>
                    <a:pt x="2420543" y="2349"/>
                  </a:lnTo>
                  <a:close/>
                </a:path>
                <a:path w="3413760" h="295909">
                  <a:moveTo>
                    <a:pt x="2421344" y="252577"/>
                  </a:moveTo>
                  <a:lnTo>
                    <a:pt x="2416987" y="253555"/>
                  </a:lnTo>
                  <a:lnTo>
                    <a:pt x="2417724" y="255739"/>
                  </a:lnTo>
                  <a:lnTo>
                    <a:pt x="2421344" y="252577"/>
                  </a:lnTo>
                  <a:close/>
                </a:path>
                <a:path w="3413760" h="295909">
                  <a:moveTo>
                    <a:pt x="2421344" y="171742"/>
                  </a:moveTo>
                  <a:lnTo>
                    <a:pt x="2416987" y="172707"/>
                  </a:lnTo>
                  <a:lnTo>
                    <a:pt x="2417724" y="174891"/>
                  </a:lnTo>
                  <a:lnTo>
                    <a:pt x="2421344" y="171742"/>
                  </a:lnTo>
                  <a:close/>
                </a:path>
                <a:path w="3413760" h="295909">
                  <a:moveTo>
                    <a:pt x="2421344" y="90881"/>
                  </a:moveTo>
                  <a:lnTo>
                    <a:pt x="2416987" y="91859"/>
                  </a:lnTo>
                  <a:lnTo>
                    <a:pt x="2417724" y="94043"/>
                  </a:lnTo>
                  <a:lnTo>
                    <a:pt x="2421344" y="90881"/>
                  </a:lnTo>
                  <a:close/>
                </a:path>
                <a:path w="3413760" h="295909">
                  <a:moveTo>
                    <a:pt x="2421344" y="10033"/>
                  </a:moveTo>
                  <a:lnTo>
                    <a:pt x="2416987" y="10998"/>
                  </a:lnTo>
                  <a:lnTo>
                    <a:pt x="2417724" y="13182"/>
                  </a:lnTo>
                  <a:lnTo>
                    <a:pt x="2421344" y="10033"/>
                  </a:lnTo>
                  <a:close/>
                </a:path>
                <a:path w="3413760" h="295909">
                  <a:moveTo>
                    <a:pt x="2430170" y="253555"/>
                  </a:moveTo>
                  <a:lnTo>
                    <a:pt x="2425560" y="254927"/>
                  </a:lnTo>
                  <a:lnTo>
                    <a:pt x="2429446" y="255739"/>
                  </a:lnTo>
                  <a:lnTo>
                    <a:pt x="2430170" y="253555"/>
                  </a:lnTo>
                  <a:close/>
                </a:path>
                <a:path w="3413760" h="295909">
                  <a:moveTo>
                    <a:pt x="2430170" y="172707"/>
                  </a:moveTo>
                  <a:lnTo>
                    <a:pt x="2425560" y="174078"/>
                  </a:lnTo>
                  <a:lnTo>
                    <a:pt x="2429446" y="174891"/>
                  </a:lnTo>
                  <a:lnTo>
                    <a:pt x="2430170" y="172707"/>
                  </a:lnTo>
                  <a:close/>
                </a:path>
                <a:path w="3413760" h="295909">
                  <a:moveTo>
                    <a:pt x="2430170" y="91859"/>
                  </a:moveTo>
                  <a:lnTo>
                    <a:pt x="2425560" y="93230"/>
                  </a:lnTo>
                  <a:lnTo>
                    <a:pt x="2429446" y="94043"/>
                  </a:lnTo>
                  <a:lnTo>
                    <a:pt x="2430170" y="91859"/>
                  </a:lnTo>
                  <a:close/>
                </a:path>
                <a:path w="3413760" h="295909">
                  <a:moveTo>
                    <a:pt x="2430170" y="10998"/>
                  </a:moveTo>
                  <a:lnTo>
                    <a:pt x="2425560" y="12369"/>
                  </a:lnTo>
                  <a:lnTo>
                    <a:pt x="2429446" y="13182"/>
                  </a:lnTo>
                  <a:lnTo>
                    <a:pt x="2430170" y="10998"/>
                  </a:lnTo>
                  <a:close/>
                </a:path>
                <a:path w="3413760" h="295909">
                  <a:moveTo>
                    <a:pt x="2433243" y="243928"/>
                  </a:moveTo>
                  <a:lnTo>
                    <a:pt x="2430081" y="243039"/>
                  </a:lnTo>
                  <a:lnTo>
                    <a:pt x="2426601" y="244906"/>
                  </a:lnTo>
                  <a:lnTo>
                    <a:pt x="2433243" y="243928"/>
                  </a:lnTo>
                  <a:close/>
                </a:path>
                <a:path w="3413760" h="295909">
                  <a:moveTo>
                    <a:pt x="2433243" y="163080"/>
                  </a:moveTo>
                  <a:lnTo>
                    <a:pt x="2430081" y="162204"/>
                  </a:lnTo>
                  <a:lnTo>
                    <a:pt x="2426601" y="164058"/>
                  </a:lnTo>
                  <a:lnTo>
                    <a:pt x="2433243" y="163080"/>
                  </a:lnTo>
                  <a:close/>
                </a:path>
                <a:path w="3413760" h="295909">
                  <a:moveTo>
                    <a:pt x="2433243" y="82232"/>
                  </a:moveTo>
                  <a:lnTo>
                    <a:pt x="2430081" y="81343"/>
                  </a:lnTo>
                  <a:lnTo>
                    <a:pt x="2426601" y="83210"/>
                  </a:lnTo>
                  <a:lnTo>
                    <a:pt x="2433243" y="82232"/>
                  </a:lnTo>
                  <a:close/>
                </a:path>
                <a:path w="3413760" h="295909">
                  <a:moveTo>
                    <a:pt x="2433243" y="1371"/>
                  </a:moveTo>
                  <a:lnTo>
                    <a:pt x="2430081" y="482"/>
                  </a:lnTo>
                  <a:lnTo>
                    <a:pt x="2426601" y="2349"/>
                  </a:lnTo>
                  <a:lnTo>
                    <a:pt x="2433243" y="1371"/>
                  </a:lnTo>
                  <a:close/>
                </a:path>
                <a:path w="3413760" h="295909">
                  <a:moveTo>
                    <a:pt x="2433320" y="233349"/>
                  </a:moveTo>
                  <a:lnTo>
                    <a:pt x="2433243" y="226872"/>
                  </a:lnTo>
                  <a:lnTo>
                    <a:pt x="2432748" y="230035"/>
                  </a:lnTo>
                  <a:lnTo>
                    <a:pt x="2433320" y="233349"/>
                  </a:lnTo>
                  <a:close/>
                </a:path>
                <a:path w="3413760" h="295909">
                  <a:moveTo>
                    <a:pt x="2433320" y="152501"/>
                  </a:moveTo>
                  <a:lnTo>
                    <a:pt x="2433243" y="146024"/>
                  </a:lnTo>
                  <a:lnTo>
                    <a:pt x="2432748" y="149186"/>
                  </a:lnTo>
                  <a:lnTo>
                    <a:pt x="2433320" y="152501"/>
                  </a:lnTo>
                  <a:close/>
                </a:path>
                <a:path w="3413760" h="295909">
                  <a:moveTo>
                    <a:pt x="2433320" y="71640"/>
                  </a:moveTo>
                  <a:lnTo>
                    <a:pt x="2433243" y="65163"/>
                  </a:lnTo>
                  <a:lnTo>
                    <a:pt x="2432748" y="68313"/>
                  </a:lnTo>
                  <a:lnTo>
                    <a:pt x="2433320" y="71640"/>
                  </a:lnTo>
                  <a:close/>
                </a:path>
                <a:path w="3413760" h="295909">
                  <a:moveTo>
                    <a:pt x="2443022" y="265201"/>
                  </a:moveTo>
                  <a:lnTo>
                    <a:pt x="2440851" y="261315"/>
                  </a:lnTo>
                  <a:lnTo>
                    <a:pt x="2438895" y="262610"/>
                  </a:lnTo>
                  <a:lnTo>
                    <a:pt x="2443022" y="265201"/>
                  </a:lnTo>
                  <a:close/>
                </a:path>
                <a:path w="3413760" h="295909">
                  <a:moveTo>
                    <a:pt x="2443022" y="184353"/>
                  </a:moveTo>
                  <a:lnTo>
                    <a:pt x="2440851" y="180467"/>
                  </a:lnTo>
                  <a:lnTo>
                    <a:pt x="2438895" y="181762"/>
                  </a:lnTo>
                  <a:lnTo>
                    <a:pt x="2443022" y="184353"/>
                  </a:lnTo>
                  <a:close/>
                </a:path>
                <a:path w="3413760" h="295909">
                  <a:moveTo>
                    <a:pt x="2443022" y="103505"/>
                  </a:moveTo>
                  <a:lnTo>
                    <a:pt x="2440851" y="99618"/>
                  </a:lnTo>
                  <a:lnTo>
                    <a:pt x="2438895" y="100914"/>
                  </a:lnTo>
                  <a:lnTo>
                    <a:pt x="2443022" y="103505"/>
                  </a:lnTo>
                  <a:close/>
                </a:path>
                <a:path w="3413760" h="295909">
                  <a:moveTo>
                    <a:pt x="2443022" y="22644"/>
                  </a:moveTo>
                  <a:lnTo>
                    <a:pt x="2440851" y="18757"/>
                  </a:lnTo>
                  <a:lnTo>
                    <a:pt x="2438895" y="20053"/>
                  </a:lnTo>
                  <a:lnTo>
                    <a:pt x="2443022" y="22644"/>
                  </a:lnTo>
                  <a:close/>
                </a:path>
                <a:path w="3413760" h="295909">
                  <a:moveTo>
                    <a:pt x="2460968" y="285330"/>
                  </a:moveTo>
                  <a:lnTo>
                    <a:pt x="2460739" y="282981"/>
                  </a:lnTo>
                  <a:lnTo>
                    <a:pt x="2455075" y="286537"/>
                  </a:lnTo>
                  <a:lnTo>
                    <a:pt x="2460968" y="285330"/>
                  </a:lnTo>
                  <a:close/>
                </a:path>
                <a:path w="3413760" h="295909">
                  <a:moveTo>
                    <a:pt x="2460968" y="204482"/>
                  </a:moveTo>
                  <a:lnTo>
                    <a:pt x="2460739" y="202133"/>
                  </a:lnTo>
                  <a:lnTo>
                    <a:pt x="2455075" y="205689"/>
                  </a:lnTo>
                  <a:lnTo>
                    <a:pt x="2460968" y="204482"/>
                  </a:lnTo>
                  <a:close/>
                </a:path>
                <a:path w="3413760" h="295909">
                  <a:moveTo>
                    <a:pt x="2460968" y="123634"/>
                  </a:moveTo>
                  <a:lnTo>
                    <a:pt x="2460739" y="121285"/>
                  </a:lnTo>
                  <a:lnTo>
                    <a:pt x="2455075" y="124841"/>
                  </a:lnTo>
                  <a:lnTo>
                    <a:pt x="2460968" y="123634"/>
                  </a:lnTo>
                  <a:close/>
                </a:path>
                <a:path w="3413760" h="295909">
                  <a:moveTo>
                    <a:pt x="2460968" y="42773"/>
                  </a:moveTo>
                  <a:lnTo>
                    <a:pt x="2460739" y="40424"/>
                  </a:lnTo>
                  <a:lnTo>
                    <a:pt x="2455075" y="43980"/>
                  </a:lnTo>
                  <a:lnTo>
                    <a:pt x="2460968" y="42773"/>
                  </a:lnTo>
                  <a:close/>
                </a:path>
                <a:path w="3413760" h="295909">
                  <a:moveTo>
                    <a:pt x="2465171" y="273761"/>
                  </a:moveTo>
                  <a:lnTo>
                    <a:pt x="2464079" y="265595"/>
                  </a:lnTo>
                  <a:lnTo>
                    <a:pt x="2462022" y="265595"/>
                  </a:lnTo>
                  <a:lnTo>
                    <a:pt x="2465171" y="273761"/>
                  </a:lnTo>
                  <a:close/>
                </a:path>
                <a:path w="3413760" h="295909">
                  <a:moveTo>
                    <a:pt x="2465171" y="192925"/>
                  </a:moveTo>
                  <a:lnTo>
                    <a:pt x="2464079" y="184746"/>
                  </a:lnTo>
                  <a:lnTo>
                    <a:pt x="2462022" y="184746"/>
                  </a:lnTo>
                  <a:lnTo>
                    <a:pt x="2465171" y="192925"/>
                  </a:lnTo>
                  <a:close/>
                </a:path>
                <a:path w="3413760" h="295909">
                  <a:moveTo>
                    <a:pt x="2465171" y="112064"/>
                  </a:moveTo>
                  <a:lnTo>
                    <a:pt x="2464079" y="103898"/>
                  </a:lnTo>
                  <a:lnTo>
                    <a:pt x="2462022" y="103898"/>
                  </a:lnTo>
                  <a:lnTo>
                    <a:pt x="2465171" y="112064"/>
                  </a:lnTo>
                  <a:close/>
                </a:path>
                <a:path w="3413760" h="295909">
                  <a:moveTo>
                    <a:pt x="2465171" y="31216"/>
                  </a:moveTo>
                  <a:lnTo>
                    <a:pt x="2464079" y="23037"/>
                  </a:lnTo>
                  <a:lnTo>
                    <a:pt x="2462022" y="23037"/>
                  </a:lnTo>
                  <a:lnTo>
                    <a:pt x="2465171" y="31216"/>
                  </a:lnTo>
                  <a:close/>
                </a:path>
                <a:path w="3413760" h="295909">
                  <a:moveTo>
                    <a:pt x="2470594" y="293979"/>
                  </a:moveTo>
                  <a:lnTo>
                    <a:pt x="2466225" y="293014"/>
                  </a:lnTo>
                  <a:lnTo>
                    <a:pt x="2465984" y="295351"/>
                  </a:lnTo>
                  <a:lnTo>
                    <a:pt x="2470594" y="293979"/>
                  </a:lnTo>
                  <a:close/>
                </a:path>
                <a:path w="3413760" h="295909">
                  <a:moveTo>
                    <a:pt x="2470594" y="213131"/>
                  </a:moveTo>
                  <a:lnTo>
                    <a:pt x="2466225" y="212166"/>
                  </a:lnTo>
                  <a:lnTo>
                    <a:pt x="2465984" y="214503"/>
                  </a:lnTo>
                  <a:lnTo>
                    <a:pt x="2470594" y="213131"/>
                  </a:lnTo>
                  <a:close/>
                </a:path>
                <a:path w="3413760" h="295909">
                  <a:moveTo>
                    <a:pt x="2470594" y="132283"/>
                  </a:moveTo>
                  <a:lnTo>
                    <a:pt x="2466225" y="131318"/>
                  </a:lnTo>
                  <a:lnTo>
                    <a:pt x="2465984" y="133654"/>
                  </a:lnTo>
                  <a:lnTo>
                    <a:pt x="2470594" y="132283"/>
                  </a:lnTo>
                  <a:close/>
                </a:path>
                <a:path w="3413760" h="295909">
                  <a:moveTo>
                    <a:pt x="2470594" y="51422"/>
                  </a:moveTo>
                  <a:lnTo>
                    <a:pt x="2466225" y="50457"/>
                  </a:lnTo>
                  <a:lnTo>
                    <a:pt x="2465984" y="52806"/>
                  </a:lnTo>
                  <a:lnTo>
                    <a:pt x="2470594" y="51422"/>
                  </a:lnTo>
                  <a:close/>
                </a:path>
                <a:path w="3413760" h="295909">
                  <a:moveTo>
                    <a:pt x="2473655" y="284353"/>
                  </a:moveTo>
                  <a:lnTo>
                    <a:pt x="2470505" y="283464"/>
                  </a:lnTo>
                  <a:lnTo>
                    <a:pt x="2467038" y="285330"/>
                  </a:lnTo>
                  <a:lnTo>
                    <a:pt x="2473655" y="284353"/>
                  </a:lnTo>
                  <a:close/>
                </a:path>
                <a:path w="3413760" h="295909">
                  <a:moveTo>
                    <a:pt x="2473655" y="203504"/>
                  </a:moveTo>
                  <a:lnTo>
                    <a:pt x="2470505" y="202615"/>
                  </a:lnTo>
                  <a:lnTo>
                    <a:pt x="2467038" y="204482"/>
                  </a:lnTo>
                  <a:lnTo>
                    <a:pt x="2473655" y="203504"/>
                  </a:lnTo>
                  <a:close/>
                </a:path>
                <a:path w="3413760" h="295909">
                  <a:moveTo>
                    <a:pt x="2473655" y="122656"/>
                  </a:moveTo>
                  <a:lnTo>
                    <a:pt x="2470505" y="121767"/>
                  </a:lnTo>
                  <a:lnTo>
                    <a:pt x="2467038" y="123634"/>
                  </a:lnTo>
                  <a:lnTo>
                    <a:pt x="2473655" y="122656"/>
                  </a:lnTo>
                  <a:close/>
                </a:path>
                <a:path w="3413760" h="295909">
                  <a:moveTo>
                    <a:pt x="2473655" y="41795"/>
                  </a:moveTo>
                  <a:lnTo>
                    <a:pt x="2470505" y="40906"/>
                  </a:lnTo>
                  <a:lnTo>
                    <a:pt x="2467038" y="42773"/>
                  </a:lnTo>
                  <a:lnTo>
                    <a:pt x="2473655" y="41795"/>
                  </a:lnTo>
                  <a:close/>
                </a:path>
                <a:path w="3413760" h="295909">
                  <a:moveTo>
                    <a:pt x="2485313" y="233349"/>
                  </a:moveTo>
                  <a:lnTo>
                    <a:pt x="2484869" y="229463"/>
                  </a:lnTo>
                  <a:lnTo>
                    <a:pt x="2482558" y="229463"/>
                  </a:lnTo>
                  <a:lnTo>
                    <a:pt x="2485313" y="233349"/>
                  </a:lnTo>
                  <a:close/>
                </a:path>
                <a:path w="3413760" h="295909">
                  <a:moveTo>
                    <a:pt x="2485313" y="152501"/>
                  </a:moveTo>
                  <a:lnTo>
                    <a:pt x="2484869" y="148615"/>
                  </a:lnTo>
                  <a:lnTo>
                    <a:pt x="2482558" y="148615"/>
                  </a:lnTo>
                  <a:lnTo>
                    <a:pt x="2485313" y="152501"/>
                  </a:lnTo>
                  <a:close/>
                </a:path>
                <a:path w="3413760" h="295909">
                  <a:moveTo>
                    <a:pt x="2485313" y="71640"/>
                  </a:moveTo>
                  <a:lnTo>
                    <a:pt x="2484869" y="67754"/>
                  </a:lnTo>
                  <a:lnTo>
                    <a:pt x="2482558" y="67754"/>
                  </a:lnTo>
                  <a:lnTo>
                    <a:pt x="2485313" y="71640"/>
                  </a:lnTo>
                  <a:close/>
                </a:path>
                <a:path w="3413760" h="295909">
                  <a:moveTo>
                    <a:pt x="2501392" y="244906"/>
                  </a:moveTo>
                  <a:lnTo>
                    <a:pt x="2501150" y="242557"/>
                  </a:lnTo>
                  <a:lnTo>
                    <a:pt x="2495499" y="246113"/>
                  </a:lnTo>
                  <a:lnTo>
                    <a:pt x="2501392" y="244906"/>
                  </a:lnTo>
                  <a:close/>
                </a:path>
                <a:path w="3413760" h="295909">
                  <a:moveTo>
                    <a:pt x="2501392" y="164058"/>
                  </a:moveTo>
                  <a:lnTo>
                    <a:pt x="2501150" y="161709"/>
                  </a:lnTo>
                  <a:lnTo>
                    <a:pt x="2495499" y="165265"/>
                  </a:lnTo>
                  <a:lnTo>
                    <a:pt x="2501392" y="164058"/>
                  </a:lnTo>
                  <a:close/>
                </a:path>
                <a:path w="3413760" h="295909">
                  <a:moveTo>
                    <a:pt x="2501392" y="83210"/>
                  </a:moveTo>
                  <a:lnTo>
                    <a:pt x="2501150" y="80873"/>
                  </a:lnTo>
                  <a:lnTo>
                    <a:pt x="2495499" y="84416"/>
                  </a:lnTo>
                  <a:lnTo>
                    <a:pt x="2501392" y="83210"/>
                  </a:lnTo>
                  <a:close/>
                </a:path>
                <a:path w="3413760" h="295909">
                  <a:moveTo>
                    <a:pt x="2501392" y="2349"/>
                  </a:moveTo>
                  <a:lnTo>
                    <a:pt x="2501150" y="0"/>
                  </a:lnTo>
                  <a:lnTo>
                    <a:pt x="2495499" y="3556"/>
                  </a:lnTo>
                  <a:lnTo>
                    <a:pt x="2501392" y="2349"/>
                  </a:lnTo>
                  <a:close/>
                </a:path>
                <a:path w="3413760" h="295909">
                  <a:moveTo>
                    <a:pt x="2502204" y="252577"/>
                  </a:moveTo>
                  <a:lnTo>
                    <a:pt x="2497848" y="253555"/>
                  </a:lnTo>
                  <a:lnTo>
                    <a:pt x="2498560" y="255739"/>
                  </a:lnTo>
                  <a:lnTo>
                    <a:pt x="2502204" y="252577"/>
                  </a:lnTo>
                  <a:close/>
                </a:path>
                <a:path w="3413760" h="295909">
                  <a:moveTo>
                    <a:pt x="2502204" y="171742"/>
                  </a:moveTo>
                  <a:lnTo>
                    <a:pt x="2497848" y="172707"/>
                  </a:lnTo>
                  <a:lnTo>
                    <a:pt x="2498560" y="174891"/>
                  </a:lnTo>
                  <a:lnTo>
                    <a:pt x="2502204" y="171742"/>
                  </a:lnTo>
                  <a:close/>
                </a:path>
                <a:path w="3413760" h="295909">
                  <a:moveTo>
                    <a:pt x="2502204" y="90881"/>
                  </a:moveTo>
                  <a:lnTo>
                    <a:pt x="2497848" y="91859"/>
                  </a:lnTo>
                  <a:lnTo>
                    <a:pt x="2498560" y="94043"/>
                  </a:lnTo>
                  <a:lnTo>
                    <a:pt x="2502204" y="90881"/>
                  </a:lnTo>
                  <a:close/>
                </a:path>
                <a:path w="3413760" h="295909">
                  <a:moveTo>
                    <a:pt x="2502204" y="10033"/>
                  </a:moveTo>
                  <a:lnTo>
                    <a:pt x="2497848" y="10998"/>
                  </a:lnTo>
                  <a:lnTo>
                    <a:pt x="2498560" y="13182"/>
                  </a:lnTo>
                  <a:lnTo>
                    <a:pt x="2502204" y="10033"/>
                  </a:lnTo>
                  <a:close/>
                </a:path>
                <a:path w="3413760" h="295909">
                  <a:moveTo>
                    <a:pt x="2511018" y="253555"/>
                  </a:moveTo>
                  <a:lnTo>
                    <a:pt x="2506408" y="254927"/>
                  </a:lnTo>
                  <a:lnTo>
                    <a:pt x="2510282" y="255739"/>
                  </a:lnTo>
                  <a:lnTo>
                    <a:pt x="2511018" y="253555"/>
                  </a:lnTo>
                  <a:close/>
                </a:path>
                <a:path w="3413760" h="295909">
                  <a:moveTo>
                    <a:pt x="2511018" y="172707"/>
                  </a:moveTo>
                  <a:lnTo>
                    <a:pt x="2506408" y="174078"/>
                  </a:lnTo>
                  <a:lnTo>
                    <a:pt x="2510282" y="174891"/>
                  </a:lnTo>
                  <a:lnTo>
                    <a:pt x="2511018" y="172707"/>
                  </a:lnTo>
                  <a:close/>
                </a:path>
                <a:path w="3413760" h="295909">
                  <a:moveTo>
                    <a:pt x="2511018" y="91859"/>
                  </a:moveTo>
                  <a:lnTo>
                    <a:pt x="2506408" y="93230"/>
                  </a:lnTo>
                  <a:lnTo>
                    <a:pt x="2510282" y="94043"/>
                  </a:lnTo>
                  <a:lnTo>
                    <a:pt x="2511018" y="91859"/>
                  </a:lnTo>
                  <a:close/>
                </a:path>
                <a:path w="3413760" h="295909">
                  <a:moveTo>
                    <a:pt x="2511018" y="10998"/>
                  </a:moveTo>
                  <a:lnTo>
                    <a:pt x="2506408" y="12369"/>
                  </a:lnTo>
                  <a:lnTo>
                    <a:pt x="2510282" y="13182"/>
                  </a:lnTo>
                  <a:lnTo>
                    <a:pt x="2511018" y="10998"/>
                  </a:lnTo>
                  <a:close/>
                </a:path>
                <a:path w="3413760" h="295909">
                  <a:moveTo>
                    <a:pt x="2514092" y="243928"/>
                  </a:moveTo>
                  <a:lnTo>
                    <a:pt x="2510929" y="243039"/>
                  </a:lnTo>
                  <a:lnTo>
                    <a:pt x="2507462" y="244906"/>
                  </a:lnTo>
                  <a:lnTo>
                    <a:pt x="2514092" y="243928"/>
                  </a:lnTo>
                  <a:close/>
                </a:path>
                <a:path w="3413760" h="295909">
                  <a:moveTo>
                    <a:pt x="2514092" y="163080"/>
                  </a:moveTo>
                  <a:lnTo>
                    <a:pt x="2510929" y="162204"/>
                  </a:lnTo>
                  <a:lnTo>
                    <a:pt x="2507462" y="164058"/>
                  </a:lnTo>
                  <a:lnTo>
                    <a:pt x="2514092" y="163080"/>
                  </a:lnTo>
                  <a:close/>
                </a:path>
                <a:path w="3413760" h="295909">
                  <a:moveTo>
                    <a:pt x="2514092" y="82232"/>
                  </a:moveTo>
                  <a:lnTo>
                    <a:pt x="2510929" y="81343"/>
                  </a:lnTo>
                  <a:lnTo>
                    <a:pt x="2507462" y="83210"/>
                  </a:lnTo>
                  <a:lnTo>
                    <a:pt x="2514092" y="82232"/>
                  </a:lnTo>
                  <a:close/>
                </a:path>
                <a:path w="3413760" h="295909">
                  <a:moveTo>
                    <a:pt x="2514092" y="1371"/>
                  </a:moveTo>
                  <a:lnTo>
                    <a:pt x="2510929" y="482"/>
                  </a:lnTo>
                  <a:lnTo>
                    <a:pt x="2507462" y="2349"/>
                  </a:lnTo>
                  <a:lnTo>
                    <a:pt x="2514092" y="1371"/>
                  </a:lnTo>
                  <a:close/>
                </a:path>
                <a:path w="3413760" h="295909">
                  <a:moveTo>
                    <a:pt x="2514168" y="233349"/>
                  </a:moveTo>
                  <a:lnTo>
                    <a:pt x="2514092" y="226872"/>
                  </a:lnTo>
                  <a:lnTo>
                    <a:pt x="2513609" y="230035"/>
                  </a:lnTo>
                  <a:lnTo>
                    <a:pt x="2514168" y="233349"/>
                  </a:lnTo>
                  <a:close/>
                </a:path>
                <a:path w="3413760" h="295909">
                  <a:moveTo>
                    <a:pt x="2514168" y="152501"/>
                  </a:moveTo>
                  <a:lnTo>
                    <a:pt x="2514092" y="146024"/>
                  </a:lnTo>
                  <a:lnTo>
                    <a:pt x="2513609" y="149186"/>
                  </a:lnTo>
                  <a:lnTo>
                    <a:pt x="2514168" y="152501"/>
                  </a:lnTo>
                  <a:close/>
                </a:path>
                <a:path w="3413760" h="295909">
                  <a:moveTo>
                    <a:pt x="2514168" y="71640"/>
                  </a:moveTo>
                  <a:lnTo>
                    <a:pt x="2514092" y="65163"/>
                  </a:lnTo>
                  <a:lnTo>
                    <a:pt x="2513609" y="68313"/>
                  </a:lnTo>
                  <a:lnTo>
                    <a:pt x="2514168" y="71640"/>
                  </a:lnTo>
                  <a:close/>
                </a:path>
                <a:path w="3413760" h="295909">
                  <a:moveTo>
                    <a:pt x="2523871" y="265201"/>
                  </a:moveTo>
                  <a:lnTo>
                    <a:pt x="2521686" y="261315"/>
                  </a:lnTo>
                  <a:lnTo>
                    <a:pt x="2519743" y="262610"/>
                  </a:lnTo>
                  <a:lnTo>
                    <a:pt x="2523871" y="265201"/>
                  </a:lnTo>
                  <a:close/>
                </a:path>
                <a:path w="3413760" h="295909">
                  <a:moveTo>
                    <a:pt x="2523871" y="184353"/>
                  </a:moveTo>
                  <a:lnTo>
                    <a:pt x="2521686" y="180467"/>
                  </a:lnTo>
                  <a:lnTo>
                    <a:pt x="2519743" y="181762"/>
                  </a:lnTo>
                  <a:lnTo>
                    <a:pt x="2523871" y="184353"/>
                  </a:lnTo>
                  <a:close/>
                </a:path>
                <a:path w="3413760" h="295909">
                  <a:moveTo>
                    <a:pt x="2523871" y="103505"/>
                  </a:moveTo>
                  <a:lnTo>
                    <a:pt x="2521686" y="99618"/>
                  </a:lnTo>
                  <a:lnTo>
                    <a:pt x="2519743" y="100914"/>
                  </a:lnTo>
                  <a:lnTo>
                    <a:pt x="2523871" y="103505"/>
                  </a:lnTo>
                  <a:close/>
                </a:path>
                <a:path w="3413760" h="295909">
                  <a:moveTo>
                    <a:pt x="2523871" y="22644"/>
                  </a:moveTo>
                  <a:lnTo>
                    <a:pt x="2521686" y="18757"/>
                  </a:lnTo>
                  <a:lnTo>
                    <a:pt x="2519743" y="20053"/>
                  </a:lnTo>
                  <a:lnTo>
                    <a:pt x="2523871" y="22644"/>
                  </a:lnTo>
                  <a:close/>
                </a:path>
                <a:path w="3413760" h="295909">
                  <a:moveTo>
                    <a:pt x="2541828" y="285330"/>
                  </a:moveTo>
                  <a:lnTo>
                    <a:pt x="2541574" y="282981"/>
                  </a:lnTo>
                  <a:lnTo>
                    <a:pt x="2535923" y="286537"/>
                  </a:lnTo>
                  <a:lnTo>
                    <a:pt x="2541828" y="285330"/>
                  </a:lnTo>
                  <a:close/>
                </a:path>
                <a:path w="3413760" h="295909">
                  <a:moveTo>
                    <a:pt x="2541828" y="204482"/>
                  </a:moveTo>
                  <a:lnTo>
                    <a:pt x="2541574" y="202133"/>
                  </a:lnTo>
                  <a:lnTo>
                    <a:pt x="2535923" y="205689"/>
                  </a:lnTo>
                  <a:lnTo>
                    <a:pt x="2541828" y="204482"/>
                  </a:lnTo>
                  <a:close/>
                </a:path>
                <a:path w="3413760" h="295909">
                  <a:moveTo>
                    <a:pt x="2541828" y="123634"/>
                  </a:moveTo>
                  <a:lnTo>
                    <a:pt x="2541574" y="121285"/>
                  </a:lnTo>
                  <a:lnTo>
                    <a:pt x="2535923" y="124841"/>
                  </a:lnTo>
                  <a:lnTo>
                    <a:pt x="2541828" y="123634"/>
                  </a:lnTo>
                  <a:close/>
                </a:path>
                <a:path w="3413760" h="295909">
                  <a:moveTo>
                    <a:pt x="2541828" y="42773"/>
                  </a:moveTo>
                  <a:lnTo>
                    <a:pt x="2541574" y="40424"/>
                  </a:lnTo>
                  <a:lnTo>
                    <a:pt x="2535923" y="43980"/>
                  </a:lnTo>
                  <a:lnTo>
                    <a:pt x="2541828" y="42773"/>
                  </a:lnTo>
                  <a:close/>
                </a:path>
                <a:path w="3413760" h="295909">
                  <a:moveTo>
                    <a:pt x="2546019" y="273761"/>
                  </a:moveTo>
                  <a:lnTo>
                    <a:pt x="2544940" y="265595"/>
                  </a:lnTo>
                  <a:lnTo>
                    <a:pt x="2542870" y="265595"/>
                  </a:lnTo>
                  <a:lnTo>
                    <a:pt x="2546019" y="273761"/>
                  </a:lnTo>
                  <a:close/>
                </a:path>
                <a:path w="3413760" h="295909">
                  <a:moveTo>
                    <a:pt x="2546019" y="192925"/>
                  </a:moveTo>
                  <a:lnTo>
                    <a:pt x="2544940" y="184746"/>
                  </a:lnTo>
                  <a:lnTo>
                    <a:pt x="2542870" y="184746"/>
                  </a:lnTo>
                  <a:lnTo>
                    <a:pt x="2546019" y="192925"/>
                  </a:lnTo>
                  <a:close/>
                </a:path>
                <a:path w="3413760" h="295909">
                  <a:moveTo>
                    <a:pt x="2546019" y="112064"/>
                  </a:moveTo>
                  <a:lnTo>
                    <a:pt x="2544940" y="103898"/>
                  </a:lnTo>
                  <a:lnTo>
                    <a:pt x="2542870" y="103898"/>
                  </a:lnTo>
                  <a:lnTo>
                    <a:pt x="2546019" y="112064"/>
                  </a:lnTo>
                  <a:close/>
                </a:path>
                <a:path w="3413760" h="295909">
                  <a:moveTo>
                    <a:pt x="2546019" y="31216"/>
                  </a:moveTo>
                  <a:lnTo>
                    <a:pt x="2544940" y="23037"/>
                  </a:lnTo>
                  <a:lnTo>
                    <a:pt x="2542870" y="23037"/>
                  </a:lnTo>
                  <a:lnTo>
                    <a:pt x="2546019" y="31216"/>
                  </a:lnTo>
                  <a:close/>
                </a:path>
                <a:path w="3413760" h="295909">
                  <a:moveTo>
                    <a:pt x="2551442" y="293979"/>
                  </a:moveTo>
                  <a:lnTo>
                    <a:pt x="2547074" y="293014"/>
                  </a:lnTo>
                  <a:lnTo>
                    <a:pt x="2546832" y="295351"/>
                  </a:lnTo>
                  <a:lnTo>
                    <a:pt x="2551442" y="293979"/>
                  </a:lnTo>
                  <a:close/>
                </a:path>
                <a:path w="3413760" h="295909">
                  <a:moveTo>
                    <a:pt x="2551442" y="213131"/>
                  </a:moveTo>
                  <a:lnTo>
                    <a:pt x="2547074" y="212166"/>
                  </a:lnTo>
                  <a:lnTo>
                    <a:pt x="2546832" y="214503"/>
                  </a:lnTo>
                  <a:lnTo>
                    <a:pt x="2551442" y="213131"/>
                  </a:lnTo>
                  <a:close/>
                </a:path>
                <a:path w="3413760" h="295909">
                  <a:moveTo>
                    <a:pt x="2551442" y="132283"/>
                  </a:moveTo>
                  <a:lnTo>
                    <a:pt x="2547074" y="131318"/>
                  </a:lnTo>
                  <a:lnTo>
                    <a:pt x="2546832" y="133654"/>
                  </a:lnTo>
                  <a:lnTo>
                    <a:pt x="2551442" y="132283"/>
                  </a:lnTo>
                  <a:close/>
                </a:path>
                <a:path w="3413760" h="295909">
                  <a:moveTo>
                    <a:pt x="2551442" y="51422"/>
                  </a:moveTo>
                  <a:lnTo>
                    <a:pt x="2547074" y="50457"/>
                  </a:lnTo>
                  <a:lnTo>
                    <a:pt x="2546832" y="52806"/>
                  </a:lnTo>
                  <a:lnTo>
                    <a:pt x="2551442" y="51422"/>
                  </a:lnTo>
                  <a:close/>
                </a:path>
                <a:path w="3413760" h="295909">
                  <a:moveTo>
                    <a:pt x="2554528" y="284353"/>
                  </a:moveTo>
                  <a:lnTo>
                    <a:pt x="2551366" y="283464"/>
                  </a:lnTo>
                  <a:lnTo>
                    <a:pt x="2547886" y="285330"/>
                  </a:lnTo>
                  <a:lnTo>
                    <a:pt x="2554528" y="284353"/>
                  </a:lnTo>
                  <a:close/>
                </a:path>
                <a:path w="3413760" h="295909">
                  <a:moveTo>
                    <a:pt x="2554528" y="203504"/>
                  </a:moveTo>
                  <a:lnTo>
                    <a:pt x="2551366" y="202615"/>
                  </a:lnTo>
                  <a:lnTo>
                    <a:pt x="2547886" y="204482"/>
                  </a:lnTo>
                  <a:lnTo>
                    <a:pt x="2554528" y="203504"/>
                  </a:lnTo>
                  <a:close/>
                </a:path>
                <a:path w="3413760" h="295909">
                  <a:moveTo>
                    <a:pt x="2554528" y="122656"/>
                  </a:moveTo>
                  <a:lnTo>
                    <a:pt x="2551366" y="121767"/>
                  </a:lnTo>
                  <a:lnTo>
                    <a:pt x="2547886" y="123634"/>
                  </a:lnTo>
                  <a:lnTo>
                    <a:pt x="2554528" y="122656"/>
                  </a:lnTo>
                  <a:close/>
                </a:path>
                <a:path w="3413760" h="295909">
                  <a:moveTo>
                    <a:pt x="2554528" y="41795"/>
                  </a:moveTo>
                  <a:lnTo>
                    <a:pt x="2551366" y="40906"/>
                  </a:lnTo>
                  <a:lnTo>
                    <a:pt x="2547886" y="42773"/>
                  </a:lnTo>
                  <a:lnTo>
                    <a:pt x="2554528" y="41795"/>
                  </a:lnTo>
                  <a:close/>
                </a:path>
                <a:path w="3413760" h="295909">
                  <a:moveTo>
                    <a:pt x="2566162" y="233349"/>
                  </a:moveTo>
                  <a:lnTo>
                    <a:pt x="2565730" y="229463"/>
                  </a:lnTo>
                  <a:lnTo>
                    <a:pt x="2563406" y="229463"/>
                  </a:lnTo>
                  <a:lnTo>
                    <a:pt x="2566162" y="233349"/>
                  </a:lnTo>
                  <a:close/>
                </a:path>
                <a:path w="3413760" h="295909">
                  <a:moveTo>
                    <a:pt x="2566162" y="152501"/>
                  </a:moveTo>
                  <a:lnTo>
                    <a:pt x="2565730" y="148615"/>
                  </a:lnTo>
                  <a:lnTo>
                    <a:pt x="2563406" y="148615"/>
                  </a:lnTo>
                  <a:lnTo>
                    <a:pt x="2566162" y="152501"/>
                  </a:lnTo>
                  <a:close/>
                </a:path>
                <a:path w="3413760" h="295909">
                  <a:moveTo>
                    <a:pt x="2566162" y="71640"/>
                  </a:moveTo>
                  <a:lnTo>
                    <a:pt x="2565730" y="67754"/>
                  </a:lnTo>
                  <a:lnTo>
                    <a:pt x="2563406" y="67754"/>
                  </a:lnTo>
                  <a:lnTo>
                    <a:pt x="2566162" y="71640"/>
                  </a:lnTo>
                  <a:close/>
                </a:path>
                <a:path w="3413760" h="295909">
                  <a:moveTo>
                    <a:pt x="2582253" y="244906"/>
                  </a:moveTo>
                  <a:lnTo>
                    <a:pt x="2582011" y="242557"/>
                  </a:lnTo>
                  <a:lnTo>
                    <a:pt x="2576347" y="246113"/>
                  </a:lnTo>
                  <a:lnTo>
                    <a:pt x="2582253" y="244906"/>
                  </a:lnTo>
                  <a:close/>
                </a:path>
                <a:path w="3413760" h="295909">
                  <a:moveTo>
                    <a:pt x="2582253" y="164058"/>
                  </a:moveTo>
                  <a:lnTo>
                    <a:pt x="2582011" y="161709"/>
                  </a:lnTo>
                  <a:lnTo>
                    <a:pt x="2576347" y="165265"/>
                  </a:lnTo>
                  <a:lnTo>
                    <a:pt x="2582253" y="164058"/>
                  </a:lnTo>
                  <a:close/>
                </a:path>
                <a:path w="3413760" h="295909">
                  <a:moveTo>
                    <a:pt x="2582253" y="83210"/>
                  </a:moveTo>
                  <a:lnTo>
                    <a:pt x="2582011" y="80873"/>
                  </a:lnTo>
                  <a:lnTo>
                    <a:pt x="2576347" y="84416"/>
                  </a:lnTo>
                  <a:lnTo>
                    <a:pt x="2582253" y="83210"/>
                  </a:lnTo>
                  <a:close/>
                </a:path>
                <a:path w="3413760" h="295909">
                  <a:moveTo>
                    <a:pt x="2582253" y="2349"/>
                  </a:moveTo>
                  <a:lnTo>
                    <a:pt x="2582011" y="0"/>
                  </a:lnTo>
                  <a:lnTo>
                    <a:pt x="2576347" y="3556"/>
                  </a:lnTo>
                  <a:lnTo>
                    <a:pt x="2582253" y="2349"/>
                  </a:lnTo>
                  <a:close/>
                </a:path>
                <a:path w="3413760" h="295909">
                  <a:moveTo>
                    <a:pt x="2583065" y="252577"/>
                  </a:moveTo>
                  <a:lnTo>
                    <a:pt x="2578684" y="253555"/>
                  </a:lnTo>
                  <a:lnTo>
                    <a:pt x="2579420" y="255739"/>
                  </a:lnTo>
                  <a:lnTo>
                    <a:pt x="2583065" y="252577"/>
                  </a:lnTo>
                  <a:close/>
                </a:path>
                <a:path w="3413760" h="295909">
                  <a:moveTo>
                    <a:pt x="2583065" y="171742"/>
                  </a:moveTo>
                  <a:lnTo>
                    <a:pt x="2578684" y="172707"/>
                  </a:lnTo>
                  <a:lnTo>
                    <a:pt x="2579420" y="174891"/>
                  </a:lnTo>
                  <a:lnTo>
                    <a:pt x="2583065" y="171742"/>
                  </a:lnTo>
                  <a:close/>
                </a:path>
                <a:path w="3413760" h="295909">
                  <a:moveTo>
                    <a:pt x="2583065" y="90881"/>
                  </a:moveTo>
                  <a:lnTo>
                    <a:pt x="2578684" y="91859"/>
                  </a:lnTo>
                  <a:lnTo>
                    <a:pt x="2579420" y="94043"/>
                  </a:lnTo>
                  <a:lnTo>
                    <a:pt x="2583065" y="90881"/>
                  </a:lnTo>
                  <a:close/>
                </a:path>
                <a:path w="3413760" h="295909">
                  <a:moveTo>
                    <a:pt x="2583065" y="10033"/>
                  </a:moveTo>
                  <a:lnTo>
                    <a:pt x="2578684" y="10998"/>
                  </a:lnTo>
                  <a:lnTo>
                    <a:pt x="2579420" y="13182"/>
                  </a:lnTo>
                  <a:lnTo>
                    <a:pt x="2583065" y="10033"/>
                  </a:lnTo>
                  <a:close/>
                </a:path>
                <a:path w="3413760" h="295909">
                  <a:moveTo>
                    <a:pt x="2591879" y="253555"/>
                  </a:moveTo>
                  <a:lnTo>
                    <a:pt x="2587256" y="254927"/>
                  </a:lnTo>
                  <a:lnTo>
                    <a:pt x="2591143" y="255739"/>
                  </a:lnTo>
                  <a:lnTo>
                    <a:pt x="2591879" y="253555"/>
                  </a:lnTo>
                  <a:close/>
                </a:path>
                <a:path w="3413760" h="295909">
                  <a:moveTo>
                    <a:pt x="2591879" y="172707"/>
                  </a:moveTo>
                  <a:lnTo>
                    <a:pt x="2587256" y="174078"/>
                  </a:lnTo>
                  <a:lnTo>
                    <a:pt x="2591143" y="174891"/>
                  </a:lnTo>
                  <a:lnTo>
                    <a:pt x="2591879" y="172707"/>
                  </a:lnTo>
                  <a:close/>
                </a:path>
                <a:path w="3413760" h="295909">
                  <a:moveTo>
                    <a:pt x="2591879" y="91859"/>
                  </a:moveTo>
                  <a:lnTo>
                    <a:pt x="2587256" y="93230"/>
                  </a:lnTo>
                  <a:lnTo>
                    <a:pt x="2591143" y="94043"/>
                  </a:lnTo>
                  <a:lnTo>
                    <a:pt x="2591879" y="91859"/>
                  </a:lnTo>
                  <a:close/>
                </a:path>
                <a:path w="3413760" h="295909">
                  <a:moveTo>
                    <a:pt x="2591879" y="10998"/>
                  </a:moveTo>
                  <a:lnTo>
                    <a:pt x="2587256" y="12369"/>
                  </a:lnTo>
                  <a:lnTo>
                    <a:pt x="2591143" y="13182"/>
                  </a:lnTo>
                  <a:lnTo>
                    <a:pt x="2591879" y="10998"/>
                  </a:lnTo>
                  <a:close/>
                </a:path>
                <a:path w="3413760" h="295909">
                  <a:moveTo>
                    <a:pt x="2594953" y="243928"/>
                  </a:moveTo>
                  <a:lnTo>
                    <a:pt x="2591790" y="243039"/>
                  </a:lnTo>
                  <a:lnTo>
                    <a:pt x="2588310" y="244906"/>
                  </a:lnTo>
                  <a:lnTo>
                    <a:pt x="2594953" y="243928"/>
                  </a:lnTo>
                  <a:close/>
                </a:path>
                <a:path w="3413760" h="295909">
                  <a:moveTo>
                    <a:pt x="2594953" y="163080"/>
                  </a:moveTo>
                  <a:lnTo>
                    <a:pt x="2591790" y="162204"/>
                  </a:lnTo>
                  <a:lnTo>
                    <a:pt x="2588310" y="164058"/>
                  </a:lnTo>
                  <a:lnTo>
                    <a:pt x="2594953" y="163080"/>
                  </a:lnTo>
                  <a:close/>
                </a:path>
                <a:path w="3413760" h="295909">
                  <a:moveTo>
                    <a:pt x="2594953" y="82232"/>
                  </a:moveTo>
                  <a:lnTo>
                    <a:pt x="2591790" y="81343"/>
                  </a:lnTo>
                  <a:lnTo>
                    <a:pt x="2588310" y="83210"/>
                  </a:lnTo>
                  <a:lnTo>
                    <a:pt x="2594953" y="82232"/>
                  </a:lnTo>
                  <a:close/>
                </a:path>
                <a:path w="3413760" h="295909">
                  <a:moveTo>
                    <a:pt x="2594953" y="1371"/>
                  </a:moveTo>
                  <a:lnTo>
                    <a:pt x="2591790" y="482"/>
                  </a:lnTo>
                  <a:lnTo>
                    <a:pt x="2588310" y="2349"/>
                  </a:lnTo>
                  <a:lnTo>
                    <a:pt x="2594953" y="1371"/>
                  </a:lnTo>
                  <a:close/>
                </a:path>
                <a:path w="3413760" h="295909">
                  <a:moveTo>
                    <a:pt x="2595029" y="233349"/>
                  </a:moveTo>
                  <a:lnTo>
                    <a:pt x="2594953" y="226872"/>
                  </a:lnTo>
                  <a:lnTo>
                    <a:pt x="2594445" y="230035"/>
                  </a:lnTo>
                  <a:lnTo>
                    <a:pt x="2595029" y="233349"/>
                  </a:lnTo>
                  <a:close/>
                </a:path>
                <a:path w="3413760" h="295909">
                  <a:moveTo>
                    <a:pt x="2595029" y="152501"/>
                  </a:moveTo>
                  <a:lnTo>
                    <a:pt x="2594953" y="146024"/>
                  </a:lnTo>
                  <a:lnTo>
                    <a:pt x="2594445" y="149186"/>
                  </a:lnTo>
                  <a:lnTo>
                    <a:pt x="2595029" y="152501"/>
                  </a:lnTo>
                  <a:close/>
                </a:path>
                <a:path w="3413760" h="295909">
                  <a:moveTo>
                    <a:pt x="2595029" y="71640"/>
                  </a:moveTo>
                  <a:lnTo>
                    <a:pt x="2594953" y="65163"/>
                  </a:lnTo>
                  <a:lnTo>
                    <a:pt x="2594445" y="68313"/>
                  </a:lnTo>
                  <a:lnTo>
                    <a:pt x="2595029" y="71640"/>
                  </a:lnTo>
                  <a:close/>
                </a:path>
                <a:path w="3413760" h="295909">
                  <a:moveTo>
                    <a:pt x="2604719" y="265201"/>
                  </a:moveTo>
                  <a:lnTo>
                    <a:pt x="2602547" y="261315"/>
                  </a:lnTo>
                  <a:lnTo>
                    <a:pt x="2600604" y="262610"/>
                  </a:lnTo>
                  <a:lnTo>
                    <a:pt x="2604719" y="265201"/>
                  </a:lnTo>
                  <a:close/>
                </a:path>
                <a:path w="3413760" h="295909">
                  <a:moveTo>
                    <a:pt x="2604719" y="184353"/>
                  </a:moveTo>
                  <a:lnTo>
                    <a:pt x="2602547" y="180467"/>
                  </a:lnTo>
                  <a:lnTo>
                    <a:pt x="2600604" y="181762"/>
                  </a:lnTo>
                  <a:lnTo>
                    <a:pt x="2604719" y="184353"/>
                  </a:lnTo>
                  <a:close/>
                </a:path>
                <a:path w="3413760" h="295909">
                  <a:moveTo>
                    <a:pt x="2604719" y="103505"/>
                  </a:moveTo>
                  <a:lnTo>
                    <a:pt x="2602547" y="99618"/>
                  </a:lnTo>
                  <a:lnTo>
                    <a:pt x="2600604" y="100914"/>
                  </a:lnTo>
                  <a:lnTo>
                    <a:pt x="2604719" y="103505"/>
                  </a:lnTo>
                  <a:close/>
                </a:path>
                <a:path w="3413760" h="295909">
                  <a:moveTo>
                    <a:pt x="2604719" y="22644"/>
                  </a:moveTo>
                  <a:lnTo>
                    <a:pt x="2602547" y="18757"/>
                  </a:lnTo>
                  <a:lnTo>
                    <a:pt x="2600604" y="20053"/>
                  </a:lnTo>
                  <a:lnTo>
                    <a:pt x="2604719" y="22644"/>
                  </a:lnTo>
                  <a:close/>
                </a:path>
                <a:path w="3413760" h="295909">
                  <a:moveTo>
                    <a:pt x="2622677" y="285330"/>
                  </a:moveTo>
                  <a:lnTo>
                    <a:pt x="2622435" y="282981"/>
                  </a:lnTo>
                  <a:lnTo>
                    <a:pt x="2616771" y="286537"/>
                  </a:lnTo>
                  <a:lnTo>
                    <a:pt x="2622677" y="285330"/>
                  </a:lnTo>
                  <a:close/>
                </a:path>
                <a:path w="3413760" h="295909">
                  <a:moveTo>
                    <a:pt x="2622677" y="204482"/>
                  </a:moveTo>
                  <a:lnTo>
                    <a:pt x="2622435" y="202133"/>
                  </a:lnTo>
                  <a:lnTo>
                    <a:pt x="2616771" y="205689"/>
                  </a:lnTo>
                  <a:lnTo>
                    <a:pt x="2622677" y="204482"/>
                  </a:lnTo>
                  <a:close/>
                </a:path>
                <a:path w="3413760" h="295909">
                  <a:moveTo>
                    <a:pt x="2622677" y="123634"/>
                  </a:moveTo>
                  <a:lnTo>
                    <a:pt x="2622435" y="121285"/>
                  </a:lnTo>
                  <a:lnTo>
                    <a:pt x="2616771" y="124841"/>
                  </a:lnTo>
                  <a:lnTo>
                    <a:pt x="2622677" y="123634"/>
                  </a:lnTo>
                  <a:close/>
                </a:path>
                <a:path w="3413760" h="295909">
                  <a:moveTo>
                    <a:pt x="2622677" y="42773"/>
                  </a:moveTo>
                  <a:lnTo>
                    <a:pt x="2622435" y="40424"/>
                  </a:lnTo>
                  <a:lnTo>
                    <a:pt x="2616771" y="43980"/>
                  </a:lnTo>
                  <a:lnTo>
                    <a:pt x="2622677" y="42773"/>
                  </a:lnTo>
                  <a:close/>
                </a:path>
                <a:path w="3413760" h="295909">
                  <a:moveTo>
                    <a:pt x="2626868" y="273761"/>
                  </a:moveTo>
                  <a:lnTo>
                    <a:pt x="2625788" y="265595"/>
                  </a:lnTo>
                  <a:lnTo>
                    <a:pt x="2623731" y="265595"/>
                  </a:lnTo>
                  <a:lnTo>
                    <a:pt x="2626868" y="273761"/>
                  </a:lnTo>
                  <a:close/>
                </a:path>
                <a:path w="3413760" h="295909">
                  <a:moveTo>
                    <a:pt x="2626868" y="192925"/>
                  </a:moveTo>
                  <a:lnTo>
                    <a:pt x="2625788" y="184746"/>
                  </a:lnTo>
                  <a:lnTo>
                    <a:pt x="2623731" y="184746"/>
                  </a:lnTo>
                  <a:lnTo>
                    <a:pt x="2626868" y="192925"/>
                  </a:lnTo>
                  <a:close/>
                </a:path>
                <a:path w="3413760" h="295909">
                  <a:moveTo>
                    <a:pt x="2626868" y="112064"/>
                  </a:moveTo>
                  <a:lnTo>
                    <a:pt x="2625788" y="103898"/>
                  </a:lnTo>
                  <a:lnTo>
                    <a:pt x="2623731" y="103898"/>
                  </a:lnTo>
                  <a:lnTo>
                    <a:pt x="2626868" y="112064"/>
                  </a:lnTo>
                  <a:close/>
                </a:path>
                <a:path w="3413760" h="295909">
                  <a:moveTo>
                    <a:pt x="2626868" y="31216"/>
                  </a:moveTo>
                  <a:lnTo>
                    <a:pt x="2625788" y="23037"/>
                  </a:lnTo>
                  <a:lnTo>
                    <a:pt x="2623731" y="23037"/>
                  </a:lnTo>
                  <a:lnTo>
                    <a:pt x="2626868" y="31216"/>
                  </a:lnTo>
                  <a:close/>
                </a:path>
                <a:path w="3413760" h="295909">
                  <a:moveTo>
                    <a:pt x="2632303" y="293979"/>
                  </a:moveTo>
                  <a:lnTo>
                    <a:pt x="2627934" y="293014"/>
                  </a:lnTo>
                  <a:lnTo>
                    <a:pt x="2627693" y="295351"/>
                  </a:lnTo>
                  <a:lnTo>
                    <a:pt x="2632303" y="293979"/>
                  </a:lnTo>
                  <a:close/>
                </a:path>
                <a:path w="3413760" h="295909">
                  <a:moveTo>
                    <a:pt x="2632303" y="213131"/>
                  </a:moveTo>
                  <a:lnTo>
                    <a:pt x="2627934" y="212166"/>
                  </a:lnTo>
                  <a:lnTo>
                    <a:pt x="2627693" y="214503"/>
                  </a:lnTo>
                  <a:lnTo>
                    <a:pt x="2632303" y="213131"/>
                  </a:lnTo>
                  <a:close/>
                </a:path>
                <a:path w="3413760" h="295909">
                  <a:moveTo>
                    <a:pt x="2632303" y="132283"/>
                  </a:moveTo>
                  <a:lnTo>
                    <a:pt x="2627934" y="131318"/>
                  </a:lnTo>
                  <a:lnTo>
                    <a:pt x="2627693" y="133654"/>
                  </a:lnTo>
                  <a:lnTo>
                    <a:pt x="2632303" y="132283"/>
                  </a:lnTo>
                  <a:close/>
                </a:path>
                <a:path w="3413760" h="295909">
                  <a:moveTo>
                    <a:pt x="2632303" y="51422"/>
                  </a:moveTo>
                  <a:lnTo>
                    <a:pt x="2627934" y="50457"/>
                  </a:lnTo>
                  <a:lnTo>
                    <a:pt x="2627693" y="52806"/>
                  </a:lnTo>
                  <a:lnTo>
                    <a:pt x="2632303" y="51422"/>
                  </a:lnTo>
                  <a:close/>
                </a:path>
                <a:path w="3413760" h="295909">
                  <a:moveTo>
                    <a:pt x="2635364" y="284353"/>
                  </a:moveTo>
                  <a:lnTo>
                    <a:pt x="2632214" y="283464"/>
                  </a:lnTo>
                  <a:lnTo>
                    <a:pt x="2628735" y="285330"/>
                  </a:lnTo>
                  <a:lnTo>
                    <a:pt x="2635364" y="284353"/>
                  </a:lnTo>
                  <a:close/>
                </a:path>
                <a:path w="3413760" h="295909">
                  <a:moveTo>
                    <a:pt x="2635364" y="203504"/>
                  </a:moveTo>
                  <a:lnTo>
                    <a:pt x="2632214" y="202615"/>
                  </a:lnTo>
                  <a:lnTo>
                    <a:pt x="2628735" y="204482"/>
                  </a:lnTo>
                  <a:lnTo>
                    <a:pt x="2635364" y="203504"/>
                  </a:lnTo>
                  <a:close/>
                </a:path>
                <a:path w="3413760" h="295909">
                  <a:moveTo>
                    <a:pt x="2635364" y="122656"/>
                  </a:moveTo>
                  <a:lnTo>
                    <a:pt x="2632214" y="121767"/>
                  </a:lnTo>
                  <a:lnTo>
                    <a:pt x="2628735" y="123634"/>
                  </a:lnTo>
                  <a:lnTo>
                    <a:pt x="2635364" y="122656"/>
                  </a:lnTo>
                  <a:close/>
                </a:path>
                <a:path w="3413760" h="295909">
                  <a:moveTo>
                    <a:pt x="2635364" y="41795"/>
                  </a:moveTo>
                  <a:lnTo>
                    <a:pt x="2632214" y="40906"/>
                  </a:lnTo>
                  <a:lnTo>
                    <a:pt x="2628735" y="42773"/>
                  </a:lnTo>
                  <a:lnTo>
                    <a:pt x="2635364" y="41795"/>
                  </a:lnTo>
                  <a:close/>
                </a:path>
                <a:path w="3413760" h="295909">
                  <a:moveTo>
                    <a:pt x="2647010" y="233349"/>
                  </a:moveTo>
                  <a:lnTo>
                    <a:pt x="2646578" y="229463"/>
                  </a:lnTo>
                  <a:lnTo>
                    <a:pt x="2644267" y="229463"/>
                  </a:lnTo>
                  <a:lnTo>
                    <a:pt x="2647010" y="233349"/>
                  </a:lnTo>
                  <a:close/>
                </a:path>
                <a:path w="3413760" h="295909">
                  <a:moveTo>
                    <a:pt x="2647010" y="152501"/>
                  </a:moveTo>
                  <a:lnTo>
                    <a:pt x="2646578" y="148615"/>
                  </a:lnTo>
                  <a:lnTo>
                    <a:pt x="2644267" y="148615"/>
                  </a:lnTo>
                  <a:lnTo>
                    <a:pt x="2647010" y="152501"/>
                  </a:lnTo>
                  <a:close/>
                </a:path>
                <a:path w="3413760" h="295909">
                  <a:moveTo>
                    <a:pt x="2647010" y="71640"/>
                  </a:moveTo>
                  <a:lnTo>
                    <a:pt x="2646578" y="67754"/>
                  </a:lnTo>
                  <a:lnTo>
                    <a:pt x="2644267" y="67754"/>
                  </a:lnTo>
                  <a:lnTo>
                    <a:pt x="2647010" y="71640"/>
                  </a:lnTo>
                  <a:close/>
                </a:path>
                <a:path w="3413760" h="295909">
                  <a:moveTo>
                    <a:pt x="2663101" y="244906"/>
                  </a:moveTo>
                  <a:lnTo>
                    <a:pt x="2662847" y="242557"/>
                  </a:lnTo>
                  <a:lnTo>
                    <a:pt x="2657195" y="246113"/>
                  </a:lnTo>
                  <a:lnTo>
                    <a:pt x="2663101" y="244906"/>
                  </a:lnTo>
                  <a:close/>
                </a:path>
                <a:path w="3413760" h="295909">
                  <a:moveTo>
                    <a:pt x="2663101" y="164058"/>
                  </a:moveTo>
                  <a:lnTo>
                    <a:pt x="2662847" y="161709"/>
                  </a:lnTo>
                  <a:lnTo>
                    <a:pt x="2657195" y="165265"/>
                  </a:lnTo>
                  <a:lnTo>
                    <a:pt x="2663101" y="164058"/>
                  </a:lnTo>
                  <a:close/>
                </a:path>
                <a:path w="3413760" h="295909">
                  <a:moveTo>
                    <a:pt x="2663101" y="83210"/>
                  </a:moveTo>
                  <a:lnTo>
                    <a:pt x="2662847" y="80873"/>
                  </a:lnTo>
                  <a:lnTo>
                    <a:pt x="2657195" y="84416"/>
                  </a:lnTo>
                  <a:lnTo>
                    <a:pt x="2663101" y="83210"/>
                  </a:lnTo>
                  <a:close/>
                </a:path>
                <a:path w="3413760" h="295909">
                  <a:moveTo>
                    <a:pt x="2663101" y="2349"/>
                  </a:moveTo>
                  <a:lnTo>
                    <a:pt x="2662847" y="0"/>
                  </a:lnTo>
                  <a:lnTo>
                    <a:pt x="2657195" y="3556"/>
                  </a:lnTo>
                  <a:lnTo>
                    <a:pt x="2663101" y="2349"/>
                  </a:lnTo>
                  <a:close/>
                </a:path>
                <a:path w="3413760" h="295909">
                  <a:moveTo>
                    <a:pt x="2663914" y="252577"/>
                  </a:moveTo>
                  <a:lnTo>
                    <a:pt x="2659545" y="253555"/>
                  </a:lnTo>
                  <a:lnTo>
                    <a:pt x="2660256" y="255739"/>
                  </a:lnTo>
                  <a:lnTo>
                    <a:pt x="2663914" y="252577"/>
                  </a:lnTo>
                  <a:close/>
                </a:path>
                <a:path w="3413760" h="295909">
                  <a:moveTo>
                    <a:pt x="2663914" y="171742"/>
                  </a:moveTo>
                  <a:lnTo>
                    <a:pt x="2659545" y="172707"/>
                  </a:lnTo>
                  <a:lnTo>
                    <a:pt x="2660256" y="174891"/>
                  </a:lnTo>
                  <a:lnTo>
                    <a:pt x="2663914" y="171742"/>
                  </a:lnTo>
                  <a:close/>
                </a:path>
                <a:path w="3413760" h="295909">
                  <a:moveTo>
                    <a:pt x="2663914" y="90881"/>
                  </a:moveTo>
                  <a:lnTo>
                    <a:pt x="2659545" y="91859"/>
                  </a:lnTo>
                  <a:lnTo>
                    <a:pt x="2660256" y="94043"/>
                  </a:lnTo>
                  <a:lnTo>
                    <a:pt x="2663914" y="90881"/>
                  </a:lnTo>
                  <a:close/>
                </a:path>
                <a:path w="3413760" h="295909">
                  <a:moveTo>
                    <a:pt x="2663914" y="10033"/>
                  </a:moveTo>
                  <a:lnTo>
                    <a:pt x="2659545" y="10998"/>
                  </a:lnTo>
                  <a:lnTo>
                    <a:pt x="2660256" y="13182"/>
                  </a:lnTo>
                  <a:lnTo>
                    <a:pt x="2663914" y="10033"/>
                  </a:lnTo>
                  <a:close/>
                </a:path>
                <a:path w="3413760" h="295909">
                  <a:moveTo>
                    <a:pt x="2672727" y="253555"/>
                  </a:moveTo>
                  <a:lnTo>
                    <a:pt x="2668117" y="254927"/>
                  </a:lnTo>
                  <a:lnTo>
                    <a:pt x="2671991" y="255739"/>
                  </a:lnTo>
                  <a:lnTo>
                    <a:pt x="2672727" y="253555"/>
                  </a:lnTo>
                  <a:close/>
                </a:path>
                <a:path w="3413760" h="295909">
                  <a:moveTo>
                    <a:pt x="2672727" y="172707"/>
                  </a:moveTo>
                  <a:lnTo>
                    <a:pt x="2668117" y="174078"/>
                  </a:lnTo>
                  <a:lnTo>
                    <a:pt x="2671991" y="174891"/>
                  </a:lnTo>
                  <a:lnTo>
                    <a:pt x="2672727" y="172707"/>
                  </a:lnTo>
                  <a:close/>
                </a:path>
                <a:path w="3413760" h="295909">
                  <a:moveTo>
                    <a:pt x="2672727" y="91859"/>
                  </a:moveTo>
                  <a:lnTo>
                    <a:pt x="2668117" y="93230"/>
                  </a:lnTo>
                  <a:lnTo>
                    <a:pt x="2671991" y="94043"/>
                  </a:lnTo>
                  <a:lnTo>
                    <a:pt x="2672727" y="91859"/>
                  </a:lnTo>
                  <a:close/>
                </a:path>
                <a:path w="3413760" h="295909">
                  <a:moveTo>
                    <a:pt x="2672727" y="10998"/>
                  </a:moveTo>
                  <a:lnTo>
                    <a:pt x="2668117" y="12369"/>
                  </a:lnTo>
                  <a:lnTo>
                    <a:pt x="2671991" y="13182"/>
                  </a:lnTo>
                  <a:lnTo>
                    <a:pt x="2672727" y="10998"/>
                  </a:lnTo>
                  <a:close/>
                </a:path>
                <a:path w="3413760" h="295909">
                  <a:moveTo>
                    <a:pt x="2675788" y="243928"/>
                  </a:moveTo>
                  <a:lnTo>
                    <a:pt x="2672638" y="243039"/>
                  </a:lnTo>
                  <a:lnTo>
                    <a:pt x="2669159" y="244906"/>
                  </a:lnTo>
                  <a:lnTo>
                    <a:pt x="2675788" y="243928"/>
                  </a:lnTo>
                  <a:close/>
                </a:path>
                <a:path w="3413760" h="295909">
                  <a:moveTo>
                    <a:pt x="2675788" y="163080"/>
                  </a:moveTo>
                  <a:lnTo>
                    <a:pt x="2672638" y="162204"/>
                  </a:lnTo>
                  <a:lnTo>
                    <a:pt x="2669159" y="164058"/>
                  </a:lnTo>
                  <a:lnTo>
                    <a:pt x="2675788" y="163080"/>
                  </a:lnTo>
                  <a:close/>
                </a:path>
                <a:path w="3413760" h="295909">
                  <a:moveTo>
                    <a:pt x="2675788" y="82232"/>
                  </a:moveTo>
                  <a:lnTo>
                    <a:pt x="2672638" y="81343"/>
                  </a:lnTo>
                  <a:lnTo>
                    <a:pt x="2669159" y="83210"/>
                  </a:lnTo>
                  <a:lnTo>
                    <a:pt x="2675788" y="82232"/>
                  </a:lnTo>
                  <a:close/>
                </a:path>
                <a:path w="3413760" h="295909">
                  <a:moveTo>
                    <a:pt x="2675788" y="1371"/>
                  </a:moveTo>
                  <a:lnTo>
                    <a:pt x="2672638" y="482"/>
                  </a:lnTo>
                  <a:lnTo>
                    <a:pt x="2669159" y="2349"/>
                  </a:lnTo>
                  <a:lnTo>
                    <a:pt x="2675788" y="1371"/>
                  </a:lnTo>
                  <a:close/>
                </a:path>
                <a:path w="3413760" h="295909">
                  <a:moveTo>
                    <a:pt x="2675877" y="233349"/>
                  </a:moveTo>
                  <a:lnTo>
                    <a:pt x="2675788" y="226872"/>
                  </a:lnTo>
                  <a:lnTo>
                    <a:pt x="2675318" y="230035"/>
                  </a:lnTo>
                  <a:lnTo>
                    <a:pt x="2675877" y="233349"/>
                  </a:lnTo>
                  <a:close/>
                </a:path>
                <a:path w="3413760" h="295909">
                  <a:moveTo>
                    <a:pt x="2675877" y="152501"/>
                  </a:moveTo>
                  <a:lnTo>
                    <a:pt x="2675788" y="146024"/>
                  </a:lnTo>
                  <a:lnTo>
                    <a:pt x="2675318" y="149186"/>
                  </a:lnTo>
                  <a:lnTo>
                    <a:pt x="2675877" y="152501"/>
                  </a:lnTo>
                  <a:close/>
                </a:path>
                <a:path w="3413760" h="295909">
                  <a:moveTo>
                    <a:pt x="2675877" y="71640"/>
                  </a:moveTo>
                  <a:lnTo>
                    <a:pt x="2675788" y="65163"/>
                  </a:lnTo>
                  <a:lnTo>
                    <a:pt x="2675318" y="68313"/>
                  </a:lnTo>
                  <a:lnTo>
                    <a:pt x="2675877" y="71640"/>
                  </a:lnTo>
                  <a:close/>
                </a:path>
                <a:path w="3413760" h="295909">
                  <a:moveTo>
                    <a:pt x="2685580" y="265201"/>
                  </a:moveTo>
                  <a:lnTo>
                    <a:pt x="2683383" y="261315"/>
                  </a:lnTo>
                  <a:lnTo>
                    <a:pt x="2681452" y="262610"/>
                  </a:lnTo>
                  <a:lnTo>
                    <a:pt x="2685580" y="265201"/>
                  </a:lnTo>
                  <a:close/>
                </a:path>
                <a:path w="3413760" h="295909">
                  <a:moveTo>
                    <a:pt x="2685580" y="184353"/>
                  </a:moveTo>
                  <a:lnTo>
                    <a:pt x="2683383" y="180467"/>
                  </a:lnTo>
                  <a:lnTo>
                    <a:pt x="2681452" y="181762"/>
                  </a:lnTo>
                  <a:lnTo>
                    <a:pt x="2685580" y="184353"/>
                  </a:lnTo>
                  <a:close/>
                </a:path>
                <a:path w="3413760" h="295909">
                  <a:moveTo>
                    <a:pt x="2685580" y="103505"/>
                  </a:moveTo>
                  <a:lnTo>
                    <a:pt x="2683383" y="99618"/>
                  </a:lnTo>
                  <a:lnTo>
                    <a:pt x="2681452" y="100914"/>
                  </a:lnTo>
                  <a:lnTo>
                    <a:pt x="2685580" y="103505"/>
                  </a:lnTo>
                  <a:close/>
                </a:path>
                <a:path w="3413760" h="295909">
                  <a:moveTo>
                    <a:pt x="2685580" y="22644"/>
                  </a:moveTo>
                  <a:lnTo>
                    <a:pt x="2683383" y="18757"/>
                  </a:lnTo>
                  <a:lnTo>
                    <a:pt x="2681452" y="20053"/>
                  </a:lnTo>
                  <a:lnTo>
                    <a:pt x="2685580" y="22644"/>
                  </a:lnTo>
                  <a:close/>
                </a:path>
                <a:path w="3413760" h="295909">
                  <a:moveTo>
                    <a:pt x="2703525" y="285330"/>
                  </a:moveTo>
                  <a:lnTo>
                    <a:pt x="2703284" y="282981"/>
                  </a:lnTo>
                  <a:lnTo>
                    <a:pt x="2697619" y="286537"/>
                  </a:lnTo>
                  <a:lnTo>
                    <a:pt x="2703525" y="285330"/>
                  </a:lnTo>
                  <a:close/>
                </a:path>
                <a:path w="3413760" h="295909">
                  <a:moveTo>
                    <a:pt x="2703525" y="204482"/>
                  </a:moveTo>
                  <a:lnTo>
                    <a:pt x="2703284" y="202133"/>
                  </a:lnTo>
                  <a:lnTo>
                    <a:pt x="2697619" y="205689"/>
                  </a:lnTo>
                  <a:lnTo>
                    <a:pt x="2703525" y="204482"/>
                  </a:lnTo>
                  <a:close/>
                </a:path>
                <a:path w="3413760" h="295909">
                  <a:moveTo>
                    <a:pt x="2703525" y="123634"/>
                  </a:moveTo>
                  <a:lnTo>
                    <a:pt x="2703284" y="121285"/>
                  </a:lnTo>
                  <a:lnTo>
                    <a:pt x="2697619" y="124841"/>
                  </a:lnTo>
                  <a:lnTo>
                    <a:pt x="2703525" y="123634"/>
                  </a:lnTo>
                  <a:close/>
                </a:path>
                <a:path w="3413760" h="295909">
                  <a:moveTo>
                    <a:pt x="2703525" y="42773"/>
                  </a:moveTo>
                  <a:lnTo>
                    <a:pt x="2703284" y="40424"/>
                  </a:lnTo>
                  <a:lnTo>
                    <a:pt x="2697619" y="43980"/>
                  </a:lnTo>
                  <a:lnTo>
                    <a:pt x="2703525" y="42773"/>
                  </a:lnTo>
                  <a:close/>
                </a:path>
                <a:path w="3413760" h="295909">
                  <a:moveTo>
                    <a:pt x="2707729" y="273761"/>
                  </a:moveTo>
                  <a:lnTo>
                    <a:pt x="2706636" y="265595"/>
                  </a:lnTo>
                  <a:lnTo>
                    <a:pt x="2704579" y="265595"/>
                  </a:lnTo>
                  <a:lnTo>
                    <a:pt x="2707729" y="273761"/>
                  </a:lnTo>
                  <a:close/>
                </a:path>
                <a:path w="3413760" h="295909">
                  <a:moveTo>
                    <a:pt x="2707729" y="192925"/>
                  </a:moveTo>
                  <a:lnTo>
                    <a:pt x="2706636" y="184746"/>
                  </a:lnTo>
                  <a:lnTo>
                    <a:pt x="2704579" y="184746"/>
                  </a:lnTo>
                  <a:lnTo>
                    <a:pt x="2707729" y="192925"/>
                  </a:lnTo>
                  <a:close/>
                </a:path>
                <a:path w="3413760" h="295909">
                  <a:moveTo>
                    <a:pt x="2707729" y="112064"/>
                  </a:moveTo>
                  <a:lnTo>
                    <a:pt x="2706636" y="103898"/>
                  </a:lnTo>
                  <a:lnTo>
                    <a:pt x="2704579" y="103898"/>
                  </a:lnTo>
                  <a:lnTo>
                    <a:pt x="2707729" y="112064"/>
                  </a:lnTo>
                  <a:close/>
                </a:path>
                <a:path w="3413760" h="295909">
                  <a:moveTo>
                    <a:pt x="2707729" y="31216"/>
                  </a:moveTo>
                  <a:lnTo>
                    <a:pt x="2706636" y="23037"/>
                  </a:lnTo>
                  <a:lnTo>
                    <a:pt x="2704579" y="23037"/>
                  </a:lnTo>
                  <a:lnTo>
                    <a:pt x="2707729" y="31216"/>
                  </a:lnTo>
                  <a:close/>
                </a:path>
                <a:path w="3413760" h="295909">
                  <a:moveTo>
                    <a:pt x="2713151" y="293979"/>
                  </a:moveTo>
                  <a:lnTo>
                    <a:pt x="2708783" y="293014"/>
                  </a:lnTo>
                  <a:lnTo>
                    <a:pt x="2708541" y="295351"/>
                  </a:lnTo>
                  <a:lnTo>
                    <a:pt x="2713151" y="293979"/>
                  </a:lnTo>
                  <a:close/>
                </a:path>
                <a:path w="3413760" h="295909">
                  <a:moveTo>
                    <a:pt x="2713151" y="213131"/>
                  </a:moveTo>
                  <a:lnTo>
                    <a:pt x="2708783" y="212166"/>
                  </a:lnTo>
                  <a:lnTo>
                    <a:pt x="2708541" y="214503"/>
                  </a:lnTo>
                  <a:lnTo>
                    <a:pt x="2713151" y="213131"/>
                  </a:lnTo>
                  <a:close/>
                </a:path>
                <a:path w="3413760" h="295909">
                  <a:moveTo>
                    <a:pt x="2713151" y="132283"/>
                  </a:moveTo>
                  <a:lnTo>
                    <a:pt x="2708783" y="131318"/>
                  </a:lnTo>
                  <a:lnTo>
                    <a:pt x="2708541" y="133654"/>
                  </a:lnTo>
                  <a:lnTo>
                    <a:pt x="2713151" y="132283"/>
                  </a:lnTo>
                  <a:close/>
                </a:path>
                <a:path w="3413760" h="295909">
                  <a:moveTo>
                    <a:pt x="2713151" y="51422"/>
                  </a:moveTo>
                  <a:lnTo>
                    <a:pt x="2708783" y="50457"/>
                  </a:lnTo>
                  <a:lnTo>
                    <a:pt x="2708541" y="52806"/>
                  </a:lnTo>
                  <a:lnTo>
                    <a:pt x="2713151" y="51422"/>
                  </a:lnTo>
                  <a:close/>
                </a:path>
                <a:path w="3413760" h="295909">
                  <a:moveTo>
                    <a:pt x="2716225" y="284353"/>
                  </a:moveTo>
                  <a:lnTo>
                    <a:pt x="2713063" y="283464"/>
                  </a:lnTo>
                  <a:lnTo>
                    <a:pt x="2709583" y="285330"/>
                  </a:lnTo>
                  <a:lnTo>
                    <a:pt x="2716225" y="284353"/>
                  </a:lnTo>
                  <a:close/>
                </a:path>
                <a:path w="3413760" h="295909">
                  <a:moveTo>
                    <a:pt x="2716225" y="203504"/>
                  </a:moveTo>
                  <a:lnTo>
                    <a:pt x="2713063" y="202615"/>
                  </a:lnTo>
                  <a:lnTo>
                    <a:pt x="2709583" y="204482"/>
                  </a:lnTo>
                  <a:lnTo>
                    <a:pt x="2716225" y="203504"/>
                  </a:lnTo>
                  <a:close/>
                </a:path>
                <a:path w="3413760" h="295909">
                  <a:moveTo>
                    <a:pt x="2716225" y="122656"/>
                  </a:moveTo>
                  <a:lnTo>
                    <a:pt x="2713063" y="121767"/>
                  </a:lnTo>
                  <a:lnTo>
                    <a:pt x="2709583" y="123634"/>
                  </a:lnTo>
                  <a:lnTo>
                    <a:pt x="2716225" y="122656"/>
                  </a:lnTo>
                  <a:close/>
                </a:path>
                <a:path w="3413760" h="295909">
                  <a:moveTo>
                    <a:pt x="2716225" y="41795"/>
                  </a:moveTo>
                  <a:lnTo>
                    <a:pt x="2713063" y="40906"/>
                  </a:lnTo>
                  <a:lnTo>
                    <a:pt x="2709583" y="42773"/>
                  </a:lnTo>
                  <a:lnTo>
                    <a:pt x="2716225" y="41795"/>
                  </a:lnTo>
                  <a:close/>
                </a:path>
                <a:path w="3413760" h="295909">
                  <a:moveTo>
                    <a:pt x="2727858" y="233349"/>
                  </a:moveTo>
                  <a:lnTo>
                    <a:pt x="2727426" y="229463"/>
                  </a:lnTo>
                  <a:lnTo>
                    <a:pt x="2725115" y="229463"/>
                  </a:lnTo>
                  <a:lnTo>
                    <a:pt x="2727858" y="233349"/>
                  </a:lnTo>
                  <a:close/>
                </a:path>
                <a:path w="3413760" h="295909">
                  <a:moveTo>
                    <a:pt x="2727858" y="152501"/>
                  </a:moveTo>
                  <a:lnTo>
                    <a:pt x="2727426" y="148615"/>
                  </a:lnTo>
                  <a:lnTo>
                    <a:pt x="2725115" y="148615"/>
                  </a:lnTo>
                  <a:lnTo>
                    <a:pt x="2727858" y="152501"/>
                  </a:lnTo>
                  <a:close/>
                </a:path>
                <a:path w="3413760" h="295909">
                  <a:moveTo>
                    <a:pt x="2727858" y="71640"/>
                  </a:moveTo>
                  <a:lnTo>
                    <a:pt x="2727426" y="67754"/>
                  </a:lnTo>
                  <a:lnTo>
                    <a:pt x="2725115" y="67754"/>
                  </a:lnTo>
                  <a:lnTo>
                    <a:pt x="2727858" y="71640"/>
                  </a:lnTo>
                  <a:close/>
                </a:path>
                <a:path w="3413760" h="295909">
                  <a:moveTo>
                    <a:pt x="2743949" y="244906"/>
                  </a:moveTo>
                  <a:lnTo>
                    <a:pt x="2743708" y="242557"/>
                  </a:lnTo>
                  <a:lnTo>
                    <a:pt x="2738056" y="246113"/>
                  </a:lnTo>
                  <a:lnTo>
                    <a:pt x="2743949" y="244906"/>
                  </a:lnTo>
                  <a:close/>
                </a:path>
                <a:path w="3413760" h="295909">
                  <a:moveTo>
                    <a:pt x="2743949" y="164058"/>
                  </a:moveTo>
                  <a:lnTo>
                    <a:pt x="2743708" y="161709"/>
                  </a:lnTo>
                  <a:lnTo>
                    <a:pt x="2738056" y="165265"/>
                  </a:lnTo>
                  <a:lnTo>
                    <a:pt x="2743949" y="164058"/>
                  </a:lnTo>
                  <a:close/>
                </a:path>
                <a:path w="3413760" h="295909">
                  <a:moveTo>
                    <a:pt x="2743949" y="83210"/>
                  </a:moveTo>
                  <a:lnTo>
                    <a:pt x="2743708" y="80873"/>
                  </a:lnTo>
                  <a:lnTo>
                    <a:pt x="2738056" y="84416"/>
                  </a:lnTo>
                  <a:lnTo>
                    <a:pt x="2743949" y="83210"/>
                  </a:lnTo>
                  <a:close/>
                </a:path>
                <a:path w="3413760" h="295909">
                  <a:moveTo>
                    <a:pt x="2743949" y="2349"/>
                  </a:moveTo>
                  <a:lnTo>
                    <a:pt x="2743708" y="0"/>
                  </a:lnTo>
                  <a:lnTo>
                    <a:pt x="2738056" y="3556"/>
                  </a:lnTo>
                  <a:lnTo>
                    <a:pt x="2743949" y="2349"/>
                  </a:lnTo>
                  <a:close/>
                </a:path>
                <a:path w="3413760" h="295909">
                  <a:moveTo>
                    <a:pt x="2744762" y="252577"/>
                  </a:moveTo>
                  <a:lnTo>
                    <a:pt x="2740393" y="253555"/>
                  </a:lnTo>
                  <a:lnTo>
                    <a:pt x="2741130" y="255739"/>
                  </a:lnTo>
                  <a:lnTo>
                    <a:pt x="2744762" y="252577"/>
                  </a:lnTo>
                  <a:close/>
                </a:path>
                <a:path w="3413760" h="295909">
                  <a:moveTo>
                    <a:pt x="2744762" y="171742"/>
                  </a:moveTo>
                  <a:lnTo>
                    <a:pt x="2740393" y="172707"/>
                  </a:lnTo>
                  <a:lnTo>
                    <a:pt x="2741130" y="174891"/>
                  </a:lnTo>
                  <a:lnTo>
                    <a:pt x="2744762" y="171742"/>
                  </a:lnTo>
                  <a:close/>
                </a:path>
                <a:path w="3413760" h="295909">
                  <a:moveTo>
                    <a:pt x="2744762" y="90881"/>
                  </a:moveTo>
                  <a:lnTo>
                    <a:pt x="2740393" y="91859"/>
                  </a:lnTo>
                  <a:lnTo>
                    <a:pt x="2741130" y="94043"/>
                  </a:lnTo>
                  <a:lnTo>
                    <a:pt x="2744762" y="90881"/>
                  </a:lnTo>
                  <a:close/>
                </a:path>
                <a:path w="3413760" h="295909">
                  <a:moveTo>
                    <a:pt x="2744762" y="10033"/>
                  </a:moveTo>
                  <a:lnTo>
                    <a:pt x="2740393" y="10998"/>
                  </a:lnTo>
                  <a:lnTo>
                    <a:pt x="2741130" y="13182"/>
                  </a:lnTo>
                  <a:lnTo>
                    <a:pt x="2744762" y="10033"/>
                  </a:lnTo>
                  <a:close/>
                </a:path>
                <a:path w="3413760" h="295909">
                  <a:moveTo>
                    <a:pt x="2753576" y="253555"/>
                  </a:moveTo>
                  <a:lnTo>
                    <a:pt x="2748965" y="254927"/>
                  </a:lnTo>
                  <a:lnTo>
                    <a:pt x="2752852" y="255739"/>
                  </a:lnTo>
                  <a:lnTo>
                    <a:pt x="2753576" y="253555"/>
                  </a:lnTo>
                  <a:close/>
                </a:path>
                <a:path w="3413760" h="295909">
                  <a:moveTo>
                    <a:pt x="2753576" y="172707"/>
                  </a:moveTo>
                  <a:lnTo>
                    <a:pt x="2748965" y="174078"/>
                  </a:lnTo>
                  <a:lnTo>
                    <a:pt x="2752852" y="174891"/>
                  </a:lnTo>
                  <a:lnTo>
                    <a:pt x="2753576" y="172707"/>
                  </a:lnTo>
                  <a:close/>
                </a:path>
                <a:path w="3413760" h="295909">
                  <a:moveTo>
                    <a:pt x="2753576" y="91859"/>
                  </a:moveTo>
                  <a:lnTo>
                    <a:pt x="2748965" y="93230"/>
                  </a:lnTo>
                  <a:lnTo>
                    <a:pt x="2752852" y="94043"/>
                  </a:lnTo>
                  <a:lnTo>
                    <a:pt x="2753576" y="91859"/>
                  </a:lnTo>
                  <a:close/>
                </a:path>
                <a:path w="3413760" h="295909">
                  <a:moveTo>
                    <a:pt x="2753576" y="10998"/>
                  </a:moveTo>
                  <a:lnTo>
                    <a:pt x="2748965" y="12369"/>
                  </a:lnTo>
                  <a:lnTo>
                    <a:pt x="2752852" y="13182"/>
                  </a:lnTo>
                  <a:lnTo>
                    <a:pt x="2753576" y="10998"/>
                  </a:lnTo>
                  <a:close/>
                </a:path>
                <a:path w="3413760" h="295909">
                  <a:moveTo>
                    <a:pt x="2756649" y="243928"/>
                  </a:moveTo>
                  <a:lnTo>
                    <a:pt x="2753487" y="243039"/>
                  </a:lnTo>
                  <a:lnTo>
                    <a:pt x="2750007" y="244906"/>
                  </a:lnTo>
                  <a:lnTo>
                    <a:pt x="2756649" y="243928"/>
                  </a:lnTo>
                  <a:close/>
                </a:path>
                <a:path w="3413760" h="295909">
                  <a:moveTo>
                    <a:pt x="2756649" y="163080"/>
                  </a:moveTo>
                  <a:lnTo>
                    <a:pt x="2753487" y="162204"/>
                  </a:lnTo>
                  <a:lnTo>
                    <a:pt x="2750007" y="164058"/>
                  </a:lnTo>
                  <a:lnTo>
                    <a:pt x="2756649" y="163080"/>
                  </a:lnTo>
                  <a:close/>
                </a:path>
                <a:path w="3413760" h="295909">
                  <a:moveTo>
                    <a:pt x="2756649" y="82232"/>
                  </a:moveTo>
                  <a:lnTo>
                    <a:pt x="2753487" y="81343"/>
                  </a:lnTo>
                  <a:lnTo>
                    <a:pt x="2750007" y="83210"/>
                  </a:lnTo>
                  <a:lnTo>
                    <a:pt x="2756649" y="82232"/>
                  </a:lnTo>
                  <a:close/>
                </a:path>
                <a:path w="3413760" h="295909">
                  <a:moveTo>
                    <a:pt x="2756649" y="1371"/>
                  </a:moveTo>
                  <a:lnTo>
                    <a:pt x="2753487" y="482"/>
                  </a:lnTo>
                  <a:lnTo>
                    <a:pt x="2750007" y="2349"/>
                  </a:lnTo>
                  <a:lnTo>
                    <a:pt x="2756649" y="1371"/>
                  </a:lnTo>
                  <a:close/>
                </a:path>
                <a:path w="3413760" h="295909">
                  <a:moveTo>
                    <a:pt x="2756725" y="233349"/>
                  </a:moveTo>
                  <a:lnTo>
                    <a:pt x="2756649" y="226872"/>
                  </a:lnTo>
                  <a:lnTo>
                    <a:pt x="2756166" y="230035"/>
                  </a:lnTo>
                  <a:lnTo>
                    <a:pt x="2756725" y="233349"/>
                  </a:lnTo>
                  <a:close/>
                </a:path>
                <a:path w="3413760" h="295909">
                  <a:moveTo>
                    <a:pt x="2756725" y="152501"/>
                  </a:moveTo>
                  <a:lnTo>
                    <a:pt x="2756649" y="146024"/>
                  </a:lnTo>
                  <a:lnTo>
                    <a:pt x="2756166" y="149186"/>
                  </a:lnTo>
                  <a:lnTo>
                    <a:pt x="2756725" y="152501"/>
                  </a:lnTo>
                  <a:close/>
                </a:path>
                <a:path w="3413760" h="295909">
                  <a:moveTo>
                    <a:pt x="2756725" y="71640"/>
                  </a:moveTo>
                  <a:lnTo>
                    <a:pt x="2756649" y="65163"/>
                  </a:lnTo>
                  <a:lnTo>
                    <a:pt x="2756166" y="68313"/>
                  </a:lnTo>
                  <a:lnTo>
                    <a:pt x="2756725" y="71640"/>
                  </a:lnTo>
                  <a:close/>
                </a:path>
                <a:path w="3413760" h="295909">
                  <a:moveTo>
                    <a:pt x="2766428" y="265201"/>
                  </a:moveTo>
                  <a:lnTo>
                    <a:pt x="2764256" y="261315"/>
                  </a:lnTo>
                  <a:lnTo>
                    <a:pt x="2762300" y="262610"/>
                  </a:lnTo>
                  <a:lnTo>
                    <a:pt x="2766428" y="265201"/>
                  </a:lnTo>
                  <a:close/>
                </a:path>
                <a:path w="3413760" h="295909">
                  <a:moveTo>
                    <a:pt x="2766428" y="184353"/>
                  </a:moveTo>
                  <a:lnTo>
                    <a:pt x="2764256" y="180467"/>
                  </a:lnTo>
                  <a:lnTo>
                    <a:pt x="2762300" y="181762"/>
                  </a:lnTo>
                  <a:lnTo>
                    <a:pt x="2766428" y="184353"/>
                  </a:lnTo>
                  <a:close/>
                </a:path>
                <a:path w="3413760" h="295909">
                  <a:moveTo>
                    <a:pt x="2766428" y="103505"/>
                  </a:moveTo>
                  <a:lnTo>
                    <a:pt x="2764256" y="99618"/>
                  </a:lnTo>
                  <a:lnTo>
                    <a:pt x="2762300" y="100914"/>
                  </a:lnTo>
                  <a:lnTo>
                    <a:pt x="2766428" y="103505"/>
                  </a:lnTo>
                  <a:close/>
                </a:path>
                <a:path w="3413760" h="295909">
                  <a:moveTo>
                    <a:pt x="2766428" y="22644"/>
                  </a:moveTo>
                  <a:lnTo>
                    <a:pt x="2764256" y="18757"/>
                  </a:lnTo>
                  <a:lnTo>
                    <a:pt x="2762300" y="20053"/>
                  </a:lnTo>
                  <a:lnTo>
                    <a:pt x="2766428" y="22644"/>
                  </a:lnTo>
                  <a:close/>
                </a:path>
                <a:path w="3413760" h="295909">
                  <a:moveTo>
                    <a:pt x="2784373" y="285330"/>
                  </a:moveTo>
                  <a:lnTo>
                    <a:pt x="2784132" y="282981"/>
                  </a:lnTo>
                  <a:lnTo>
                    <a:pt x="2778480" y="286537"/>
                  </a:lnTo>
                  <a:lnTo>
                    <a:pt x="2784373" y="285330"/>
                  </a:lnTo>
                  <a:close/>
                </a:path>
                <a:path w="3413760" h="295909">
                  <a:moveTo>
                    <a:pt x="2784373" y="204482"/>
                  </a:moveTo>
                  <a:lnTo>
                    <a:pt x="2784132" y="202133"/>
                  </a:lnTo>
                  <a:lnTo>
                    <a:pt x="2778480" y="205689"/>
                  </a:lnTo>
                  <a:lnTo>
                    <a:pt x="2784373" y="204482"/>
                  </a:lnTo>
                  <a:close/>
                </a:path>
                <a:path w="3413760" h="295909">
                  <a:moveTo>
                    <a:pt x="2784373" y="123634"/>
                  </a:moveTo>
                  <a:lnTo>
                    <a:pt x="2784132" y="121285"/>
                  </a:lnTo>
                  <a:lnTo>
                    <a:pt x="2778480" y="124841"/>
                  </a:lnTo>
                  <a:lnTo>
                    <a:pt x="2784373" y="123634"/>
                  </a:lnTo>
                  <a:close/>
                </a:path>
                <a:path w="3413760" h="295909">
                  <a:moveTo>
                    <a:pt x="2784373" y="42773"/>
                  </a:moveTo>
                  <a:lnTo>
                    <a:pt x="2784132" y="40424"/>
                  </a:lnTo>
                  <a:lnTo>
                    <a:pt x="2778480" y="43980"/>
                  </a:lnTo>
                  <a:lnTo>
                    <a:pt x="2784373" y="42773"/>
                  </a:lnTo>
                  <a:close/>
                </a:path>
                <a:path w="3413760" h="295909">
                  <a:moveTo>
                    <a:pt x="2788577" y="273761"/>
                  </a:moveTo>
                  <a:lnTo>
                    <a:pt x="2787485" y="265595"/>
                  </a:lnTo>
                  <a:lnTo>
                    <a:pt x="2785427" y="265595"/>
                  </a:lnTo>
                  <a:lnTo>
                    <a:pt x="2788577" y="273761"/>
                  </a:lnTo>
                  <a:close/>
                </a:path>
                <a:path w="3413760" h="295909">
                  <a:moveTo>
                    <a:pt x="2788577" y="192925"/>
                  </a:moveTo>
                  <a:lnTo>
                    <a:pt x="2787485" y="184746"/>
                  </a:lnTo>
                  <a:lnTo>
                    <a:pt x="2785427" y="184746"/>
                  </a:lnTo>
                  <a:lnTo>
                    <a:pt x="2788577" y="192925"/>
                  </a:lnTo>
                  <a:close/>
                </a:path>
                <a:path w="3413760" h="295909">
                  <a:moveTo>
                    <a:pt x="2788577" y="112064"/>
                  </a:moveTo>
                  <a:lnTo>
                    <a:pt x="2787485" y="103898"/>
                  </a:lnTo>
                  <a:lnTo>
                    <a:pt x="2785427" y="103898"/>
                  </a:lnTo>
                  <a:lnTo>
                    <a:pt x="2788577" y="112064"/>
                  </a:lnTo>
                  <a:close/>
                </a:path>
                <a:path w="3413760" h="295909">
                  <a:moveTo>
                    <a:pt x="2788577" y="31216"/>
                  </a:moveTo>
                  <a:lnTo>
                    <a:pt x="2787485" y="23037"/>
                  </a:lnTo>
                  <a:lnTo>
                    <a:pt x="2785427" y="23037"/>
                  </a:lnTo>
                  <a:lnTo>
                    <a:pt x="2788577" y="31216"/>
                  </a:lnTo>
                  <a:close/>
                </a:path>
                <a:path w="3413760" h="295909">
                  <a:moveTo>
                    <a:pt x="2794000" y="293979"/>
                  </a:moveTo>
                  <a:lnTo>
                    <a:pt x="2789644" y="293014"/>
                  </a:lnTo>
                  <a:lnTo>
                    <a:pt x="2789390" y="295351"/>
                  </a:lnTo>
                  <a:lnTo>
                    <a:pt x="2794000" y="293979"/>
                  </a:lnTo>
                  <a:close/>
                </a:path>
                <a:path w="3413760" h="295909">
                  <a:moveTo>
                    <a:pt x="2794000" y="213131"/>
                  </a:moveTo>
                  <a:lnTo>
                    <a:pt x="2789644" y="212166"/>
                  </a:lnTo>
                  <a:lnTo>
                    <a:pt x="2789390" y="214503"/>
                  </a:lnTo>
                  <a:lnTo>
                    <a:pt x="2794000" y="213131"/>
                  </a:lnTo>
                  <a:close/>
                </a:path>
                <a:path w="3413760" h="295909">
                  <a:moveTo>
                    <a:pt x="2794000" y="132283"/>
                  </a:moveTo>
                  <a:lnTo>
                    <a:pt x="2789644" y="131318"/>
                  </a:lnTo>
                  <a:lnTo>
                    <a:pt x="2789390" y="133654"/>
                  </a:lnTo>
                  <a:lnTo>
                    <a:pt x="2794000" y="132283"/>
                  </a:lnTo>
                  <a:close/>
                </a:path>
                <a:path w="3413760" h="295909">
                  <a:moveTo>
                    <a:pt x="2794000" y="51422"/>
                  </a:moveTo>
                  <a:lnTo>
                    <a:pt x="2789644" y="50457"/>
                  </a:lnTo>
                  <a:lnTo>
                    <a:pt x="2789390" y="52806"/>
                  </a:lnTo>
                  <a:lnTo>
                    <a:pt x="2794000" y="51422"/>
                  </a:lnTo>
                  <a:close/>
                </a:path>
                <a:path w="3413760" h="295909">
                  <a:moveTo>
                    <a:pt x="2797060" y="284353"/>
                  </a:moveTo>
                  <a:lnTo>
                    <a:pt x="2793911" y="283464"/>
                  </a:lnTo>
                  <a:lnTo>
                    <a:pt x="2790444" y="285330"/>
                  </a:lnTo>
                  <a:lnTo>
                    <a:pt x="2797060" y="284353"/>
                  </a:lnTo>
                  <a:close/>
                </a:path>
                <a:path w="3413760" h="295909">
                  <a:moveTo>
                    <a:pt x="2797060" y="203504"/>
                  </a:moveTo>
                  <a:lnTo>
                    <a:pt x="2793911" y="202615"/>
                  </a:lnTo>
                  <a:lnTo>
                    <a:pt x="2790444" y="204482"/>
                  </a:lnTo>
                  <a:lnTo>
                    <a:pt x="2797060" y="203504"/>
                  </a:lnTo>
                  <a:close/>
                </a:path>
                <a:path w="3413760" h="295909">
                  <a:moveTo>
                    <a:pt x="2797060" y="122656"/>
                  </a:moveTo>
                  <a:lnTo>
                    <a:pt x="2793911" y="121767"/>
                  </a:lnTo>
                  <a:lnTo>
                    <a:pt x="2790444" y="123634"/>
                  </a:lnTo>
                  <a:lnTo>
                    <a:pt x="2797060" y="122656"/>
                  </a:lnTo>
                  <a:close/>
                </a:path>
                <a:path w="3413760" h="295909">
                  <a:moveTo>
                    <a:pt x="2797060" y="41795"/>
                  </a:moveTo>
                  <a:lnTo>
                    <a:pt x="2793911" y="40906"/>
                  </a:lnTo>
                  <a:lnTo>
                    <a:pt x="2790444" y="42773"/>
                  </a:lnTo>
                  <a:lnTo>
                    <a:pt x="2797060" y="41795"/>
                  </a:lnTo>
                  <a:close/>
                </a:path>
                <a:path w="3413760" h="295909">
                  <a:moveTo>
                    <a:pt x="2808719" y="233349"/>
                  </a:moveTo>
                  <a:lnTo>
                    <a:pt x="2808274" y="229463"/>
                  </a:lnTo>
                  <a:lnTo>
                    <a:pt x="2805963" y="229463"/>
                  </a:lnTo>
                  <a:lnTo>
                    <a:pt x="2808719" y="233349"/>
                  </a:lnTo>
                  <a:close/>
                </a:path>
                <a:path w="3413760" h="295909">
                  <a:moveTo>
                    <a:pt x="2808719" y="152501"/>
                  </a:moveTo>
                  <a:lnTo>
                    <a:pt x="2808274" y="148615"/>
                  </a:lnTo>
                  <a:lnTo>
                    <a:pt x="2805963" y="148615"/>
                  </a:lnTo>
                  <a:lnTo>
                    <a:pt x="2808719" y="152501"/>
                  </a:lnTo>
                  <a:close/>
                </a:path>
                <a:path w="3413760" h="295909">
                  <a:moveTo>
                    <a:pt x="2808719" y="71640"/>
                  </a:moveTo>
                  <a:lnTo>
                    <a:pt x="2808274" y="67754"/>
                  </a:lnTo>
                  <a:lnTo>
                    <a:pt x="2805963" y="67754"/>
                  </a:lnTo>
                  <a:lnTo>
                    <a:pt x="2808719" y="71640"/>
                  </a:lnTo>
                  <a:close/>
                </a:path>
                <a:path w="3413760" h="295909">
                  <a:moveTo>
                    <a:pt x="2824797" y="244906"/>
                  </a:moveTo>
                  <a:lnTo>
                    <a:pt x="2824569" y="242557"/>
                  </a:lnTo>
                  <a:lnTo>
                    <a:pt x="2818904" y="246113"/>
                  </a:lnTo>
                  <a:lnTo>
                    <a:pt x="2824797" y="244906"/>
                  </a:lnTo>
                  <a:close/>
                </a:path>
                <a:path w="3413760" h="295909">
                  <a:moveTo>
                    <a:pt x="2824797" y="164058"/>
                  </a:moveTo>
                  <a:lnTo>
                    <a:pt x="2824569" y="161709"/>
                  </a:lnTo>
                  <a:lnTo>
                    <a:pt x="2818904" y="165265"/>
                  </a:lnTo>
                  <a:lnTo>
                    <a:pt x="2824797" y="164058"/>
                  </a:lnTo>
                  <a:close/>
                </a:path>
                <a:path w="3413760" h="295909">
                  <a:moveTo>
                    <a:pt x="2824797" y="83210"/>
                  </a:moveTo>
                  <a:lnTo>
                    <a:pt x="2824569" y="80873"/>
                  </a:lnTo>
                  <a:lnTo>
                    <a:pt x="2818904" y="84416"/>
                  </a:lnTo>
                  <a:lnTo>
                    <a:pt x="2824797" y="83210"/>
                  </a:lnTo>
                  <a:close/>
                </a:path>
                <a:path w="3413760" h="295909">
                  <a:moveTo>
                    <a:pt x="2824797" y="2349"/>
                  </a:moveTo>
                  <a:lnTo>
                    <a:pt x="2824569" y="0"/>
                  </a:lnTo>
                  <a:lnTo>
                    <a:pt x="2818904" y="3556"/>
                  </a:lnTo>
                  <a:lnTo>
                    <a:pt x="2824797" y="2349"/>
                  </a:lnTo>
                  <a:close/>
                </a:path>
                <a:path w="3413760" h="295909">
                  <a:moveTo>
                    <a:pt x="2825610" y="252577"/>
                  </a:moveTo>
                  <a:lnTo>
                    <a:pt x="2821254" y="253555"/>
                  </a:lnTo>
                  <a:lnTo>
                    <a:pt x="2821978" y="255739"/>
                  </a:lnTo>
                  <a:lnTo>
                    <a:pt x="2825610" y="252577"/>
                  </a:lnTo>
                  <a:close/>
                </a:path>
                <a:path w="3413760" h="295909">
                  <a:moveTo>
                    <a:pt x="2825610" y="171742"/>
                  </a:moveTo>
                  <a:lnTo>
                    <a:pt x="2821254" y="172707"/>
                  </a:lnTo>
                  <a:lnTo>
                    <a:pt x="2821978" y="174891"/>
                  </a:lnTo>
                  <a:lnTo>
                    <a:pt x="2825610" y="171742"/>
                  </a:lnTo>
                  <a:close/>
                </a:path>
                <a:path w="3413760" h="295909">
                  <a:moveTo>
                    <a:pt x="2825610" y="90881"/>
                  </a:moveTo>
                  <a:lnTo>
                    <a:pt x="2821254" y="91859"/>
                  </a:lnTo>
                  <a:lnTo>
                    <a:pt x="2821978" y="94043"/>
                  </a:lnTo>
                  <a:lnTo>
                    <a:pt x="2825610" y="90881"/>
                  </a:lnTo>
                  <a:close/>
                </a:path>
                <a:path w="3413760" h="295909">
                  <a:moveTo>
                    <a:pt x="2825610" y="10033"/>
                  </a:moveTo>
                  <a:lnTo>
                    <a:pt x="2821254" y="10998"/>
                  </a:lnTo>
                  <a:lnTo>
                    <a:pt x="2821978" y="13182"/>
                  </a:lnTo>
                  <a:lnTo>
                    <a:pt x="2825610" y="10033"/>
                  </a:lnTo>
                  <a:close/>
                </a:path>
                <a:path w="3413760" h="295909">
                  <a:moveTo>
                    <a:pt x="2834424" y="253555"/>
                  </a:moveTo>
                  <a:lnTo>
                    <a:pt x="2829814" y="254927"/>
                  </a:lnTo>
                  <a:lnTo>
                    <a:pt x="2833687" y="255739"/>
                  </a:lnTo>
                  <a:lnTo>
                    <a:pt x="2834424" y="253555"/>
                  </a:lnTo>
                  <a:close/>
                </a:path>
                <a:path w="3413760" h="295909">
                  <a:moveTo>
                    <a:pt x="2834424" y="172707"/>
                  </a:moveTo>
                  <a:lnTo>
                    <a:pt x="2829814" y="174078"/>
                  </a:lnTo>
                  <a:lnTo>
                    <a:pt x="2833687" y="174891"/>
                  </a:lnTo>
                  <a:lnTo>
                    <a:pt x="2834424" y="172707"/>
                  </a:lnTo>
                  <a:close/>
                </a:path>
                <a:path w="3413760" h="295909">
                  <a:moveTo>
                    <a:pt x="2834424" y="91859"/>
                  </a:moveTo>
                  <a:lnTo>
                    <a:pt x="2829814" y="93230"/>
                  </a:lnTo>
                  <a:lnTo>
                    <a:pt x="2833687" y="94043"/>
                  </a:lnTo>
                  <a:lnTo>
                    <a:pt x="2834424" y="91859"/>
                  </a:lnTo>
                  <a:close/>
                </a:path>
                <a:path w="3413760" h="295909">
                  <a:moveTo>
                    <a:pt x="2834424" y="10998"/>
                  </a:moveTo>
                  <a:lnTo>
                    <a:pt x="2829814" y="12369"/>
                  </a:lnTo>
                  <a:lnTo>
                    <a:pt x="2833687" y="13182"/>
                  </a:lnTo>
                  <a:lnTo>
                    <a:pt x="2834424" y="10998"/>
                  </a:lnTo>
                  <a:close/>
                </a:path>
                <a:path w="3413760" h="295909">
                  <a:moveTo>
                    <a:pt x="2837510" y="243928"/>
                  </a:moveTo>
                  <a:lnTo>
                    <a:pt x="2834335" y="243039"/>
                  </a:lnTo>
                  <a:lnTo>
                    <a:pt x="2830868" y="244906"/>
                  </a:lnTo>
                  <a:lnTo>
                    <a:pt x="2837510" y="243928"/>
                  </a:lnTo>
                  <a:close/>
                </a:path>
                <a:path w="3413760" h="295909">
                  <a:moveTo>
                    <a:pt x="2837510" y="163080"/>
                  </a:moveTo>
                  <a:lnTo>
                    <a:pt x="2834335" y="162204"/>
                  </a:lnTo>
                  <a:lnTo>
                    <a:pt x="2830868" y="164058"/>
                  </a:lnTo>
                  <a:lnTo>
                    <a:pt x="2837510" y="163080"/>
                  </a:lnTo>
                  <a:close/>
                </a:path>
                <a:path w="3413760" h="295909">
                  <a:moveTo>
                    <a:pt x="2837510" y="82232"/>
                  </a:moveTo>
                  <a:lnTo>
                    <a:pt x="2834335" y="81343"/>
                  </a:lnTo>
                  <a:lnTo>
                    <a:pt x="2830868" y="83210"/>
                  </a:lnTo>
                  <a:lnTo>
                    <a:pt x="2837510" y="82232"/>
                  </a:lnTo>
                  <a:close/>
                </a:path>
                <a:path w="3413760" h="295909">
                  <a:moveTo>
                    <a:pt x="2837510" y="1371"/>
                  </a:moveTo>
                  <a:lnTo>
                    <a:pt x="2834335" y="482"/>
                  </a:lnTo>
                  <a:lnTo>
                    <a:pt x="2830868" y="2349"/>
                  </a:lnTo>
                  <a:lnTo>
                    <a:pt x="2837510" y="1371"/>
                  </a:lnTo>
                  <a:close/>
                </a:path>
                <a:path w="3413760" h="295909">
                  <a:moveTo>
                    <a:pt x="2837573" y="233349"/>
                  </a:moveTo>
                  <a:lnTo>
                    <a:pt x="2837510" y="226872"/>
                  </a:lnTo>
                  <a:lnTo>
                    <a:pt x="2837015" y="230035"/>
                  </a:lnTo>
                  <a:lnTo>
                    <a:pt x="2837573" y="233349"/>
                  </a:lnTo>
                  <a:close/>
                </a:path>
                <a:path w="3413760" h="295909">
                  <a:moveTo>
                    <a:pt x="2837573" y="152501"/>
                  </a:moveTo>
                  <a:lnTo>
                    <a:pt x="2837510" y="146024"/>
                  </a:lnTo>
                  <a:lnTo>
                    <a:pt x="2837015" y="149186"/>
                  </a:lnTo>
                  <a:lnTo>
                    <a:pt x="2837573" y="152501"/>
                  </a:lnTo>
                  <a:close/>
                </a:path>
                <a:path w="3413760" h="295909">
                  <a:moveTo>
                    <a:pt x="2837573" y="71640"/>
                  </a:moveTo>
                  <a:lnTo>
                    <a:pt x="2837510" y="65163"/>
                  </a:lnTo>
                  <a:lnTo>
                    <a:pt x="2837015" y="68313"/>
                  </a:lnTo>
                  <a:lnTo>
                    <a:pt x="2837573" y="71640"/>
                  </a:lnTo>
                  <a:close/>
                </a:path>
                <a:path w="3413760" h="295909">
                  <a:moveTo>
                    <a:pt x="2847276" y="265201"/>
                  </a:moveTo>
                  <a:lnTo>
                    <a:pt x="2845092" y="261315"/>
                  </a:lnTo>
                  <a:lnTo>
                    <a:pt x="2843149" y="262610"/>
                  </a:lnTo>
                  <a:lnTo>
                    <a:pt x="2847276" y="265201"/>
                  </a:lnTo>
                  <a:close/>
                </a:path>
                <a:path w="3413760" h="295909">
                  <a:moveTo>
                    <a:pt x="2847276" y="184353"/>
                  </a:moveTo>
                  <a:lnTo>
                    <a:pt x="2845092" y="180467"/>
                  </a:lnTo>
                  <a:lnTo>
                    <a:pt x="2843149" y="181762"/>
                  </a:lnTo>
                  <a:lnTo>
                    <a:pt x="2847276" y="184353"/>
                  </a:lnTo>
                  <a:close/>
                </a:path>
                <a:path w="3413760" h="295909">
                  <a:moveTo>
                    <a:pt x="2847276" y="103505"/>
                  </a:moveTo>
                  <a:lnTo>
                    <a:pt x="2845092" y="99618"/>
                  </a:lnTo>
                  <a:lnTo>
                    <a:pt x="2843149" y="100914"/>
                  </a:lnTo>
                  <a:lnTo>
                    <a:pt x="2847276" y="103505"/>
                  </a:lnTo>
                  <a:close/>
                </a:path>
                <a:path w="3413760" h="295909">
                  <a:moveTo>
                    <a:pt x="2847276" y="22644"/>
                  </a:moveTo>
                  <a:lnTo>
                    <a:pt x="2845092" y="18757"/>
                  </a:lnTo>
                  <a:lnTo>
                    <a:pt x="2843149" y="20053"/>
                  </a:lnTo>
                  <a:lnTo>
                    <a:pt x="2847276" y="22644"/>
                  </a:lnTo>
                  <a:close/>
                </a:path>
                <a:path w="3413760" h="295909">
                  <a:moveTo>
                    <a:pt x="2865221" y="285330"/>
                  </a:moveTo>
                  <a:lnTo>
                    <a:pt x="2864993" y="282981"/>
                  </a:lnTo>
                  <a:lnTo>
                    <a:pt x="2859328" y="286537"/>
                  </a:lnTo>
                  <a:lnTo>
                    <a:pt x="2865221" y="285330"/>
                  </a:lnTo>
                  <a:close/>
                </a:path>
                <a:path w="3413760" h="295909">
                  <a:moveTo>
                    <a:pt x="2865221" y="204482"/>
                  </a:moveTo>
                  <a:lnTo>
                    <a:pt x="2864993" y="202133"/>
                  </a:lnTo>
                  <a:lnTo>
                    <a:pt x="2859328" y="205689"/>
                  </a:lnTo>
                  <a:lnTo>
                    <a:pt x="2865221" y="204482"/>
                  </a:lnTo>
                  <a:close/>
                </a:path>
                <a:path w="3413760" h="295909">
                  <a:moveTo>
                    <a:pt x="2865221" y="123634"/>
                  </a:moveTo>
                  <a:lnTo>
                    <a:pt x="2864993" y="121285"/>
                  </a:lnTo>
                  <a:lnTo>
                    <a:pt x="2859328" y="124841"/>
                  </a:lnTo>
                  <a:lnTo>
                    <a:pt x="2865221" y="123634"/>
                  </a:lnTo>
                  <a:close/>
                </a:path>
                <a:path w="3413760" h="295909">
                  <a:moveTo>
                    <a:pt x="2865221" y="42773"/>
                  </a:moveTo>
                  <a:lnTo>
                    <a:pt x="2864993" y="40424"/>
                  </a:lnTo>
                  <a:lnTo>
                    <a:pt x="2859328" y="43980"/>
                  </a:lnTo>
                  <a:lnTo>
                    <a:pt x="2865221" y="42773"/>
                  </a:lnTo>
                  <a:close/>
                </a:path>
                <a:path w="3413760" h="295909">
                  <a:moveTo>
                    <a:pt x="2869425" y="273761"/>
                  </a:moveTo>
                  <a:lnTo>
                    <a:pt x="2868345" y="265595"/>
                  </a:lnTo>
                  <a:lnTo>
                    <a:pt x="2866275" y="265595"/>
                  </a:lnTo>
                  <a:lnTo>
                    <a:pt x="2869425" y="273761"/>
                  </a:lnTo>
                  <a:close/>
                </a:path>
                <a:path w="3413760" h="295909">
                  <a:moveTo>
                    <a:pt x="2869425" y="192925"/>
                  </a:moveTo>
                  <a:lnTo>
                    <a:pt x="2868345" y="184746"/>
                  </a:lnTo>
                  <a:lnTo>
                    <a:pt x="2866275" y="184746"/>
                  </a:lnTo>
                  <a:lnTo>
                    <a:pt x="2869425" y="192925"/>
                  </a:lnTo>
                  <a:close/>
                </a:path>
                <a:path w="3413760" h="295909">
                  <a:moveTo>
                    <a:pt x="2869425" y="112064"/>
                  </a:moveTo>
                  <a:lnTo>
                    <a:pt x="2868345" y="103898"/>
                  </a:lnTo>
                  <a:lnTo>
                    <a:pt x="2866275" y="103898"/>
                  </a:lnTo>
                  <a:lnTo>
                    <a:pt x="2869425" y="112064"/>
                  </a:lnTo>
                  <a:close/>
                </a:path>
                <a:path w="3413760" h="295909">
                  <a:moveTo>
                    <a:pt x="2869425" y="31216"/>
                  </a:moveTo>
                  <a:lnTo>
                    <a:pt x="2868345" y="23037"/>
                  </a:lnTo>
                  <a:lnTo>
                    <a:pt x="2866275" y="23037"/>
                  </a:lnTo>
                  <a:lnTo>
                    <a:pt x="2869425" y="31216"/>
                  </a:lnTo>
                  <a:close/>
                </a:path>
                <a:path w="3413760" h="295909">
                  <a:moveTo>
                    <a:pt x="2874848" y="293979"/>
                  </a:moveTo>
                  <a:lnTo>
                    <a:pt x="2870479" y="293014"/>
                  </a:lnTo>
                  <a:lnTo>
                    <a:pt x="2870238" y="295351"/>
                  </a:lnTo>
                  <a:lnTo>
                    <a:pt x="2874848" y="293979"/>
                  </a:lnTo>
                  <a:close/>
                </a:path>
                <a:path w="3413760" h="295909">
                  <a:moveTo>
                    <a:pt x="2874848" y="213131"/>
                  </a:moveTo>
                  <a:lnTo>
                    <a:pt x="2870479" y="212166"/>
                  </a:lnTo>
                  <a:lnTo>
                    <a:pt x="2870238" y="214503"/>
                  </a:lnTo>
                  <a:lnTo>
                    <a:pt x="2874848" y="213131"/>
                  </a:lnTo>
                  <a:close/>
                </a:path>
                <a:path w="3413760" h="295909">
                  <a:moveTo>
                    <a:pt x="2874848" y="132283"/>
                  </a:moveTo>
                  <a:lnTo>
                    <a:pt x="2870479" y="131318"/>
                  </a:lnTo>
                  <a:lnTo>
                    <a:pt x="2870238" y="133654"/>
                  </a:lnTo>
                  <a:lnTo>
                    <a:pt x="2874848" y="132283"/>
                  </a:lnTo>
                  <a:close/>
                </a:path>
                <a:path w="3413760" h="295909">
                  <a:moveTo>
                    <a:pt x="2874848" y="51422"/>
                  </a:moveTo>
                  <a:lnTo>
                    <a:pt x="2870479" y="50457"/>
                  </a:lnTo>
                  <a:lnTo>
                    <a:pt x="2870238" y="52806"/>
                  </a:lnTo>
                  <a:lnTo>
                    <a:pt x="2874848" y="51422"/>
                  </a:lnTo>
                  <a:close/>
                </a:path>
                <a:path w="3413760" h="295909">
                  <a:moveTo>
                    <a:pt x="2877934" y="284353"/>
                  </a:moveTo>
                  <a:lnTo>
                    <a:pt x="2874759" y="283464"/>
                  </a:lnTo>
                  <a:lnTo>
                    <a:pt x="2871292" y="285330"/>
                  </a:lnTo>
                  <a:lnTo>
                    <a:pt x="2877934" y="284353"/>
                  </a:lnTo>
                  <a:close/>
                </a:path>
                <a:path w="3413760" h="295909">
                  <a:moveTo>
                    <a:pt x="2877934" y="203504"/>
                  </a:moveTo>
                  <a:lnTo>
                    <a:pt x="2874759" y="202615"/>
                  </a:lnTo>
                  <a:lnTo>
                    <a:pt x="2871292" y="204482"/>
                  </a:lnTo>
                  <a:lnTo>
                    <a:pt x="2877934" y="203504"/>
                  </a:lnTo>
                  <a:close/>
                </a:path>
                <a:path w="3413760" h="295909">
                  <a:moveTo>
                    <a:pt x="2877934" y="122656"/>
                  </a:moveTo>
                  <a:lnTo>
                    <a:pt x="2874759" y="121767"/>
                  </a:lnTo>
                  <a:lnTo>
                    <a:pt x="2871292" y="123634"/>
                  </a:lnTo>
                  <a:lnTo>
                    <a:pt x="2877934" y="122656"/>
                  </a:lnTo>
                  <a:close/>
                </a:path>
                <a:path w="3413760" h="295909">
                  <a:moveTo>
                    <a:pt x="2877934" y="41795"/>
                  </a:moveTo>
                  <a:lnTo>
                    <a:pt x="2874759" y="40906"/>
                  </a:lnTo>
                  <a:lnTo>
                    <a:pt x="2871292" y="42773"/>
                  </a:lnTo>
                  <a:lnTo>
                    <a:pt x="2877934" y="41795"/>
                  </a:lnTo>
                  <a:close/>
                </a:path>
                <a:path w="3413760" h="295909">
                  <a:moveTo>
                    <a:pt x="2889567" y="233349"/>
                  </a:moveTo>
                  <a:lnTo>
                    <a:pt x="2889123" y="229463"/>
                  </a:lnTo>
                  <a:lnTo>
                    <a:pt x="2886811" y="229463"/>
                  </a:lnTo>
                  <a:lnTo>
                    <a:pt x="2889567" y="233349"/>
                  </a:lnTo>
                  <a:close/>
                </a:path>
                <a:path w="3413760" h="295909">
                  <a:moveTo>
                    <a:pt x="2889567" y="152501"/>
                  </a:moveTo>
                  <a:lnTo>
                    <a:pt x="2889123" y="148615"/>
                  </a:lnTo>
                  <a:lnTo>
                    <a:pt x="2886811" y="148615"/>
                  </a:lnTo>
                  <a:lnTo>
                    <a:pt x="2889567" y="152501"/>
                  </a:lnTo>
                  <a:close/>
                </a:path>
                <a:path w="3413760" h="295909">
                  <a:moveTo>
                    <a:pt x="2889567" y="71640"/>
                  </a:moveTo>
                  <a:lnTo>
                    <a:pt x="2889123" y="67754"/>
                  </a:lnTo>
                  <a:lnTo>
                    <a:pt x="2886811" y="67754"/>
                  </a:lnTo>
                  <a:lnTo>
                    <a:pt x="2889567" y="71640"/>
                  </a:lnTo>
                  <a:close/>
                </a:path>
                <a:path w="3413760" h="295909">
                  <a:moveTo>
                    <a:pt x="2905658" y="244906"/>
                  </a:moveTo>
                  <a:lnTo>
                    <a:pt x="2905417" y="242557"/>
                  </a:lnTo>
                  <a:lnTo>
                    <a:pt x="2899753" y="246113"/>
                  </a:lnTo>
                  <a:lnTo>
                    <a:pt x="2905658" y="244906"/>
                  </a:lnTo>
                  <a:close/>
                </a:path>
                <a:path w="3413760" h="295909">
                  <a:moveTo>
                    <a:pt x="2905658" y="164058"/>
                  </a:moveTo>
                  <a:lnTo>
                    <a:pt x="2905417" y="161709"/>
                  </a:lnTo>
                  <a:lnTo>
                    <a:pt x="2899753" y="165265"/>
                  </a:lnTo>
                  <a:lnTo>
                    <a:pt x="2905658" y="164058"/>
                  </a:lnTo>
                  <a:close/>
                </a:path>
                <a:path w="3413760" h="295909">
                  <a:moveTo>
                    <a:pt x="2905658" y="83210"/>
                  </a:moveTo>
                  <a:lnTo>
                    <a:pt x="2905417" y="80873"/>
                  </a:lnTo>
                  <a:lnTo>
                    <a:pt x="2899753" y="84416"/>
                  </a:lnTo>
                  <a:lnTo>
                    <a:pt x="2905658" y="83210"/>
                  </a:lnTo>
                  <a:close/>
                </a:path>
                <a:path w="3413760" h="295909">
                  <a:moveTo>
                    <a:pt x="2905658" y="2349"/>
                  </a:moveTo>
                  <a:lnTo>
                    <a:pt x="2905417" y="0"/>
                  </a:lnTo>
                  <a:lnTo>
                    <a:pt x="2899753" y="3556"/>
                  </a:lnTo>
                  <a:lnTo>
                    <a:pt x="2905658" y="2349"/>
                  </a:lnTo>
                  <a:close/>
                </a:path>
                <a:path w="3413760" h="295909">
                  <a:moveTo>
                    <a:pt x="2906471" y="252577"/>
                  </a:moveTo>
                  <a:lnTo>
                    <a:pt x="2902089" y="253555"/>
                  </a:lnTo>
                  <a:lnTo>
                    <a:pt x="2902826" y="255739"/>
                  </a:lnTo>
                  <a:lnTo>
                    <a:pt x="2906471" y="252577"/>
                  </a:lnTo>
                  <a:close/>
                </a:path>
                <a:path w="3413760" h="295909">
                  <a:moveTo>
                    <a:pt x="2906471" y="171742"/>
                  </a:moveTo>
                  <a:lnTo>
                    <a:pt x="2902089" y="172707"/>
                  </a:lnTo>
                  <a:lnTo>
                    <a:pt x="2902826" y="174891"/>
                  </a:lnTo>
                  <a:lnTo>
                    <a:pt x="2906471" y="171742"/>
                  </a:lnTo>
                  <a:close/>
                </a:path>
                <a:path w="3413760" h="295909">
                  <a:moveTo>
                    <a:pt x="2906471" y="90881"/>
                  </a:moveTo>
                  <a:lnTo>
                    <a:pt x="2902089" y="91859"/>
                  </a:lnTo>
                  <a:lnTo>
                    <a:pt x="2902826" y="94043"/>
                  </a:lnTo>
                  <a:lnTo>
                    <a:pt x="2906471" y="90881"/>
                  </a:lnTo>
                  <a:close/>
                </a:path>
                <a:path w="3413760" h="295909">
                  <a:moveTo>
                    <a:pt x="2906471" y="10033"/>
                  </a:moveTo>
                  <a:lnTo>
                    <a:pt x="2902089" y="10998"/>
                  </a:lnTo>
                  <a:lnTo>
                    <a:pt x="2902826" y="13182"/>
                  </a:lnTo>
                  <a:lnTo>
                    <a:pt x="2906471" y="10033"/>
                  </a:lnTo>
                  <a:close/>
                </a:path>
                <a:path w="3413760" h="295909">
                  <a:moveTo>
                    <a:pt x="2915285" y="253555"/>
                  </a:moveTo>
                  <a:lnTo>
                    <a:pt x="2910662" y="254927"/>
                  </a:lnTo>
                  <a:lnTo>
                    <a:pt x="2914548" y="255739"/>
                  </a:lnTo>
                  <a:lnTo>
                    <a:pt x="2915285" y="253555"/>
                  </a:lnTo>
                  <a:close/>
                </a:path>
                <a:path w="3413760" h="295909">
                  <a:moveTo>
                    <a:pt x="2915285" y="172707"/>
                  </a:moveTo>
                  <a:lnTo>
                    <a:pt x="2910662" y="174078"/>
                  </a:lnTo>
                  <a:lnTo>
                    <a:pt x="2914548" y="174891"/>
                  </a:lnTo>
                  <a:lnTo>
                    <a:pt x="2915285" y="172707"/>
                  </a:lnTo>
                  <a:close/>
                </a:path>
                <a:path w="3413760" h="295909">
                  <a:moveTo>
                    <a:pt x="2915285" y="91859"/>
                  </a:moveTo>
                  <a:lnTo>
                    <a:pt x="2910662" y="93230"/>
                  </a:lnTo>
                  <a:lnTo>
                    <a:pt x="2914548" y="94043"/>
                  </a:lnTo>
                  <a:lnTo>
                    <a:pt x="2915285" y="91859"/>
                  </a:lnTo>
                  <a:close/>
                </a:path>
                <a:path w="3413760" h="295909">
                  <a:moveTo>
                    <a:pt x="2915285" y="10998"/>
                  </a:moveTo>
                  <a:lnTo>
                    <a:pt x="2910662" y="12369"/>
                  </a:lnTo>
                  <a:lnTo>
                    <a:pt x="2914548" y="13182"/>
                  </a:lnTo>
                  <a:lnTo>
                    <a:pt x="2915285" y="10998"/>
                  </a:lnTo>
                  <a:close/>
                </a:path>
                <a:path w="3413760" h="295909">
                  <a:moveTo>
                    <a:pt x="2918358" y="243928"/>
                  </a:moveTo>
                  <a:lnTo>
                    <a:pt x="2915196" y="243039"/>
                  </a:lnTo>
                  <a:lnTo>
                    <a:pt x="2911716" y="244906"/>
                  </a:lnTo>
                  <a:lnTo>
                    <a:pt x="2918358" y="243928"/>
                  </a:lnTo>
                  <a:close/>
                </a:path>
                <a:path w="3413760" h="295909">
                  <a:moveTo>
                    <a:pt x="2918358" y="163080"/>
                  </a:moveTo>
                  <a:lnTo>
                    <a:pt x="2915196" y="162204"/>
                  </a:lnTo>
                  <a:lnTo>
                    <a:pt x="2911716" y="164058"/>
                  </a:lnTo>
                  <a:lnTo>
                    <a:pt x="2918358" y="163080"/>
                  </a:lnTo>
                  <a:close/>
                </a:path>
                <a:path w="3413760" h="295909">
                  <a:moveTo>
                    <a:pt x="2918358" y="82232"/>
                  </a:moveTo>
                  <a:lnTo>
                    <a:pt x="2915196" y="81343"/>
                  </a:lnTo>
                  <a:lnTo>
                    <a:pt x="2911716" y="83210"/>
                  </a:lnTo>
                  <a:lnTo>
                    <a:pt x="2918358" y="82232"/>
                  </a:lnTo>
                  <a:close/>
                </a:path>
                <a:path w="3413760" h="295909">
                  <a:moveTo>
                    <a:pt x="2918358" y="1371"/>
                  </a:moveTo>
                  <a:lnTo>
                    <a:pt x="2915196" y="482"/>
                  </a:lnTo>
                  <a:lnTo>
                    <a:pt x="2911716" y="2349"/>
                  </a:lnTo>
                  <a:lnTo>
                    <a:pt x="2918358" y="1371"/>
                  </a:lnTo>
                  <a:close/>
                </a:path>
                <a:path w="3413760" h="295909">
                  <a:moveTo>
                    <a:pt x="2918434" y="233349"/>
                  </a:moveTo>
                  <a:lnTo>
                    <a:pt x="2918358" y="226872"/>
                  </a:lnTo>
                  <a:lnTo>
                    <a:pt x="2917863" y="230035"/>
                  </a:lnTo>
                  <a:lnTo>
                    <a:pt x="2918434" y="233349"/>
                  </a:lnTo>
                  <a:close/>
                </a:path>
                <a:path w="3413760" h="295909">
                  <a:moveTo>
                    <a:pt x="2918434" y="152501"/>
                  </a:moveTo>
                  <a:lnTo>
                    <a:pt x="2918358" y="146024"/>
                  </a:lnTo>
                  <a:lnTo>
                    <a:pt x="2917863" y="149186"/>
                  </a:lnTo>
                  <a:lnTo>
                    <a:pt x="2918434" y="152501"/>
                  </a:lnTo>
                  <a:close/>
                </a:path>
                <a:path w="3413760" h="295909">
                  <a:moveTo>
                    <a:pt x="2918434" y="71640"/>
                  </a:moveTo>
                  <a:lnTo>
                    <a:pt x="2918358" y="65163"/>
                  </a:lnTo>
                  <a:lnTo>
                    <a:pt x="2917863" y="68313"/>
                  </a:lnTo>
                  <a:lnTo>
                    <a:pt x="2918434" y="71640"/>
                  </a:lnTo>
                  <a:close/>
                </a:path>
                <a:path w="3413760" h="295909">
                  <a:moveTo>
                    <a:pt x="2928124" y="265201"/>
                  </a:moveTo>
                  <a:lnTo>
                    <a:pt x="2925953" y="261315"/>
                  </a:lnTo>
                  <a:lnTo>
                    <a:pt x="2924010" y="262610"/>
                  </a:lnTo>
                  <a:lnTo>
                    <a:pt x="2928124" y="265201"/>
                  </a:lnTo>
                  <a:close/>
                </a:path>
                <a:path w="3413760" h="295909">
                  <a:moveTo>
                    <a:pt x="2928124" y="184353"/>
                  </a:moveTo>
                  <a:lnTo>
                    <a:pt x="2925953" y="180467"/>
                  </a:lnTo>
                  <a:lnTo>
                    <a:pt x="2924010" y="181762"/>
                  </a:lnTo>
                  <a:lnTo>
                    <a:pt x="2928124" y="184353"/>
                  </a:lnTo>
                  <a:close/>
                </a:path>
                <a:path w="3413760" h="295909">
                  <a:moveTo>
                    <a:pt x="2928124" y="103505"/>
                  </a:moveTo>
                  <a:lnTo>
                    <a:pt x="2925953" y="99618"/>
                  </a:lnTo>
                  <a:lnTo>
                    <a:pt x="2924010" y="100914"/>
                  </a:lnTo>
                  <a:lnTo>
                    <a:pt x="2928124" y="103505"/>
                  </a:lnTo>
                  <a:close/>
                </a:path>
                <a:path w="3413760" h="295909">
                  <a:moveTo>
                    <a:pt x="2928124" y="22644"/>
                  </a:moveTo>
                  <a:lnTo>
                    <a:pt x="2925953" y="18757"/>
                  </a:lnTo>
                  <a:lnTo>
                    <a:pt x="2924010" y="20053"/>
                  </a:lnTo>
                  <a:lnTo>
                    <a:pt x="2928124" y="22644"/>
                  </a:lnTo>
                  <a:close/>
                </a:path>
                <a:path w="3413760" h="295909">
                  <a:moveTo>
                    <a:pt x="2929991" y="273761"/>
                  </a:moveTo>
                  <a:lnTo>
                    <a:pt x="2927235" y="269887"/>
                  </a:lnTo>
                  <a:lnTo>
                    <a:pt x="2927654" y="273761"/>
                  </a:lnTo>
                  <a:lnTo>
                    <a:pt x="2929991" y="273761"/>
                  </a:lnTo>
                  <a:close/>
                </a:path>
                <a:path w="3413760" h="295909">
                  <a:moveTo>
                    <a:pt x="2929991" y="192925"/>
                  </a:moveTo>
                  <a:lnTo>
                    <a:pt x="2927235" y="189039"/>
                  </a:lnTo>
                  <a:lnTo>
                    <a:pt x="2927654" y="192925"/>
                  </a:lnTo>
                  <a:lnTo>
                    <a:pt x="2929991" y="192925"/>
                  </a:lnTo>
                  <a:close/>
                </a:path>
                <a:path w="3413760" h="295909">
                  <a:moveTo>
                    <a:pt x="2929991" y="112064"/>
                  </a:moveTo>
                  <a:lnTo>
                    <a:pt x="2927235" y="108191"/>
                  </a:lnTo>
                  <a:lnTo>
                    <a:pt x="2927654" y="112064"/>
                  </a:lnTo>
                  <a:lnTo>
                    <a:pt x="2929991" y="112064"/>
                  </a:lnTo>
                  <a:close/>
                </a:path>
                <a:path w="3413760" h="295909">
                  <a:moveTo>
                    <a:pt x="2929991" y="31216"/>
                  </a:moveTo>
                  <a:lnTo>
                    <a:pt x="2927235" y="27330"/>
                  </a:lnTo>
                  <a:lnTo>
                    <a:pt x="2927654" y="31216"/>
                  </a:lnTo>
                  <a:lnTo>
                    <a:pt x="2929991" y="31216"/>
                  </a:lnTo>
                  <a:close/>
                </a:path>
                <a:path w="3413760" h="295909">
                  <a:moveTo>
                    <a:pt x="2946082" y="285330"/>
                  </a:moveTo>
                  <a:lnTo>
                    <a:pt x="2945841" y="282981"/>
                  </a:lnTo>
                  <a:lnTo>
                    <a:pt x="2940177" y="286537"/>
                  </a:lnTo>
                  <a:lnTo>
                    <a:pt x="2946082" y="285330"/>
                  </a:lnTo>
                  <a:close/>
                </a:path>
                <a:path w="3413760" h="295909">
                  <a:moveTo>
                    <a:pt x="2946082" y="204482"/>
                  </a:moveTo>
                  <a:lnTo>
                    <a:pt x="2945841" y="202133"/>
                  </a:lnTo>
                  <a:lnTo>
                    <a:pt x="2940177" y="205689"/>
                  </a:lnTo>
                  <a:lnTo>
                    <a:pt x="2946082" y="204482"/>
                  </a:lnTo>
                  <a:close/>
                </a:path>
                <a:path w="3413760" h="295909">
                  <a:moveTo>
                    <a:pt x="2946082" y="123634"/>
                  </a:moveTo>
                  <a:lnTo>
                    <a:pt x="2945841" y="121285"/>
                  </a:lnTo>
                  <a:lnTo>
                    <a:pt x="2940177" y="124841"/>
                  </a:lnTo>
                  <a:lnTo>
                    <a:pt x="2946082" y="123634"/>
                  </a:lnTo>
                  <a:close/>
                </a:path>
                <a:path w="3413760" h="295909">
                  <a:moveTo>
                    <a:pt x="2946082" y="42773"/>
                  </a:moveTo>
                  <a:lnTo>
                    <a:pt x="2945841" y="40424"/>
                  </a:lnTo>
                  <a:lnTo>
                    <a:pt x="2940177" y="43980"/>
                  </a:lnTo>
                  <a:lnTo>
                    <a:pt x="2946082" y="42773"/>
                  </a:lnTo>
                  <a:close/>
                </a:path>
                <a:path w="3413760" h="295909">
                  <a:moveTo>
                    <a:pt x="2950286" y="273761"/>
                  </a:moveTo>
                  <a:lnTo>
                    <a:pt x="2949194" y="265595"/>
                  </a:lnTo>
                  <a:lnTo>
                    <a:pt x="2947136" y="265595"/>
                  </a:lnTo>
                  <a:lnTo>
                    <a:pt x="2950286" y="273761"/>
                  </a:lnTo>
                  <a:close/>
                </a:path>
                <a:path w="3413760" h="295909">
                  <a:moveTo>
                    <a:pt x="2950286" y="192925"/>
                  </a:moveTo>
                  <a:lnTo>
                    <a:pt x="2949194" y="184746"/>
                  </a:lnTo>
                  <a:lnTo>
                    <a:pt x="2947136" y="184746"/>
                  </a:lnTo>
                  <a:lnTo>
                    <a:pt x="2950286" y="192925"/>
                  </a:lnTo>
                  <a:close/>
                </a:path>
                <a:path w="3413760" h="295909">
                  <a:moveTo>
                    <a:pt x="2950286" y="112064"/>
                  </a:moveTo>
                  <a:lnTo>
                    <a:pt x="2949194" y="103898"/>
                  </a:lnTo>
                  <a:lnTo>
                    <a:pt x="2947136" y="103898"/>
                  </a:lnTo>
                  <a:lnTo>
                    <a:pt x="2950286" y="112064"/>
                  </a:lnTo>
                  <a:close/>
                </a:path>
                <a:path w="3413760" h="295909">
                  <a:moveTo>
                    <a:pt x="2950286" y="31216"/>
                  </a:moveTo>
                  <a:lnTo>
                    <a:pt x="2949194" y="23037"/>
                  </a:lnTo>
                  <a:lnTo>
                    <a:pt x="2947136" y="23037"/>
                  </a:lnTo>
                  <a:lnTo>
                    <a:pt x="2950286" y="31216"/>
                  </a:lnTo>
                  <a:close/>
                </a:path>
                <a:path w="3413760" h="295909">
                  <a:moveTo>
                    <a:pt x="2955709" y="293979"/>
                  </a:moveTo>
                  <a:lnTo>
                    <a:pt x="2951340" y="293014"/>
                  </a:lnTo>
                  <a:lnTo>
                    <a:pt x="2951086" y="295351"/>
                  </a:lnTo>
                  <a:lnTo>
                    <a:pt x="2955709" y="293979"/>
                  </a:lnTo>
                  <a:close/>
                </a:path>
                <a:path w="3413760" h="295909">
                  <a:moveTo>
                    <a:pt x="2955709" y="213131"/>
                  </a:moveTo>
                  <a:lnTo>
                    <a:pt x="2951340" y="212166"/>
                  </a:lnTo>
                  <a:lnTo>
                    <a:pt x="2951086" y="214503"/>
                  </a:lnTo>
                  <a:lnTo>
                    <a:pt x="2955709" y="213131"/>
                  </a:lnTo>
                  <a:close/>
                </a:path>
                <a:path w="3413760" h="295909">
                  <a:moveTo>
                    <a:pt x="2955709" y="132283"/>
                  </a:moveTo>
                  <a:lnTo>
                    <a:pt x="2951340" y="131318"/>
                  </a:lnTo>
                  <a:lnTo>
                    <a:pt x="2951086" y="133654"/>
                  </a:lnTo>
                  <a:lnTo>
                    <a:pt x="2955709" y="132283"/>
                  </a:lnTo>
                  <a:close/>
                </a:path>
                <a:path w="3413760" h="295909">
                  <a:moveTo>
                    <a:pt x="2955709" y="51422"/>
                  </a:moveTo>
                  <a:lnTo>
                    <a:pt x="2951340" y="50457"/>
                  </a:lnTo>
                  <a:lnTo>
                    <a:pt x="2951086" y="52806"/>
                  </a:lnTo>
                  <a:lnTo>
                    <a:pt x="2955709" y="51422"/>
                  </a:lnTo>
                  <a:close/>
                </a:path>
                <a:path w="3413760" h="295909">
                  <a:moveTo>
                    <a:pt x="2958769" y="284353"/>
                  </a:moveTo>
                  <a:lnTo>
                    <a:pt x="2955620" y="283464"/>
                  </a:lnTo>
                  <a:lnTo>
                    <a:pt x="2952140" y="285330"/>
                  </a:lnTo>
                  <a:lnTo>
                    <a:pt x="2958769" y="284353"/>
                  </a:lnTo>
                  <a:close/>
                </a:path>
                <a:path w="3413760" h="295909">
                  <a:moveTo>
                    <a:pt x="2958769" y="203504"/>
                  </a:moveTo>
                  <a:lnTo>
                    <a:pt x="2955620" y="202615"/>
                  </a:lnTo>
                  <a:lnTo>
                    <a:pt x="2952140" y="204482"/>
                  </a:lnTo>
                  <a:lnTo>
                    <a:pt x="2958769" y="203504"/>
                  </a:lnTo>
                  <a:close/>
                </a:path>
                <a:path w="3413760" h="295909">
                  <a:moveTo>
                    <a:pt x="2958769" y="122656"/>
                  </a:moveTo>
                  <a:lnTo>
                    <a:pt x="2955620" y="121767"/>
                  </a:lnTo>
                  <a:lnTo>
                    <a:pt x="2952140" y="123634"/>
                  </a:lnTo>
                  <a:lnTo>
                    <a:pt x="2958769" y="122656"/>
                  </a:lnTo>
                  <a:close/>
                </a:path>
                <a:path w="3413760" h="295909">
                  <a:moveTo>
                    <a:pt x="2958769" y="41795"/>
                  </a:moveTo>
                  <a:lnTo>
                    <a:pt x="2955620" y="40906"/>
                  </a:lnTo>
                  <a:lnTo>
                    <a:pt x="2952140" y="42773"/>
                  </a:lnTo>
                  <a:lnTo>
                    <a:pt x="2958769" y="41795"/>
                  </a:lnTo>
                  <a:close/>
                </a:path>
                <a:path w="3413760" h="295909">
                  <a:moveTo>
                    <a:pt x="2970415" y="233349"/>
                  </a:moveTo>
                  <a:lnTo>
                    <a:pt x="2969984" y="229463"/>
                  </a:lnTo>
                  <a:lnTo>
                    <a:pt x="2967672" y="229463"/>
                  </a:lnTo>
                  <a:lnTo>
                    <a:pt x="2970415" y="233349"/>
                  </a:lnTo>
                  <a:close/>
                </a:path>
                <a:path w="3413760" h="295909">
                  <a:moveTo>
                    <a:pt x="2970415" y="152501"/>
                  </a:moveTo>
                  <a:lnTo>
                    <a:pt x="2969984" y="148615"/>
                  </a:lnTo>
                  <a:lnTo>
                    <a:pt x="2967672" y="148615"/>
                  </a:lnTo>
                  <a:lnTo>
                    <a:pt x="2970415" y="152501"/>
                  </a:lnTo>
                  <a:close/>
                </a:path>
                <a:path w="3413760" h="295909">
                  <a:moveTo>
                    <a:pt x="2970415" y="71640"/>
                  </a:moveTo>
                  <a:lnTo>
                    <a:pt x="2969984" y="67754"/>
                  </a:lnTo>
                  <a:lnTo>
                    <a:pt x="2967672" y="67754"/>
                  </a:lnTo>
                  <a:lnTo>
                    <a:pt x="2970415" y="71640"/>
                  </a:lnTo>
                  <a:close/>
                </a:path>
                <a:path w="3413760" h="295909">
                  <a:moveTo>
                    <a:pt x="2986506" y="244906"/>
                  </a:moveTo>
                  <a:lnTo>
                    <a:pt x="2986265" y="242557"/>
                  </a:lnTo>
                  <a:lnTo>
                    <a:pt x="2980601" y="246113"/>
                  </a:lnTo>
                  <a:lnTo>
                    <a:pt x="2986506" y="244906"/>
                  </a:lnTo>
                  <a:close/>
                </a:path>
                <a:path w="3413760" h="295909">
                  <a:moveTo>
                    <a:pt x="2986506" y="164058"/>
                  </a:moveTo>
                  <a:lnTo>
                    <a:pt x="2986265" y="161709"/>
                  </a:lnTo>
                  <a:lnTo>
                    <a:pt x="2980601" y="165265"/>
                  </a:lnTo>
                  <a:lnTo>
                    <a:pt x="2986506" y="164058"/>
                  </a:lnTo>
                  <a:close/>
                </a:path>
                <a:path w="3413760" h="295909">
                  <a:moveTo>
                    <a:pt x="2986506" y="83210"/>
                  </a:moveTo>
                  <a:lnTo>
                    <a:pt x="2986265" y="80873"/>
                  </a:lnTo>
                  <a:lnTo>
                    <a:pt x="2980601" y="84416"/>
                  </a:lnTo>
                  <a:lnTo>
                    <a:pt x="2986506" y="83210"/>
                  </a:lnTo>
                  <a:close/>
                </a:path>
                <a:path w="3413760" h="295909">
                  <a:moveTo>
                    <a:pt x="2986506" y="2349"/>
                  </a:moveTo>
                  <a:lnTo>
                    <a:pt x="2986265" y="0"/>
                  </a:lnTo>
                  <a:lnTo>
                    <a:pt x="2980601" y="3556"/>
                  </a:lnTo>
                  <a:lnTo>
                    <a:pt x="2986506" y="2349"/>
                  </a:lnTo>
                  <a:close/>
                </a:path>
                <a:path w="3413760" h="295909">
                  <a:moveTo>
                    <a:pt x="2987319" y="252577"/>
                  </a:moveTo>
                  <a:lnTo>
                    <a:pt x="2982950" y="253555"/>
                  </a:lnTo>
                  <a:lnTo>
                    <a:pt x="2983674" y="255739"/>
                  </a:lnTo>
                  <a:lnTo>
                    <a:pt x="2987319" y="252577"/>
                  </a:lnTo>
                  <a:close/>
                </a:path>
                <a:path w="3413760" h="295909">
                  <a:moveTo>
                    <a:pt x="2987319" y="171742"/>
                  </a:moveTo>
                  <a:lnTo>
                    <a:pt x="2982950" y="172707"/>
                  </a:lnTo>
                  <a:lnTo>
                    <a:pt x="2983674" y="174891"/>
                  </a:lnTo>
                  <a:lnTo>
                    <a:pt x="2987319" y="171742"/>
                  </a:lnTo>
                  <a:close/>
                </a:path>
                <a:path w="3413760" h="295909">
                  <a:moveTo>
                    <a:pt x="2987319" y="90881"/>
                  </a:moveTo>
                  <a:lnTo>
                    <a:pt x="2982950" y="91859"/>
                  </a:lnTo>
                  <a:lnTo>
                    <a:pt x="2983674" y="94043"/>
                  </a:lnTo>
                  <a:lnTo>
                    <a:pt x="2987319" y="90881"/>
                  </a:lnTo>
                  <a:close/>
                </a:path>
                <a:path w="3413760" h="295909">
                  <a:moveTo>
                    <a:pt x="2987319" y="10033"/>
                  </a:moveTo>
                  <a:lnTo>
                    <a:pt x="2982950" y="10998"/>
                  </a:lnTo>
                  <a:lnTo>
                    <a:pt x="2983674" y="13182"/>
                  </a:lnTo>
                  <a:lnTo>
                    <a:pt x="2987319" y="10033"/>
                  </a:lnTo>
                  <a:close/>
                </a:path>
                <a:path w="3413760" h="295909">
                  <a:moveTo>
                    <a:pt x="2996133" y="253555"/>
                  </a:moveTo>
                  <a:lnTo>
                    <a:pt x="2991523" y="254927"/>
                  </a:lnTo>
                  <a:lnTo>
                    <a:pt x="2995409" y="255739"/>
                  </a:lnTo>
                  <a:lnTo>
                    <a:pt x="2996133" y="253555"/>
                  </a:lnTo>
                  <a:close/>
                </a:path>
                <a:path w="3413760" h="295909">
                  <a:moveTo>
                    <a:pt x="2996133" y="172707"/>
                  </a:moveTo>
                  <a:lnTo>
                    <a:pt x="2991523" y="174078"/>
                  </a:lnTo>
                  <a:lnTo>
                    <a:pt x="2995409" y="174891"/>
                  </a:lnTo>
                  <a:lnTo>
                    <a:pt x="2996133" y="172707"/>
                  </a:lnTo>
                  <a:close/>
                </a:path>
                <a:path w="3413760" h="295909">
                  <a:moveTo>
                    <a:pt x="2996133" y="91859"/>
                  </a:moveTo>
                  <a:lnTo>
                    <a:pt x="2991523" y="93230"/>
                  </a:lnTo>
                  <a:lnTo>
                    <a:pt x="2995409" y="94043"/>
                  </a:lnTo>
                  <a:lnTo>
                    <a:pt x="2996133" y="91859"/>
                  </a:lnTo>
                  <a:close/>
                </a:path>
                <a:path w="3413760" h="295909">
                  <a:moveTo>
                    <a:pt x="2996133" y="10998"/>
                  </a:moveTo>
                  <a:lnTo>
                    <a:pt x="2991523" y="12369"/>
                  </a:lnTo>
                  <a:lnTo>
                    <a:pt x="2995409" y="13182"/>
                  </a:lnTo>
                  <a:lnTo>
                    <a:pt x="2996133" y="10998"/>
                  </a:lnTo>
                  <a:close/>
                </a:path>
                <a:path w="3413760" h="295909">
                  <a:moveTo>
                    <a:pt x="2999206" y="243928"/>
                  </a:moveTo>
                  <a:lnTo>
                    <a:pt x="2996044" y="243039"/>
                  </a:lnTo>
                  <a:lnTo>
                    <a:pt x="2992564" y="244906"/>
                  </a:lnTo>
                  <a:lnTo>
                    <a:pt x="2999206" y="243928"/>
                  </a:lnTo>
                  <a:close/>
                </a:path>
                <a:path w="3413760" h="295909">
                  <a:moveTo>
                    <a:pt x="2999206" y="163080"/>
                  </a:moveTo>
                  <a:lnTo>
                    <a:pt x="2996044" y="162204"/>
                  </a:lnTo>
                  <a:lnTo>
                    <a:pt x="2992564" y="164058"/>
                  </a:lnTo>
                  <a:lnTo>
                    <a:pt x="2999206" y="163080"/>
                  </a:lnTo>
                  <a:close/>
                </a:path>
                <a:path w="3413760" h="295909">
                  <a:moveTo>
                    <a:pt x="2999206" y="82232"/>
                  </a:moveTo>
                  <a:lnTo>
                    <a:pt x="2996044" y="81343"/>
                  </a:lnTo>
                  <a:lnTo>
                    <a:pt x="2992564" y="83210"/>
                  </a:lnTo>
                  <a:lnTo>
                    <a:pt x="2999206" y="82232"/>
                  </a:lnTo>
                  <a:close/>
                </a:path>
                <a:path w="3413760" h="295909">
                  <a:moveTo>
                    <a:pt x="2999206" y="1371"/>
                  </a:moveTo>
                  <a:lnTo>
                    <a:pt x="2996044" y="482"/>
                  </a:lnTo>
                  <a:lnTo>
                    <a:pt x="2992564" y="2349"/>
                  </a:lnTo>
                  <a:lnTo>
                    <a:pt x="2999206" y="1371"/>
                  </a:lnTo>
                  <a:close/>
                </a:path>
                <a:path w="3413760" h="295909">
                  <a:moveTo>
                    <a:pt x="2999282" y="233349"/>
                  </a:moveTo>
                  <a:lnTo>
                    <a:pt x="2999206" y="226872"/>
                  </a:lnTo>
                  <a:lnTo>
                    <a:pt x="2998711" y="230035"/>
                  </a:lnTo>
                  <a:lnTo>
                    <a:pt x="2999282" y="233349"/>
                  </a:lnTo>
                  <a:close/>
                </a:path>
                <a:path w="3413760" h="295909">
                  <a:moveTo>
                    <a:pt x="2999282" y="152501"/>
                  </a:moveTo>
                  <a:lnTo>
                    <a:pt x="2999206" y="146024"/>
                  </a:lnTo>
                  <a:lnTo>
                    <a:pt x="2998711" y="149186"/>
                  </a:lnTo>
                  <a:lnTo>
                    <a:pt x="2999282" y="152501"/>
                  </a:lnTo>
                  <a:close/>
                </a:path>
                <a:path w="3413760" h="295909">
                  <a:moveTo>
                    <a:pt x="2999282" y="71640"/>
                  </a:moveTo>
                  <a:lnTo>
                    <a:pt x="2999206" y="65163"/>
                  </a:lnTo>
                  <a:lnTo>
                    <a:pt x="2998711" y="68313"/>
                  </a:lnTo>
                  <a:lnTo>
                    <a:pt x="2999282" y="71640"/>
                  </a:lnTo>
                  <a:close/>
                </a:path>
                <a:path w="3413760" h="295909">
                  <a:moveTo>
                    <a:pt x="3008985" y="265201"/>
                  </a:moveTo>
                  <a:lnTo>
                    <a:pt x="3006801" y="261315"/>
                  </a:lnTo>
                  <a:lnTo>
                    <a:pt x="3004870" y="262610"/>
                  </a:lnTo>
                  <a:lnTo>
                    <a:pt x="3008985" y="265201"/>
                  </a:lnTo>
                  <a:close/>
                </a:path>
                <a:path w="3413760" h="295909">
                  <a:moveTo>
                    <a:pt x="3008985" y="184353"/>
                  </a:moveTo>
                  <a:lnTo>
                    <a:pt x="3006801" y="180467"/>
                  </a:lnTo>
                  <a:lnTo>
                    <a:pt x="3004870" y="181762"/>
                  </a:lnTo>
                  <a:lnTo>
                    <a:pt x="3008985" y="184353"/>
                  </a:lnTo>
                  <a:close/>
                </a:path>
                <a:path w="3413760" h="295909">
                  <a:moveTo>
                    <a:pt x="3008985" y="103505"/>
                  </a:moveTo>
                  <a:lnTo>
                    <a:pt x="3006801" y="99618"/>
                  </a:lnTo>
                  <a:lnTo>
                    <a:pt x="3004870" y="100914"/>
                  </a:lnTo>
                  <a:lnTo>
                    <a:pt x="3008985" y="103505"/>
                  </a:lnTo>
                  <a:close/>
                </a:path>
                <a:path w="3413760" h="295909">
                  <a:moveTo>
                    <a:pt x="3008985" y="22644"/>
                  </a:moveTo>
                  <a:lnTo>
                    <a:pt x="3006801" y="18757"/>
                  </a:lnTo>
                  <a:lnTo>
                    <a:pt x="3004870" y="20053"/>
                  </a:lnTo>
                  <a:lnTo>
                    <a:pt x="3008985" y="22644"/>
                  </a:lnTo>
                  <a:close/>
                </a:path>
                <a:path w="3413760" h="295909">
                  <a:moveTo>
                    <a:pt x="3026930" y="285330"/>
                  </a:moveTo>
                  <a:lnTo>
                    <a:pt x="3026689" y="282981"/>
                  </a:lnTo>
                  <a:lnTo>
                    <a:pt x="3021025" y="286537"/>
                  </a:lnTo>
                  <a:lnTo>
                    <a:pt x="3026930" y="285330"/>
                  </a:lnTo>
                  <a:close/>
                </a:path>
                <a:path w="3413760" h="295909">
                  <a:moveTo>
                    <a:pt x="3026930" y="204482"/>
                  </a:moveTo>
                  <a:lnTo>
                    <a:pt x="3026689" y="202133"/>
                  </a:lnTo>
                  <a:lnTo>
                    <a:pt x="3021025" y="205689"/>
                  </a:lnTo>
                  <a:lnTo>
                    <a:pt x="3026930" y="204482"/>
                  </a:lnTo>
                  <a:close/>
                </a:path>
                <a:path w="3413760" h="295909">
                  <a:moveTo>
                    <a:pt x="3026930" y="123634"/>
                  </a:moveTo>
                  <a:lnTo>
                    <a:pt x="3026689" y="121285"/>
                  </a:lnTo>
                  <a:lnTo>
                    <a:pt x="3021025" y="124841"/>
                  </a:lnTo>
                  <a:lnTo>
                    <a:pt x="3026930" y="123634"/>
                  </a:lnTo>
                  <a:close/>
                </a:path>
                <a:path w="3413760" h="295909">
                  <a:moveTo>
                    <a:pt x="3026930" y="42773"/>
                  </a:moveTo>
                  <a:lnTo>
                    <a:pt x="3026689" y="40424"/>
                  </a:lnTo>
                  <a:lnTo>
                    <a:pt x="3021025" y="43980"/>
                  </a:lnTo>
                  <a:lnTo>
                    <a:pt x="3026930" y="42773"/>
                  </a:lnTo>
                  <a:close/>
                </a:path>
                <a:path w="3413760" h="295909">
                  <a:moveTo>
                    <a:pt x="3031147" y="273761"/>
                  </a:moveTo>
                  <a:lnTo>
                    <a:pt x="3030042" y="265595"/>
                  </a:lnTo>
                  <a:lnTo>
                    <a:pt x="3027984" y="265595"/>
                  </a:lnTo>
                  <a:lnTo>
                    <a:pt x="3031147" y="273761"/>
                  </a:lnTo>
                  <a:close/>
                </a:path>
                <a:path w="3413760" h="295909">
                  <a:moveTo>
                    <a:pt x="3031147" y="192925"/>
                  </a:moveTo>
                  <a:lnTo>
                    <a:pt x="3030042" y="184746"/>
                  </a:lnTo>
                  <a:lnTo>
                    <a:pt x="3027984" y="184746"/>
                  </a:lnTo>
                  <a:lnTo>
                    <a:pt x="3031147" y="192925"/>
                  </a:lnTo>
                  <a:close/>
                </a:path>
                <a:path w="3413760" h="295909">
                  <a:moveTo>
                    <a:pt x="3031147" y="112064"/>
                  </a:moveTo>
                  <a:lnTo>
                    <a:pt x="3030042" y="103898"/>
                  </a:lnTo>
                  <a:lnTo>
                    <a:pt x="3027984" y="103898"/>
                  </a:lnTo>
                  <a:lnTo>
                    <a:pt x="3031147" y="112064"/>
                  </a:lnTo>
                  <a:close/>
                </a:path>
                <a:path w="3413760" h="295909">
                  <a:moveTo>
                    <a:pt x="3031147" y="31216"/>
                  </a:moveTo>
                  <a:lnTo>
                    <a:pt x="3030042" y="23037"/>
                  </a:lnTo>
                  <a:lnTo>
                    <a:pt x="3027984" y="23037"/>
                  </a:lnTo>
                  <a:lnTo>
                    <a:pt x="3031147" y="31216"/>
                  </a:lnTo>
                  <a:close/>
                </a:path>
                <a:path w="3413760" h="295909">
                  <a:moveTo>
                    <a:pt x="3036557" y="293979"/>
                  </a:moveTo>
                  <a:lnTo>
                    <a:pt x="3032175" y="293014"/>
                  </a:lnTo>
                  <a:lnTo>
                    <a:pt x="3031947" y="295351"/>
                  </a:lnTo>
                  <a:lnTo>
                    <a:pt x="3036557" y="293979"/>
                  </a:lnTo>
                  <a:close/>
                </a:path>
                <a:path w="3413760" h="295909">
                  <a:moveTo>
                    <a:pt x="3036557" y="213131"/>
                  </a:moveTo>
                  <a:lnTo>
                    <a:pt x="3032175" y="212166"/>
                  </a:lnTo>
                  <a:lnTo>
                    <a:pt x="3031947" y="214503"/>
                  </a:lnTo>
                  <a:lnTo>
                    <a:pt x="3036557" y="213131"/>
                  </a:lnTo>
                  <a:close/>
                </a:path>
                <a:path w="3413760" h="295909">
                  <a:moveTo>
                    <a:pt x="3036557" y="132283"/>
                  </a:moveTo>
                  <a:lnTo>
                    <a:pt x="3032175" y="131318"/>
                  </a:lnTo>
                  <a:lnTo>
                    <a:pt x="3031947" y="133654"/>
                  </a:lnTo>
                  <a:lnTo>
                    <a:pt x="3036557" y="132283"/>
                  </a:lnTo>
                  <a:close/>
                </a:path>
                <a:path w="3413760" h="295909">
                  <a:moveTo>
                    <a:pt x="3036557" y="51422"/>
                  </a:moveTo>
                  <a:lnTo>
                    <a:pt x="3032175" y="50457"/>
                  </a:lnTo>
                  <a:lnTo>
                    <a:pt x="3031947" y="52806"/>
                  </a:lnTo>
                  <a:lnTo>
                    <a:pt x="3036557" y="51422"/>
                  </a:lnTo>
                  <a:close/>
                </a:path>
                <a:path w="3413760" h="295909">
                  <a:moveTo>
                    <a:pt x="3039630" y="284353"/>
                  </a:moveTo>
                  <a:lnTo>
                    <a:pt x="3036481" y="283464"/>
                  </a:lnTo>
                  <a:lnTo>
                    <a:pt x="3033001" y="285330"/>
                  </a:lnTo>
                  <a:lnTo>
                    <a:pt x="3039630" y="284353"/>
                  </a:lnTo>
                  <a:close/>
                </a:path>
                <a:path w="3413760" h="295909">
                  <a:moveTo>
                    <a:pt x="3039630" y="203504"/>
                  </a:moveTo>
                  <a:lnTo>
                    <a:pt x="3036481" y="202615"/>
                  </a:lnTo>
                  <a:lnTo>
                    <a:pt x="3033001" y="204482"/>
                  </a:lnTo>
                  <a:lnTo>
                    <a:pt x="3039630" y="203504"/>
                  </a:lnTo>
                  <a:close/>
                </a:path>
                <a:path w="3413760" h="295909">
                  <a:moveTo>
                    <a:pt x="3039630" y="122656"/>
                  </a:moveTo>
                  <a:lnTo>
                    <a:pt x="3036481" y="121767"/>
                  </a:lnTo>
                  <a:lnTo>
                    <a:pt x="3033001" y="123634"/>
                  </a:lnTo>
                  <a:lnTo>
                    <a:pt x="3039630" y="122656"/>
                  </a:lnTo>
                  <a:close/>
                </a:path>
                <a:path w="3413760" h="295909">
                  <a:moveTo>
                    <a:pt x="3039630" y="41795"/>
                  </a:moveTo>
                  <a:lnTo>
                    <a:pt x="3036481" y="40906"/>
                  </a:lnTo>
                  <a:lnTo>
                    <a:pt x="3033001" y="42773"/>
                  </a:lnTo>
                  <a:lnTo>
                    <a:pt x="3039630" y="41795"/>
                  </a:lnTo>
                  <a:close/>
                </a:path>
                <a:path w="3413760" h="295909">
                  <a:moveTo>
                    <a:pt x="3051264" y="233349"/>
                  </a:moveTo>
                  <a:lnTo>
                    <a:pt x="3050832" y="229463"/>
                  </a:lnTo>
                  <a:lnTo>
                    <a:pt x="3048533" y="229463"/>
                  </a:lnTo>
                  <a:lnTo>
                    <a:pt x="3051264" y="233349"/>
                  </a:lnTo>
                  <a:close/>
                </a:path>
                <a:path w="3413760" h="295909">
                  <a:moveTo>
                    <a:pt x="3051264" y="152501"/>
                  </a:moveTo>
                  <a:lnTo>
                    <a:pt x="3050832" y="148615"/>
                  </a:lnTo>
                  <a:lnTo>
                    <a:pt x="3048533" y="148615"/>
                  </a:lnTo>
                  <a:lnTo>
                    <a:pt x="3051264" y="152501"/>
                  </a:lnTo>
                  <a:close/>
                </a:path>
                <a:path w="3413760" h="295909">
                  <a:moveTo>
                    <a:pt x="3051264" y="71640"/>
                  </a:moveTo>
                  <a:lnTo>
                    <a:pt x="3050832" y="67754"/>
                  </a:lnTo>
                  <a:lnTo>
                    <a:pt x="3048533" y="67754"/>
                  </a:lnTo>
                  <a:lnTo>
                    <a:pt x="3051264" y="71640"/>
                  </a:lnTo>
                  <a:close/>
                </a:path>
                <a:path w="3413760" h="295909">
                  <a:moveTo>
                    <a:pt x="3067354" y="244906"/>
                  </a:moveTo>
                  <a:lnTo>
                    <a:pt x="3067113" y="242557"/>
                  </a:lnTo>
                  <a:lnTo>
                    <a:pt x="3061462" y="246113"/>
                  </a:lnTo>
                  <a:lnTo>
                    <a:pt x="3067354" y="244906"/>
                  </a:lnTo>
                  <a:close/>
                </a:path>
                <a:path w="3413760" h="295909">
                  <a:moveTo>
                    <a:pt x="3067354" y="164058"/>
                  </a:moveTo>
                  <a:lnTo>
                    <a:pt x="3067113" y="161709"/>
                  </a:lnTo>
                  <a:lnTo>
                    <a:pt x="3061462" y="165265"/>
                  </a:lnTo>
                  <a:lnTo>
                    <a:pt x="3067354" y="164058"/>
                  </a:lnTo>
                  <a:close/>
                </a:path>
                <a:path w="3413760" h="295909">
                  <a:moveTo>
                    <a:pt x="3067354" y="83210"/>
                  </a:moveTo>
                  <a:lnTo>
                    <a:pt x="3067113" y="80873"/>
                  </a:lnTo>
                  <a:lnTo>
                    <a:pt x="3061462" y="84416"/>
                  </a:lnTo>
                  <a:lnTo>
                    <a:pt x="3067354" y="83210"/>
                  </a:lnTo>
                  <a:close/>
                </a:path>
                <a:path w="3413760" h="295909">
                  <a:moveTo>
                    <a:pt x="3067354" y="2349"/>
                  </a:moveTo>
                  <a:lnTo>
                    <a:pt x="3067113" y="0"/>
                  </a:lnTo>
                  <a:lnTo>
                    <a:pt x="3061462" y="3556"/>
                  </a:lnTo>
                  <a:lnTo>
                    <a:pt x="3067354" y="2349"/>
                  </a:lnTo>
                  <a:close/>
                </a:path>
                <a:path w="3413760" h="295909">
                  <a:moveTo>
                    <a:pt x="3068167" y="252577"/>
                  </a:moveTo>
                  <a:lnTo>
                    <a:pt x="3063811" y="253555"/>
                  </a:lnTo>
                  <a:lnTo>
                    <a:pt x="3064535" y="255739"/>
                  </a:lnTo>
                  <a:lnTo>
                    <a:pt x="3068167" y="252577"/>
                  </a:lnTo>
                  <a:close/>
                </a:path>
                <a:path w="3413760" h="295909">
                  <a:moveTo>
                    <a:pt x="3068167" y="171742"/>
                  </a:moveTo>
                  <a:lnTo>
                    <a:pt x="3063811" y="172707"/>
                  </a:lnTo>
                  <a:lnTo>
                    <a:pt x="3064535" y="174891"/>
                  </a:lnTo>
                  <a:lnTo>
                    <a:pt x="3068167" y="171742"/>
                  </a:lnTo>
                  <a:close/>
                </a:path>
                <a:path w="3413760" h="295909">
                  <a:moveTo>
                    <a:pt x="3068167" y="90881"/>
                  </a:moveTo>
                  <a:lnTo>
                    <a:pt x="3063811" y="91859"/>
                  </a:lnTo>
                  <a:lnTo>
                    <a:pt x="3064535" y="94043"/>
                  </a:lnTo>
                  <a:lnTo>
                    <a:pt x="3068167" y="90881"/>
                  </a:lnTo>
                  <a:close/>
                </a:path>
                <a:path w="3413760" h="295909">
                  <a:moveTo>
                    <a:pt x="3068167" y="10033"/>
                  </a:moveTo>
                  <a:lnTo>
                    <a:pt x="3063811" y="10998"/>
                  </a:lnTo>
                  <a:lnTo>
                    <a:pt x="3064535" y="13182"/>
                  </a:lnTo>
                  <a:lnTo>
                    <a:pt x="3068167" y="10033"/>
                  </a:lnTo>
                  <a:close/>
                </a:path>
                <a:path w="3413760" h="295909">
                  <a:moveTo>
                    <a:pt x="3076981" y="253555"/>
                  </a:moveTo>
                  <a:lnTo>
                    <a:pt x="3072371" y="254927"/>
                  </a:lnTo>
                  <a:lnTo>
                    <a:pt x="3076257" y="255739"/>
                  </a:lnTo>
                  <a:lnTo>
                    <a:pt x="3076981" y="253555"/>
                  </a:lnTo>
                  <a:close/>
                </a:path>
                <a:path w="3413760" h="295909">
                  <a:moveTo>
                    <a:pt x="3076981" y="172707"/>
                  </a:moveTo>
                  <a:lnTo>
                    <a:pt x="3072371" y="174078"/>
                  </a:lnTo>
                  <a:lnTo>
                    <a:pt x="3076257" y="174891"/>
                  </a:lnTo>
                  <a:lnTo>
                    <a:pt x="3076981" y="172707"/>
                  </a:lnTo>
                  <a:close/>
                </a:path>
                <a:path w="3413760" h="295909">
                  <a:moveTo>
                    <a:pt x="3076981" y="91859"/>
                  </a:moveTo>
                  <a:lnTo>
                    <a:pt x="3072371" y="93230"/>
                  </a:lnTo>
                  <a:lnTo>
                    <a:pt x="3076257" y="94043"/>
                  </a:lnTo>
                  <a:lnTo>
                    <a:pt x="3076981" y="91859"/>
                  </a:lnTo>
                  <a:close/>
                </a:path>
                <a:path w="3413760" h="295909">
                  <a:moveTo>
                    <a:pt x="3076981" y="10998"/>
                  </a:moveTo>
                  <a:lnTo>
                    <a:pt x="3072371" y="12369"/>
                  </a:lnTo>
                  <a:lnTo>
                    <a:pt x="3076257" y="13182"/>
                  </a:lnTo>
                  <a:lnTo>
                    <a:pt x="3076981" y="10998"/>
                  </a:lnTo>
                  <a:close/>
                </a:path>
                <a:path w="3413760" h="295909">
                  <a:moveTo>
                    <a:pt x="3080054" y="243928"/>
                  </a:moveTo>
                  <a:lnTo>
                    <a:pt x="3076905" y="243039"/>
                  </a:lnTo>
                  <a:lnTo>
                    <a:pt x="3073412" y="244906"/>
                  </a:lnTo>
                  <a:lnTo>
                    <a:pt x="3080054" y="243928"/>
                  </a:lnTo>
                  <a:close/>
                </a:path>
                <a:path w="3413760" h="295909">
                  <a:moveTo>
                    <a:pt x="3080054" y="163080"/>
                  </a:moveTo>
                  <a:lnTo>
                    <a:pt x="3076905" y="162204"/>
                  </a:lnTo>
                  <a:lnTo>
                    <a:pt x="3073412" y="164058"/>
                  </a:lnTo>
                  <a:lnTo>
                    <a:pt x="3080054" y="163080"/>
                  </a:lnTo>
                  <a:close/>
                </a:path>
                <a:path w="3413760" h="295909">
                  <a:moveTo>
                    <a:pt x="3080054" y="82232"/>
                  </a:moveTo>
                  <a:lnTo>
                    <a:pt x="3076905" y="81343"/>
                  </a:lnTo>
                  <a:lnTo>
                    <a:pt x="3073412" y="83210"/>
                  </a:lnTo>
                  <a:lnTo>
                    <a:pt x="3080054" y="82232"/>
                  </a:lnTo>
                  <a:close/>
                </a:path>
                <a:path w="3413760" h="295909">
                  <a:moveTo>
                    <a:pt x="3080054" y="1371"/>
                  </a:moveTo>
                  <a:lnTo>
                    <a:pt x="3076905" y="482"/>
                  </a:lnTo>
                  <a:lnTo>
                    <a:pt x="3073412" y="2349"/>
                  </a:lnTo>
                  <a:lnTo>
                    <a:pt x="3080054" y="1371"/>
                  </a:lnTo>
                  <a:close/>
                </a:path>
                <a:path w="3413760" h="295909">
                  <a:moveTo>
                    <a:pt x="3080131" y="233349"/>
                  </a:moveTo>
                  <a:lnTo>
                    <a:pt x="3080054" y="226872"/>
                  </a:lnTo>
                  <a:lnTo>
                    <a:pt x="3079572" y="230035"/>
                  </a:lnTo>
                  <a:lnTo>
                    <a:pt x="3080131" y="233349"/>
                  </a:lnTo>
                  <a:close/>
                </a:path>
                <a:path w="3413760" h="295909">
                  <a:moveTo>
                    <a:pt x="3080131" y="152501"/>
                  </a:moveTo>
                  <a:lnTo>
                    <a:pt x="3080054" y="146024"/>
                  </a:lnTo>
                  <a:lnTo>
                    <a:pt x="3079572" y="149186"/>
                  </a:lnTo>
                  <a:lnTo>
                    <a:pt x="3080131" y="152501"/>
                  </a:lnTo>
                  <a:close/>
                </a:path>
                <a:path w="3413760" h="295909">
                  <a:moveTo>
                    <a:pt x="3080131" y="71640"/>
                  </a:moveTo>
                  <a:lnTo>
                    <a:pt x="3080054" y="65163"/>
                  </a:lnTo>
                  <a:lnTo>
                    <a:pt x="3079572" y="68313"/>
                  </a:lnTo>
                  <a:lnTo>
                    <a:pt x="3080131" y="71640"/>
                  </a:lnTo>
                  <a:close/>
                </a:path>
                <a:path w="3413760" h="295909">
                  <a:moveTo>
                    <a:pt x="3089833" y="265201"/>
                  </a:moveTo>
                  <a:lnTo>
                    <a:pt x="3087662" y="261315"/>
                  </a:lnTo>
                  <a:lnTo>
                    <a:pt x="3085706" y="262610"/>
                  </a:lnTo>
                  <a:lnTo>
                    <a:pt x="3089833" y="265201"/>
                  </a:lnTo>
                  <a:close/>
                </a:path>
                <a:path w="3413760" h="295909">
                  <a:moveTo>
                    <a:pt x="3089833" y="184353"/>
                  </a:moveTo>
                  <a:lnTo>
                    <a:pt x="3087662" y="180467"/>
                  </a:lnTo>
                  <a:lnTo>
                    <a:pt x="3085706" y="181762"/>
                  </a:lnTo>
                  <a:lnTo>
                    <a:pt x="3089833" y="184353"/>
                  </a:lnTo>
                  <a:close/>
                </a:path>
                <a:path w="3413760" h="295909">
                  <a:moveTo>
                    <a:pt x="3089833" y="103505"/>
                  </a:moveTo>
                  <a:lnTo>
                    <a:pt x="3087662" y="99618"/>
                  </a:lnTo>
                  <a:lnTo>
                    <a:pt x="3085706" y="100914"/>
                  </a:lnTo>
                  <a:lnTo>
                    <a:pt x="3089833" y="103505"/>
                  </a:lnTo>
                  <a:close/>
                </a:path>
                <a:path w="3413760" h="295909">
                  <a:moveTo>
                    <a:pt x="3089833" y="22644"/>
                  </a:moveTo>
                  <a:lnTo>
                    <a:pt x="3087662" y="18757"/>
                  </a:lnTo>
                  <a:lnTo>
                    <a:pt x="3085706" y="20053"/>
                  </a:lnTo>
                  <a:lnTo>
                    <a:pt x="3089833" y="22644"/>
                  </a:lnTo>
                  <a:close/>
                </a:path>
                <a:path w="3413760" h="295909">
                  <a:moveTo>
                    <a:pt x="3107779" y="285330"/>
                  </a:moveTo>
                  <a:lnTo>
                    <a:pt x="3107537" y="282981"/>
                  </a:lnTo>
                  <a:lnTo>
                    <a:pt x="3101886" y="286537"/>
                  </a:lnTo>
                  <a:lnTo>
                    <a:pt x="3107779" y="285330"/>
                  </a:lnTo>
                  <a:close/>
                </a:path>
                <a:path w="3413760" h="295909">
                  <a:moveTo>
                    <a:pt x="3107779" y="204482"/>
                  </a:moveTo>
                  <a:lnTo>
                    <a:pt x="3107537" y="202133"/>
                  </a:lnTo>
                  <a:lnTo>
                    <a:pt x="3101886" y="205689"/>
                  </a:lnTo>
                  <a:lnTo>
                    <a:pt x="3107779" y="204482"/>
                  </a:lnTo>
                  <a:close/>
                </a:path>
                <a:path w="3413760" h="295909">
                  <a:moveTo>
                    <a:pt x="3107779" y="123634"/>
                  </a:moveTo>
                  <a:lnTo>
                    <a:pt x="3107537" y="121285"/>
                  </a:lnTo>
                  <a:lnTo>
                    <a:pt x="3101886" y="124841"/>
                  </a:lnTo>
                  <a:lnTo>
                    <a:pt x="3107779" y="123634"/>
                  </a:lnTo>
                  <a:close/>
                </a:path>
                <a:path w="3413760" h="295909">
                  <a:moveTo>
                    <a:pt x="3107779" y="42773"/>
                  </a:moveTo>
                  <a:lnTo>
                    <a:pt x="3107537" y="40424"/>
                  </a:lnTo>
                  <a:lnTo>
                    <a:pt x="3101886" y="43980"/>
                  </a:lnTo>
                  <a:lnTo>
                    <a:pt x="3107779" y="42773"/>
                  </a:lnTo>
                  <a:close/>
                </a:path>
                <a:path w="3413760" h="295909">
                  <a:moveTo>
                    <a:pt x="3111995" y="273761"/>
                  </a:moveTo>
                  <a:lnTo>
                    <a:pt x="3110890" y="265595"/>
                  </a:lnTo>
                  <a:lnTo>
                    <a:pt x="3108833" y="265595"/>
                  </a:lnTo>
                  <a:lnTo>
                    <a:pt x="3111995" y="273761"/>
                  </a:lnTo>
                  <a:close/>
                </a:path>
                <a:path w="3413760" h="295909">
                  <a:moveTo>
                    <a:pt x="3111995" y="192925"/>
                  </a:moveTo>
                  <a:lnTo>
                    <a:pt x="3110890" y="184746"/>
                  </a:lnTo>
                  <a:lnTo>
                    <a:pt x="3108833" y="184746"/>
                  </a:lnTo>
                  <a:lnTo>
                    <a:pt x="3111995" y="192925"/>
                  </a:lnTo>
                  <a:close/>
                </a:path>
                <a:path w="3413760" h="295909">
                  <a:moveTo>
                    <a:pt x="3111995" y="112064"/>
                  </a:moveTo>
                  <a:lnTo>
                    <a:pt x="3110890" y="103898"/>
                  </a:lnTo>
                  <a:lnTo>
                    <a:pt x="3108833" y="103898"/>
                  </a:lnTo>
                  <a:lnTo>
                    <a:pt x="3111995" y="112064"/>
                  </a:lnTo>
                  <a:close/>
                </a:path>
                <a:path w="3413760" h="295909">
                  <a:moveTo>
                    <a:pt x="3111995" y="31216"/>
                  </a:moveTo>
                  <a:lnTo>
                    <a:pt x="3110890" y="23037"/>
                  </a:lnTo>
                  <a:lnTo>
                    <a:pt x="3108833" y="23037"/>
                  </a:lnTo>
                  <a:lnTo>
                    <a:pt x="3111995" y="31216"/>
                  </a:lnTo>
                  <a:close/>
                </a:path>
                <a:path w="3413760" h="295909">
                  <a:moveTo>
                    <a:pt x="3117405" y="293979"/>
                  </a:moveTo>
                  <a:lnTo>
                    <a:pt x="3113049" y="293014"/>
                  </a:lnTo>
                  <a:lnTo>
                    <a:pt x="3112795" y="295351"/>
                  </a:lnTo>
                  <a:lnTo>
                    <a:pt x="3117405" y="293979"/>
                  </a:lnTo>
                  <a:close/>
                </a:path>
                <a:path w="3413760" h="295909">
                  <a:moveTo>
                    <a:pt x="3117405" y="213131"/>
                  </a:moveTo>
                  <a:lnTo>
                    <a:pt x="3113049" y="212166"/>
                  </a:lnTo>
                  <a:lnTo>
                    <a:pt x="3112795" y="214503"/>
                  </a:lnTo>
                  <a:lnTo>
                    <a:pt x="3117405" y="213131"/>
                  </a:lnTo>
                  <a:close/>
                </a:path>
                <a:path w="3413760" h="295909">
                  <a:moveTo>
                    <a:pt x="3117405" y="132283"/>
                  </a:moveTo>
                  <a:lnTo>
                    <a:pt x="3113049" y="131318"/>
                  </a:lnTo>
                  <a:lnTo>
                    <a:pt x="3112795" y="133654"/>
                  </a:lnTo>
                  <a:lnTo>
                    <a:pt x="3117405" y="132283"/>
                  </a:lnTo>
                  <a:close/>
                </a:path>
                <a:path w="3413760" h="295909">
                  <a:moveTo>
                    <a:pt x="3117405" y="51422"/>
                  </a:moveTo>
                  <a:lnTo>
                    <a:pt x="3113049" y="50457"/>
                  </a:lnTo>
                  <a:lnTo>
                    <a:pt x="3112795" y="52806"/>
                  </a:lnTo>
                  <a:lnTo>
                    <a:pt x="3117405" y="51422"/>
                  </a:lnTo>
                  <a:close/>
                </a:path>
                <a:path w="3413760" h="295909">
                  <a:moveTo>
                    <a:pt x="3120479" y="284353"/>
                  </a:moveTo>
                  <a:lnTo>
                    <a:pt x="3117316" y="283464"/>
                  </a:lnTo>
                  <a:lnTo>
                    <a:pt x="3113849" y="285330"/>
                  </a:lnTo>
                  <a:lnTo>
                    <a:pt x="3120479" y="284353"/>
                  </a:lnTo>
                  <a:close/>
                </a:path>
                <a:path w="3413760" h="295909">
                  <a:moveTo>
                    <a:pt x="3120479" y="203504"/>
                  </a:moveTo>
                  <a:lnTo>
                    <a:pt x="3117316" y="202615"/>
                  </a:lnTo>
                  <a:lnTo>
                    <a:pt x="3113849" y="204482"/>
                  </a:lnTo>
                  <a:lnTo>
                    <a:pt x="3120479" y="203504"/>
                  </a:lnTo>
                  <a:close/>
                </a:path>
                <a:path w="3413760" h="295909">
                  <a:moveTo>
                    <a:pt x="3120479" y="122656"/>
                  </a:moveTo>
                  <a:lnTo>
                    <a:pt x="3117316" y="121767"/>
                  </a:lnTo>
                  <a:lnTo>
                    <a:pt x="3113849" y="123634"/>
                  </a:lnTo>
                  <a:lnTo>
                    <a:pt x="3120479" y="122656"/>
                  </a:lnTo>
                  <a:close/>
                </a:path>
                <a:path w="3413760" h="295909">
                  <a:moveTo>
                    <a:pt x="3120479" y="41795"/>
                  </a:moveTo>
                  <a:lnTo>
                    <a:pt x="3117316" y="40906"/>
                  </a:lnTo>
                  <a:lnTo>
                    <a:pt x="3113849" y="42773"/>
                  </a:lnTo>
                  <a:lnTo>
                    <a:pt x="3120479" y="41795"/>
                  </a:lnTo>
                  <a:close/>
                </a:path>
                <a:path w="3413760" h="295909">
                  <a:moveTo>
                    <a:pt x="3132112" y="233349"/>
                  </a:moveTo>
                  <a:lnTo>
                    <a:pt x="3131680" y="229463"/>
                  </a:lnTo>
                  <a:lnTo>
                    <a:pt x="3129369" y="229463"/>
                  </a:lnTo>
                  <a:lnTo>
                    <a:pt x="3132112" y="233349"/>
                  </a:lnTo>
                  <a:close/>
                </a:path>
                <a:path w="3413760" h="295909">
                  <a:moveTo>
                    <a:pt x="3132112" y="152501"/>
                  </a:moveTo>
                  <a:lnTo>
                    <a:pt x="3131680" y="148615"/>
                  </a:lnTo>
                  <a:lnTo>
                    <a:pt x="3129369" y="148615"/>
                  </a:lnTo>
                  <a:lnTo>
                    <a:pt x="3132112" y="152501"/>
                  </a:lnTo>
                  <a:close/>
                </a:path>
                <a:path w="3413760" h="295909">
                  <a:moveTo>
                    <a:pt x="3132112" y="71640"/>
                  </a:moveTo>
                  <a:lnTo>
                    <a:pt x="3131680" y="67754"/>
                  </a:lnTo>
                  <a:lnTo>
                    <a:pt x="3129369" y="67754"/>
                  </a:lnTo>
                  <a:lnTo>
                    <a:pt x="3132112" y="71640"/>
                  </a:lnTo>
                  <a:close/>
                </a:path>
                <a:path w="3413760" h="295909">
                  <a:moveTo>
                    <a:pt x="3148203" y="244906"/>
                  </a:moveTo>
                  <a:lnTo>
                    <a:pt x="3147974" y="242557"/>
                  </a:lnTo>
                  <a:lnTo>
                    <a:pt x="3142310" y="246113"/>
                  </a:lnTo>
                  <a:lnTo>
                    <a:pt x="3148203" y="244906"/>
                  </a:lnTo>
                  <a:close/>
                </a:path>
                <a:path w="3413760" h="295909">
                  <a:moveTo>
                    <a:pt x="3148203" y="164058"/>
                  </a:moveTo>
                  <a:lnTo>
                    <a:pt x="3147974" y="161709"/>
                  </a:lnTo>
                  <a:lnTo>
                    <a:pt x="3142310" y="165265"/>
                  </a:lnTo>
                  <a:lnTo>
                    <a:pt x="3148203" y="164058"/>
                  </a:lnTo>
                  <a:close/>
                </a:path>
                <a:path w="3413760" h="295909">
                  <a:moveTo>
                    <a:pt x="3148203" y="83210"/>
                  </a:moveTo>
                  <a:lnTo>
                    <a:pt x="3147974" y="80873"/>
                  </a:lnTo>
                  <a:lnTo>
                    <a:pt x="3142310" y="84416"/>
                  </a:lnTo>
                  <a:lnTo>
                    <a:pt x="3148203" y="83210"/>
                  </a:lnTo>
                  <a:close/>
                </a:path>
                <a:path w="3413760" h="295909">
                  <a:moveTo>
                    <a:pt x="3148203" y="2349"/>
                  </a:moveTo>
                  <a:lnTo>
                    <a:pt x="3147974" y="0"/>
                  </a:lnTo>
                  <a:lnTo>
                    <a:pt x="3142310" y="3556"/>
                  </a:lnTo>
                  <a:lnTo>
                    <a:pt x="3148203" y="2349"/>
                  </a:lnTo>
                  <a:close/>
                </a:path>
                <a:path w="3413760" h="295909">
                  <a:moveTo>
                    <a:pt x="3149015" y="252577"/>
                  </a:moveTo>
                  <a:lnTo>
                    <a:pt x="3144659" y="253555"/>
                  </a:lnTo>
                  <a:lnTo>
                    <a:pt x="3145383" y="255739"/>
                  </a:lnTo>
                  <a:lnTo>
                    <a:pt x="3149015" y="252577"/>
                  </a:lnTo>
                  <a:close/>
                </a:path>
                <a:path w="3413760" h="295909">
                  <a:moveTo>
                    <a:pt x="3149015" y="171742"/>
                  </a:moveTo>
                  <a:lnTo>
                    <a:pt x="3144659" y="172707"/>
                  </a:lnTo>
                  <a:lnTo>
                    <a:pt x="3145383" y="174891"/>
                  </a:lnTo>
                  <a:lnTo>
                    <a:pt x="3149015" y="171742"/>
                  </a:lnTo>
                  <a:close/>
                </a:path>
                <a:path w="3413760" h="295909">
                  <a:moveTo>
                    <a:pt x="3149015" y="90881"/>
                  </a:moveTo>
                  <a:lnTo>
                    <a:pt x="3144659" y="91859"/>
                  </a:lnTo>
                  <a:lnTo>
                    <a:pt x="3145383" y="94043"/>
                  </a:lnTo>
                  <a:lnTo>
                    <a:pt x="3149015" y="90881"/>
                  </a:lnTo>
                  <a:close/>
                </a:path>
                <a:path w="3413760" h="295909">
                  <a:moveTo>
                    <a:pt x="3149015" y="10033"/>
                  </a:moveTo>
                  <a:lnTo>
                    <a:pt x="3144659" y="10998"/>
                  </a:lnTo>
                  <a:lnTo>
                    <a:pt x="3145383" y="13182"/>
                  </a:lnTo>
                  <a:lnTo>
                    <a:pt x="3149015" y="10033"/>
                  </a:lnTo>
                  <a:close/>
                </a:path>
                <a:path w="3413760" h="295909">
                  <a:moveTo>
                    <a:pt x="3157829" y="253555"/>
                  </a:moveTo>
                  <a:lnTo>
                    <a:pt x="3153232" y="254927"/>
                  </a:lnTo>
                  <a:lnTo>
                    <a:pt x="3157105" y="255739"/>
                  </a:lnTo>
                  <a:lnTo>
                    <a:pt x="3157829" y="253555"/>
                  </a:lnTo>
                  <a:close/>
                </a:path>
                <a:path w="3413760" h="295909">
                  <a:moveTo>
                    <a:pt x="3157829" y="172707"/>
                  </a:moveTo>
                  <a:lnTo>
                    <a:pt x="3153232" y="174078"/>
                  </a:lnTo>
                  <a:lnTo>
                    <a:pt x="3157105" y="174891"/>
                  </a:lnTo>
                  <a:lnTo>
                    <a:pt x="3157829" y="172707"/>
                  </a:lnTo>
                  <a:close/>
                </a:path>
                <a:path w="3413760" h="295909">
                  <a:moveTo>
                    <a:pt x="3157829" y="91859"/>
                  </a:moveTo>
                  <a:lnTo>
                    <a:pt x="3153232" y="93230"/>
                  </a:lnTo>
                  <a:lnTo>
                    <a:pt x="3157105" y="94043"/>
                  </a:lnTo>
                  <a:lnTo>
                    <a:pt x="3157829" y="91859"/>
                  </a:lnTo>
                  <a:close/>
                </a:path>
                <a:path w="3413760" h="295909">
                  <a:moveTo>
                    <a:pt x="3157829" y="10998"/>
                  </a:moveTo>
                  <a:lnTo>
                    <a:pt x="3153232" y="12369"/>
                  </a:lnTo>
                  <a:lnTo>
                    <a:pt x="3157105" y="13182"/>
                  </a:lnTo>
                  <a:lnTo>
                    <a:pt x="3157829" y="10998"/>
                  </a:lnTo>
                  <a:close/>
                </a:path>
                <a:path w="3413760" h="295909">
                  <a:moveTo>
                    <a:pt x="3160903" y="243928"/>
                  </a:moveTo>
                  <a:lnTo>
                    <a:pt x="3157740" y="243039"/>
                  </a:lnTo>
                  <a:lnTo>
                    <a:pt x="3154273" y="244906"/>
                  </a:lnTo>
                  <a:lnTo>
                    <a:pt x="3160903" y="243928"/>
                  </a:lnTo>
                  <a:close/>
                </a:path>
                <a:path w="3413760" h="295909">
                  <a:moveTo>
                    <a:pt x="3160903" y="163080"/>
                  </a:moveTo>
                  <a:lnTo>
                    <a:pt x="3157740" y="162204"/>
                  </a:lnTo>
                  <a:lnTo>
                    <a:pt x="3154273" y="164058"/>
                  </a:lnTo>
                  <a:lnTo>
                    <a:pt x="3160903" y="163080"/>
                  </a:lnTo>
                  <a:close/>
                </a:path>
                <a:path w="3413760" h="295909">
                  <a:moveTo>
                    <a:pt x="3160903" y="82232"/>
                  </a:moveTo>
                  <a:lnTo>
                    <a:pt x="3157740" y="81343"/>
                  </a:lnTo>
                  <a:lnTo>
                    <a:pt x="3154273" y="83210"/>
                  </a:lnTo>
                  <a:lnTo>
                    <a:pt x="3160903" y="82232"/>
                  </a:lnTo>
                  <a:close/>
                </a:path>
                <a:path w="3413760" h="295909">
                  <a:moveTo>
                    <a:pt x="3160903" y="1371"/>
                  </a:moveTo>
                  <a:lnTo>
                    <a:pt x="3157740" y="482"/>
                  </a:lnTo>
                  <a:lnTo>
                    <a:pt x="3154273" y="2349"/>
                  </a:lnTo>
                  <a:lnTo>
                    <a:pt x="3160903" y="1371"/>
                  </a:lnTo>
                  <a:close/>
                </a:path>
                <a:path w="3413760" h="295909">
                  <a:moveTo>
                    <a:pt x="3160979" y="233349"/>
                  </a:moveTo>
                  <a:lnTo>
                    <a:pt x="3160903" y="226872"/>
                  </a:lnTo>
                  <a:lnTo>
                    <a:pt x="3160420" y="230035"/>
                  </a:lnTo>
                  <a:lnTo>
                    <a:pt x="3160979" y="233349"/>
                  </a:lnTo>
                  <a:close/>
                </a:path>
                <a:path w="3413760" h="295909">
                  <a:moveTo>
                    <a:pt x="3160979" y="152501"/>
                  </a:moveTo>
                  <a:lnTo>
                    <a:pt x="3160903" y="146024"/>
                  </a:lnTo>
                  <a:lnTo>
                    <a:pt x="3160420" y="149186"/>
                  </a:lnTo>
                  <a:lnTo>
                    <a:pt x="3160979" y="152501"/>
                  </a:lnTo>
                  <a:close/>
                </a:path>
                <a:path w="3413760" h="295909">
                  <a:moveTo>
                    <a:pt x="3160979" y="71640"/>
                  </a:moveTo>
                  <a:lnTo>
                    <a:pt x="3160903" y="65163"/>
                  </a:lnTo>
                  <a:lnTo>
                    <a:pt x="3160420" y="68313"/>
                  </a:lnTo>
                  <a:lnTo>
                    <a:pt x="3160979" y="71640"/>
                  </a:lnTo>
                  <a:close/>
                </a:path>
                <a:path w="3413760" h="295909">
                  <a:moveTo>
                    <a:pt x="3170694" y="265201"/>
                  </a:moveTo>
                  <a:lnTo>
                    <a:pt x="3168510" y="261315"/>
                  </a:lnTo>
                  <a:lnTo>
                    <a:pt x="3166567" y="262610"/>
                  </a:lnTo>
                  <a:lnTo>
                    <a:pt x="3170694" y="265201"/>
                  </a:lnTo>
                  <a:close/>
                </a:path>
                <a:path w="3413760" h="295909">
                  <a:moveTo>
                    <a:pt x="3170694" y="184353"/>
                  </a:moveTo>
                  <a:lnTo>
                    <a:pt x="3168510" y="180467"/>
                  </a:lnTo>
                  <a:lnTo>
                    <a:pt x="3166567" y="181762"/>
                  </a:lnTo>
                  <a:lnTo>
                    <a:pt x="3170694" y="184353"/>
                  </a:lnTo>
                  <a:close/>
                </a:path>
                <a:path w="3413760" h="295909">
                  <a:moveTo>
                    <a:pt x="3170694" y="103505"/>
                  </a:moveTo>
                  <a:lnTo>
                    <a:pt x="3168510" y="99618"/>
                  </a:lnTo>
                  <a:lnTo>
                    <a:pt x="3166567" y="100914"/>
                  </a:lnTo>
                  <a:lnTo>
                    <a:pt x="3170694" y="103505"/>
                  </a:lnTo>
                  <a:close/>
                </a:path>
                <a:path w="3413760" h="295909">
                  <a:moveTo>
                    <a:pt x="3170694" y="22644"/>
                  </a:moveTo>
                  <a:lnTo>
                    <a:pt x="3168510" y="18757"/>
                  </a:lnTo>
                  <a:lnTo>
                    <a:pt x="3166567" y="20053"/>
                  </a:lnTo>
                  <a:lnTo>
                    <a:pt x="3170694" y="22644"/>
                  </a:lnTo>
                  <a:close/>
                </a:path>
                <a:path w="3413760" h="295909">
                  <a:moveTo>
                    <a:pt x="3188627" y="285330"/>
                  </a:moveTo>
                  <a:lnTo>
                    <a:pt x="3188398" y="282981"/>
                  </a:lnTo>
                  <a:lnTo>
                    <a:pt x="3182734" y="286537"/>
                  </a:lnTo>
                  <a:lnTo>
                    <a:pt x="3188627" y="285330"/>
                  </a:lnTo>
                  <a:close/>
                </a:path>
                <a:path w="3413760" h="295909">
                  <a:moveTo>
                    <a:pt x="3188627" y="204482"/>
                  </a:moveTo>
                  <a:lnTo>
                    <a:pt x="3188398" y="202133"/>
                  </a:lnTo>
                  <a:lnTo>
                    <a:pt x="3182734" y="205689"/>
                  </a:lnTo>
                  <a:lnTo>
                    <a:pt x="3188627" y="204482"/>
                  </a:lnTo>
                  <a:close/>
                </a:path>
                <a:path w="3413760" h="295909">
                  <a:moveTo>
                    <a:pt x="3188627" y="123634"/>
                  </a:moveTo>
                  <a:lnTo>
                    <a:pt x="3188398" y="121285"/>
                  </a:lnTo>
                  <a:lnTo>
                    <a:pt x="3182734" y="124841"/>
                  </a:lnTo>
                  <a:lnTo>
                    <a:pt x="3188627" y="123634"/>
                  </a:lnTo>
                  <a:close/>
                </a:path>
                <a:path w="3413760" h="295909">
                  <a:moveTo>
                    <a:pt x="3188627" y="42773"/>
                  </a:moveTo>
                  <a:lnTo>
                    <a:pt x="3188398" y="40424"/>
                  </a:lnTo>
                  <a:lnTo>
                    <a:pt x="3182734" y="43980"/>
                  </a:lnTo>
                  <a:lnTo>
                    <a:pt x="3188627" y="42773"/>
                  </a:lnTo>
                  <a:close/>
                </a:path>
                <a:path w="3413760" h="295909">
                  <a:moveTo>
                    <a:pt x="3192843" y="273761"/>
                  </a:moveTo>
                  <a:lnTo>
                    <a:pt x="3191751" y="265595"/>
                  </a:lnTo>
                  <a:lnTo>
                    <a:pt x="3189681" y="265595"/>
                  </a:lnTo>
                  <a:lnTo>
                    <a:pt x="3192843" y="273761"/>
                  </a:lnTo>
                  <a:close/>
                </a:path>
                <a:path w="3413760" h="295909">
                  <a:moveTo>
                    <a:pt x="3192843" y="192925"/>
                  </a:moveTo>
                  <a:lnTo>
                    <a:pt x="3191751" y="184746"/>
                  </a:lnTo>
                  <a:lnTo>
                    <a:pt x="3189681" y="184746"/>
                  </a:lnTo>
                  <a:lnTo>
                    <a:pt x="3192843" y="192925"/>
                  </a:lnTo>
                  <a:close/>
                </a:path>
                <a:path w="3413760" h="295909">
                  <a:moveTo>
                    <a:pt x="3192843" y="112064"/>
                  </a:moveTo>
                  <a:lnTo>
                    <a:pt x="3191751" y="103898"/>
                  </a:lnTo>
                  <a:lnTo>
                    <a:pt x="3189681" y="103898"/>
                  </a:lnTo>
                  <a:lnTo>
                    <a:pt x="3192843" y="112064"/>
                  </a:lnTo>
                  <a:close/>
                </a:path>
                <a:path w="3413760" h="295909">
                  <a:moveTo>
                    <a:pt x="3192843" y="31216"/>
                  </a:moveTo>
                  <a:lnTo>
                    <a:pt x="3191751" y="23037"/>
                  </a:lnTo>
                  <a:lnTo>
                    <a:pt x="3189681" y="23037"/>
                  </a:lnTo>
                  <a:lnTo>
                    <a:pt x="3192843" y="31216"/>
                  </a:lnTo>
                  <a:close/>
                </a:path>
                <a:path w="3413760" h="295909">
                  <a:moveTo>
                    <a:pt x="3198253" y="293979"/>
                  </a:moveTo>
                  <a:lnTo>
                    <a:pt x="3193885" y="293014"/>
                  </a:lnTo>
                  <a:lnTo>
                    <a:pt x="3193643" y="295351"/>
                  </a:lnTo>
                  <a:lnTo>
                    <a:pt x="3198253" y="293979"/>
                  </a:lnTo>
                  <a:close/>
                </a:path>
                <a:path w="3413760" h="295909">
                  <a:moveTo>
                    <a:pt x="3198253" y="213131"/>
                  </a:moveTo>
                  <a:lnTo>
                    <a:pt x="3193885" y="212166"/>
                  </a:lnTo>
                  <a:lnTo>
                    <a:pt x="3193643" y="214503"/>
                  </a:lnTo>
                  <a:lnTo>
                    <a:pt x="3198253" y="213131"/>
                  </a:lnTo>
                  <a:close/>
                </a:path>
                <a:path w="3413760" h="295909">
                  <a:moveTo>
                    <a:pt x="3198253" y="132283"/>
                  </a:moveTo>
                  <a:lnTo>
                    <a:pt x="3193885" y="131318"/>
                  </a:lnTo>
                  <a:lnTo>
                    <a:pt x="3193643" y="133654"/>
                  </a:lnTo>
                  <a:lnTo>
                    <a:pt x="3198253" y="132283"/>
                  </a:lnTo>
                  <a:close/>
                </a:path>
                <a:path w="3413760" h="295909">
                  <a:moveTo>
                    <a:pt x="3198253" y="51422"/>
                  </a:moveTo>
                  <a:lnTo>
                    <a:pt x="3193885" y="50457"/>
                  </a:lnTo>
                  <a:lnTo>
                    <a:pt x="3193643" y="52806"/>
                  </a:lnTo>
                  <a:lnTo>
                    <a:pt x="3198253" y="51422"/>
                  </a:lnTo>
                  <a:close/>
                </a:path>
                <a:path w="3413760" h="295909">
                  <a:moveTo>
                    <a:pt x="3201339" y="284353"/>
                  </a:moveTo>
                  <a:lnTo>
                    <a:pt x="3198177" y="283464"/>
                  </a:lnTo>
                  <a:lnTo>
                    <a:pt x="3194710" y="285330"/>
                  </a:lnTo>
                  <a:lnTo>
                    <a:pt x="3201339" y="284353"/>
                  </a:lnTo>
                  <a:close/>
                </a:path>
                <a:path w="3413760" h="295909">
                  <a:moveTo>
                    <a:pt x="3201339" y="203504"/>
                  </a:moveTo>
                  <a:lnTo>
                    <a:pt x="3198177" y="202615"/>
                  </a:lnTo>
                  <a:lnTo>
                    <a:pt x="3194710" y="204482"/>
                  </a:lnTo>
                  <a:lnTo>
                    <a:pt x="3201339" y="203504"/>
                  </a:lnTo>
                  <a:close/>
                </a:path>
                <a:path w="3413760" h="295909">
                  <a:moveTo>
                    <a:pt x="3201339" y="122656"/>
                  </a:moveTo>
                  <a:lnTo>
                    <a:pt x="3198177" y="121767"/>
                  </a:lnTo>
                  <a:lnTo>
                    <a:pt x="3194710" y="123634"/>
                  </a:lnTo>
                  <a:lnTo>
                    <a:pt x="3201339" y="122656"/>
                  </a:lnTo>
                  <a:close/>
                </a:path>
                <a:path w="3413760" h="295909">
                  <a:moveTo>
                    <a:pt x="3201339" y="41795"/>
                  </a:moveTo>
                  <a:lnTo>
                    <a:pt x="3198177" y="40906"/>
                  </a:lnTo>
                  <a:lnTo>
                    <a:pt x="3194710" y="42773"/>
                  </a:lnTo>
                  <a:lnTo>
                    <a:pt x="3201339" y="41795"/>
                  </a:lnTo>
                  <a:close/>
                </a:path>
                <a:path w="3413760" h="295909">
                  <a:moveTo>
                    <a:pt x="3212973" y="233349"/>
                  </a:moveTo>
                  <a:lnTo>
                    <a:pt x="3212528" y="229463"/>
                  </a:lnTo>
                  <a:lnTo>
                    <a:pt x="3210217" y="229463"/>
                  </a:lnTo>
                  <a:lnTo>
                    <a:pt x="3212973" y="233349"/>
                  </a:lnTo>
                  <a:close/>
                </a:path>
                <a:path w="3413760" h="295909">
                  <a:moveTo>
                    <a:pt x="3212973" y="152501"/>
                  </a:moveTo>
                  <a:lnTo>
                    <a:pt x="3212528" y="148615"/>
                  </a:lnTo>
                  <a:lnTo>
                    <a:pt x="3210217" y="148615"/>
                  </a:lnTo>
                  <a:lnTo>
                    <a:pt x="3212973" y="152501"/>
                  </a:lnTo>
                  <a:close/>
                </a:path>
                <a:path w="3413760" h="295909">
                  <a:moveTo>
                    <a:pt x="3212973" y="71640"/>
                  </a:moveTo>
                  <a:lnTo>
                    <a:pt x="3212528" y="67754"/>
                  </a:lnTo>
                  <a:lnTo>
                    <a:pt x="3210217" y="67754"/>
                  </a:lnTo>
                  <a:lnTo>
                    <a:pt x="3212973" y="71640"/>
                  </a:lnTo>
                  <a:close/>
                </a:path>
                <a:path w="3413760" h="295909">
                  <a:moveTo>
                    <a:pt x="3229064" y="244906"/>
                  </a:moveTo>
                  <a:lnTo>
                    <a:pt x="3228822" y="242557"/>
                  </a:lnTo>
                  <a:lnTo>
                    <a:pt x="3223158" y="246113"/>
                  </a:lnTo>
                  <a:lnTo>
                    <a:pt x="3229064" y="244906"/>
                  </a:lnTo>
                  <a:close/>
                </a:path>
                <a:path w="3413760" h="295909">
                  <a:moveTo>
                    <a:pt x="3229064" y="164058"/>
                  </a:moveTo>
                  <a:lnTo>
                    <a:pt x="3228822" y="161709"/>
                  </a:lnTo>
                  <a:lnTo>
                    <a:pt x="3223158" y="165265"/>
                  </a:lnTo>
                  <a:lnTo>
                    <a:pt x="3229064" y="164058"/>
                  </a:lnTo>
                  <a:close/>
                </a:path>
                <a:path w="3413760" h="295909">
                  <a:moveTo>
                    <a:pt x="3229064" y="83210"/>
                  </a:moveTo>
                  <a:lnTo>
                    <a:pt x="3228822" y="80873"/>
                  </a:lnTo>
                  <a:lnTo>
                    <a:pt x="3223158" y="84416"/>
                  </a:lnTo>
                  <a:lnTo>
                    <a:pt x="3229064" y="83210"/>
                  </a:lnTo>
                  <a:close/>
                </a:path>
                <a:path w="3413760" h="295909">
                  <a:moveTo>
                    <a:pt x="3229064" y="2349"/>
                  </a:moveTo>
                  <a:lnTo>
                    <a:pt x="3228822" y="0"/>
                  </a:lnTo>
                  <a:lnTo>
                    <a:pt x="3223158" y="3556"/>
                  </a:lnTo>
                  <a:lnTo>
                    <a:pt x="3229064" y="2349"/>
                  </a:lnTo>
                  <a:close/>
                </a:path>
                <a:path w="3413760" h="295909">
                  <a:moveTo>
                    <a:pt x="3229876" y="252577"/>
                  </a:moveTo>
                  <a:lnTo>
                    <a:pt x="3225508" y="253555"/>
                  </a:lnTo>
                  <a:lnTo>
                    <a:pt x="3226231" y="255739"/>
                  </a:lnTo>
                  <a:lnTo>
                    <a:pt x="3229876" y="252577"/>
                  </a:lnTo>
                  <a:close/>
                </a:path>
                <a:path w="3413760" h="295909">
                  <a:moveTo>
                    <a:pt x="3229876" y="171742"/>
                  </a:moveTo>
                  <a:lnTo>
                    <a:pt x="3225508" y="172707"/>
                  </a:lnTo>
                  <a:lnTo>
                    <a:pt x="3226231" y="174891"/>
                  </a:lnTo>
                  <a:lnTo>
                    <a:pt x="3229876" y="171742"/>
                  </a:lnTo>
                  <a:close/>
                </a:path>
                <a:path w="3413760" h="295909">
                  <a:moveTo>
                    <a:pt x="3229876" y="90881"/>
                  </a:moveTo>
                  <a:lnTo>
                    <a:pt x="3225508" y="91859"/>
                  </a:lnTo>
                  <a:lnTo>
                    <a:pt x="3226231" y="94043"/>
                  </a:lnTo>
                  <a:lnTo>
                    <a:pt x="3229876" y="90881"/>
                  </a:lnTo>
                  <a:close/>
                </a:path>
                <a:path w="3413760" h="295909">
                  <a:moveTo>
                    <a:pt x="3229876" y="10033"/>
                  </a:moveTo>
                  <a:lnTo>
                    <a:pt x="3225508" y="10998"/>
                  </a:lnTo>
                  <a:lnTo>
                    <a:pt x="3226231" y="13182"/>
                  </a:lnTo>
                  <a:lnTo>
                    <a:pt x="3229876" y="10033"/>
                  </a:lnTo>
                  <a:close/>
                </a:path>
                <a:path w="3413760" h="295909">
                  <a:moveTo>
                    <a:pt x="3238690" y="253555"/>
                  </a:moveTo>
                  <a:lnTo>
                    <a:pt x="3234067" y="254927"/>
                  </a:lnTo>
                  <a:lnTo>
                    <a:pt x="3237954" y="255739"/>
                  </a:lnTo>
                  <a:lnTo>
                    <a:pt x="3238690" y="253555"/>
                  </a:lnTo>
                  <a:close/>
                </a:path>
                <a:path w="3413760" h="295909">
                  <a:moveTo>
                    <a:pt x="3238690" y="172707"/>
                  </a:moveTo>
                  <a:lnTo>
                    <a:pt x="3234067" y="174078"/>
                  </a:lnTo>
                  <a:lnTo>
                    <a:pt x="3237954" y="174891"/>
                  </a:lnTo>
                  <a:lnTo>
                    <a:pt x="3238690" y="172707"/>
                  </a:lnTo>
                  <a:close/>
                </a:path>
                <a:path w="3413760" h="295909">
                  <a:moveTo>
                    <a:pt x="3238690" y="91859"/>
                  </a:moveTo>
                  <a:lnTo>
                    <a:pt x="3234067" y="93230"/>
                  </a:lnTo>
                  <a:lnTo>
                    <a:pt x="3237954" y="94043"/>
                  </a:lnTo>
                  <a:lnTo>
                    <a:pt x="3238690" y="91859"/>
                  </a:lnTo>
                  <a:close/>
                </a:path>
                <a:path w="3413760" h="295909">
                  <a:moveTo>
                    <a:pt x="3238690" y="10998"/>
                  </a:moveTo>
                  <a:lnTo>
                    <a:pt x="3234067" y="12369"/>
                  </a:lnTo>
                  <a:lnTo>
                    <a:pt x="3237954" y="13182"/>
                  </a:lnTo>
                  <a:lnTo>
                    <a:pt x="3238690" y="10998"/>
                  </a:lnTo>
                  <a:close/>
                </a:path>
                <a:path w="3413760" h="295909">
                  <a:moveTo>
                    <a:pt x="3241764" y="243928"/>
                  </a:moveTo>
                  <a:lnTo>
                    <a:pt x="3238614" y="243039"/>
                  </a:lnTo>
                  <a:lnTo>
                    <a:pt x="3235121" y="244906"/>
                  </a:lnTo>
                  <a:lnTo>
                    <a:pt x="3241764" y="243928"/>
                  </a:lnTo>
                  <a:close/>
                </a:path>
                <a:path w="3413760" h="295909">
                  <a:moveTo>
                    <a:pt x="3241764" y="163080"/>
                  </a:moveTo>
                  <a:lnTo>
                    <a:pt x="3238614" y="162204"/>
                  </a:lnTo>
                  <a:lnTo>
                    <a:pt x="3235121" y="164058"/>
                  </a:lnTo>
                  <a:lnTo>
                    <a:pt x="3241764" y="163080"/>
                  </a:lnTo>
                  <a:close/>
                </a:path>
                <a:path w="3413760" h="295909">
                  <a:moveTo>
                    <a:pt x="3241764" y="82232"/>
                  </a:moveTo>
                  <a:lnTo>
                    <a:pt x="3238614" y="81343"/>
                  </a:lnTo>
                  <a:lnTo>
                    <a:pt x="3235121" y="83210"/>
                  </a:lnTo>
                  <a:lnTo>
                    <a:pt x="3241764" y="82232"/>
                  </a:lnTo>
                  <a:close/>
                </a:path>
                <a:path w="3413760" h="295909">
                  <a:moveTo>
                    <a:pt x="3241764" y="1371"/>
                  </a:moveTo>
                  <a:lnTo>
                    <a:pt x="3238614" y="482"/>
                  </a:lnTo>
                  <a:lnTo>
                    <a:pt x="3235121" y="2349"/>
                  </a:lnTo>
                  <a:lnTo>
                    <a:pt x="3241764" y="1371"/>
                  </a:lnTo>
                  <a:close/>
                </a:path>
                <a:path w="3413760" h="295909">
                  <a:moveTo>
                    <a:pt x="3241840" y="233349"/>
                  </a:moveTo>
                  <a:lnTo>
                    <a:pt x="3241764" y="226872"/>
                  </a:lnTo>
                  <a:lnTo>
                    <a:pt x="3241268" y="230035"/>
                  </a:lnTo>
                  <a:lnTo>
                    <a:pt x="3241840" y="233349"/>
                  </a:lnTo>
                  <a:close/>
                </a:path>
                <a:path w="3413760" h="295909">
                  <a:moveTo>
                    <a:pt x="3241840" y="152501"/>
                  </a:moveTo>
                  <a:lnTo>
                    <a:pt x="3241764" y="146024"/>
                  </a:lnTo>
                  <a:lnTo>
                    <a:pt x="3241268" y="149186"/>
                  </a:lnTo>
                  <a:lnTo>
                    <a:pt x="3241840" y="152501"/>
                  </a:lnTo>
                  <a:close/>
                </a:path>
                <a:path w="3413760" h="295909">
                  <a:moveTo>
                    <a:pt x="3241840" y="71640"/>
                  </a:moveTo>
                  <a:lnTo>
                    <a:pt x="3241764" y="65163"/>
                  </a:lnTo>
                  <a:lnTo>
                    <a:pt x="3241268" y="68313"/>
                  </a:lnTo>
                  <a:lnTo>
                    <a:pt x="3241840" y="71640"/>
                  </a:lnTo>
                  <a:close/>
                </a:path>
                <a:path w="3413760" h="295909">
                  <a:moveTo>
                    <a:pt x="3251530" y="265201"/>
                  </a:moveTo>
                  <a:lnTo>
                    <a:pt x="3249358" y="261315"/>
                  </a:lnTo>
                  <a:lnTo>
                    <a:pt x="3247415" y="262610"/>
                  </a:lnTo>
                  <a:lnTo>
                    <a:pt x="3251530" y="265201"/>
                  </a:lnTo>
                  <a:close/>
                </a:path>
                <a:path w="3413760" h="295909">
                  <a:moveTo>
                    <a:pt x="3251530" y="184353"/>
                  </a:moveTo>
                  <a:lnTo>
                    <a:pt x="3249358" y="180467"/>
                  </a:lnTo>
                  <a:lnTo>
                    <a:pt x="3247415" y="181762"/>
                  </a:lnTo>
                  <a:lnTo>
                    <a:pt x="3251530" y="184353"/>
                  </a:lnTo>
                  <a:close/>
                </a:path>
                <a:path w="3413760" h="295909">
                  <a:moveTo>
                    <a:pt x="3251530" y="103505"/>
                  </a:moveTo>
                  <a:lnTo>
                    <a:pt x="3249358" y="99618"/>
                  </a:lnTo>
                  <a:lnTo>
                    <a:pt x="3247415" y="100914"/>
                  </a:lnTo>
                  <a:lnTo>
                    <a:pt x="3251530" y="103505"/>
                  </a:lnTo>
                  <a:close/>
                </a:path>
                <a:path w="3413760" h="295909">
                  <a:moveTo>
                    <a:pt x="3251530" y="22644"/>
                  </a:moveTo>
                  <a:lnTo>
                    <a:pt x="3249358" y="18757"/>
                  </a:lnTo>
                  <a:lnTo>
                    <a:pt x="3247415" y="20053"/>
                  </a:lnTo>
                  <a:lnTo>
                    <a:pt x="3251530" y="22644"/>
                  </a:lnTo>
                  <a:close/>
                </a:path>
                <a:path w="3413760" h="295909">
                  <a:moveTo>
                    <a:pt x="3253397" y="273761"/>
                  </a:moveTo>
                  <a:lnTo>
                    <a:pt x="3250641" y="269887"/>
                  </a:lnTo>
                  <a:lnTo>
                    <a:pt x="3251060" y="273761"/>
                  </a:lnTo>
                  <a:lnTo>
                    <a:pt x="3253397" y="273761"/>
                  </a:lnTo>
                  <a:close/>
                </a:path>
                <a:path w="3413760" h="295909">
                  <a:moveTo>
                    <a:pt x="3253397" y="192925"/>
                  </a:moveTo>
                  <a:lnTo>
                    <a:pt x="3250641" y="189039"/>
                  </a:lnTo>
                  <a:lnTo>
                    <a:pt x="3251060" y="192925"/>
                  </a:lnTo>
                  <a:lnTo>
                    <a:pt x="3253397" y="192925"/>
                  </a:lnTo>
                  <a:close/>
                </a:path>
                <a:path w="3413760" h="295909">
                  <a:moveTo>
                    <a:pt x="3253397" y="112064"/>
                  </a:moveTo>
                  <a:lnTo>
                    <a:pt x="3250641" y="108191"/>
                  </a:lnTo>
                  <a:lnTo>
                    <a:pt x="3251060" y="112064"/>
                  </a:lnTo>
                  <a:lnTo>
                    <a:pt x="3253397" y="112064"/>
                  </a:lnTo>
                  <a:close/>
                </a:path>
                <a:path w="3413760" h="295909">
                  <a:moveTo>
                    <a:pt x="3253397" y="31216"/>
                  </a:moveTo>
                  <a:lnTo>
                    <a:pt x="3250641" y="27330"/>
                  </a:lnTo>
                  <a:lnTo>
                    <a:pt x="3251060" y="31216"/>
                  </a:lnTo>
                  <a:lnTo>
                    <a:pt x="3253397" y="31216"/>
                  </a:lnTo>
                  <a:close/>
                </a:path>
                <a:path w="3413760" h="295909">
                  <a:moveTo>
                    <a:pt x="3269488" y="285330"/>
                  </a:moveTo>
                  <a:lnTo>
                    <a:pt x="3269246" y="282981"/>
                  </a:lnTo>
                  <a:lnTo>
                    <a:pt x="3263582" y="286537"/>
                  </a:lnTo>
                  <a:lnTo>
                    <a:pt x="3269488" y="285330"/>
                  </a:lnTo>
                  <a:close/>
                </a:path>
                <a:path w="3413760" h="295909">
                  <a:moveTo>
                    <a:pt x="3269488" y="204482"/>
                  </a:moveTo>
                  <a:lnTo>
                    <a:pt x="3269246" y="202133"/>
                  </a:lnTo>
                  <a:lnTo>
                    <a:pt x="3263582" y="205689"/>
                  </a:lnTo>
                  <a:lnTo>
                    <a:pt x="3269488" y="204482"/>
                  </a:lnTo>
                  <a:close/>
                </a:path>
                <a:path w="3413760" h="295909">
                  <a:moveTo>
                    <a:pt x="3269488" y="123634"/>
                  </a:moveTo>
                  <a:lnTo>
                    <a:pt x="3269246" y="121285"/>
                  </a:lnTo>
                  <a:lnTo>
                    <a:pt x="3263582" y="124841"/>
                  </a:lnTo>
                  <a:lnTo>
                    <a:pt x="3269488" y="123634"/>
                  </a:lnTo>
                  <a:close/>
                </a:path>
                <a:path w="3413760" h="295909">
                  <a:moveTo>
                    <a:pt x="3269488" y="42773"/>
                  </a:moveTo>
                  <a:lnTo>
                    <a:pt x="3269246" y="40424"/>
                  </a:lnTo>
                  <a:lnTo>
                    <a:pt x="3263582" y="43980"/>
                  </a:lnTo>
                  <a:lnTo>
                    <a:pt x="3269488" y="42773"/>
                  </a:lnTo>
                  <a:close/>
                </a:path>
                <a:path w="3413760" h="295909">
                  <a:moveTo>
                    <a:pt x="3273691" y="273761"/>
                  </a:moveTo>
                  <a:lnTo>
                    <a:pt x="3272599" y="265595"/>
                  </a:lnTo>
                  <a:lnTo>
                    <a:pt x="3270529" y="265595"/>
                  </a:lnTo>
                  <a:lnTo>
                    <a:pt x="3273691" y="273761"/>
                  </a:lnTo>
                  <a:close/>
                </a:path>
                <a:path w="3413760" h="295909">
                  <a:moveTo>
                    <a:pt x="3273691" y="192925"/>
                  </a:moveTo>
                  <a:lnTo>
                    <a:pt x="3272599" y="184746"/>
                  </a:lnTo>
                  <a:lnTo>
                    <a:pt x="3270529" y="184746"/>
                  </a:lnTo>
                  <a:lnTo>
                    <a:pt x="3273691" y="192925"/>
                  </a:lnTo>
                  <a:close/>
                </a:path>
                <a:path w="3413760" h="295909">
                  <a:moveTo>
                    <a:pt x="3273691" y="112064"/>
                  </a:moveTo>
                  <a:lnTo>
                    <a:pt x="3272599" y="103898"/>
                  </a:lnTo>
                  <a:lnTo>
                    <a:pt x="3270529" y="103898"/>
                  </a:lnTo>
                  <a:lnTo>
                    <a:pt x="3273691" y="112064"/>
                  </a:lnTo>
                  <a:close/>
                </a:path>
                <a:path w="3413760" h="295909">
                  <a:moveTo>
                    <a:pt x="3273691" y="31216"/>
                  </a:moveTo>
                  <a:lnTo>
                    <a:pt x="3272599" y="23037"/>
                  </a:lnTo>
                  <a:lnTo>
                    <a:pt x="3270529" y="23037"/>
                  </a:lnTo>
                  <a:lnTo>
                    <a:pt x="3273691" y="31216"/>
                  </a:lnTo>
                  <a:close/>
                </a:path>
                <a:path w="3413760" h="295909">
                  <a:moveTo>
                    <a:pt x="3279114" y="293979"/>
                  </a:moveTo>
                  <a:lnTo>
                    <a:pt x="3274745" y="293014"/>
                  </a:lnTo>
                  <a:lnTo>
                    <a:pt x="3274491" y="295351"/>
                  </a:lnTo>
                  <a:lnTo>
                    <a:pt x="3279114" y="293979"/>
                  </a:lnTo>
                  <a:close/>
                </a:path>
                <a:path w="3413760" h="295909">
                  <a:moveTo>
                    <a:pt x="3279114" y="213131"/>
                  </a:moveTo>
                  <a:lnTo>
                    <a:pt x="3274745" y="212166"/>
                  </a:lnTo>
                  <a:lnTo>
                    <a:pt x="3274491" y="214503"/>
                  </a:lnTo>
                  <a:lnTo>
                    <a:pt x="3279114" y="213131"/>
                  </a:lnTo>
                  <a:close/>
                </a:path>
                <a:path w="3413760" h="295909">
                  <a:moveTo>
                    <a:pt x="3279114" y="132283"/>
                  </a:moveTo>
                  <a:lnTo>
                    <a:pt x="3274745" y="131318"/>
                  </a:lnTo>
                  <a:lnTo>
                    <a:pt x="3274491" y="133654"/>
                  </a:lnTo>
                  <a:lnTo>
                    <a:pt x="3279114" y="132283"/>
                  </a:lnTo>
                  <a:close/>
                </a:path>
                <a:path w="3413760" h="295909">
                  <a:moveTo>
                    <a:pt x="3279114" y="51422"/>
                  </a:moveTo>
                  <a:lnTo>
                    <a:pt x="3274745" y="50457"/>
                  </a:lnTo>
                  <a:lnTo>
                    <a:pt x="3274491" y="52806"/>
                  </a:lnTo>
                  <a:lnTo>
                    <a:pt x="3279114" y="51422"/>
                  </a:lnTo>
                  <a:close/>
                </a:path>
                <a:path w="3413760" h="295909">
                  <a:moveTo>
                    <a:pt x="3282188" y="284353"/>
                  </a:moveTo>
                  <a:lnTo>
                    <a:pt x="3279025" y="283464"/>
                  </a:lnTo>
                  <a:lnTo>
                    <a:pt x="3275546" y="285330"/>
                  </a:lnTo>
                  <a:lnTo>
                    <a:pt x="3282188" y="284353"/>
                  </a:lnTo>
                  <a:close/>
                </a:path>
                <a:path w="3413760" h="295909">
                  <a:moveTo>
                    <a:pt x="3282188" y="203504"/>
                  </a:moveTo>
                  <a:lnTo>
                    <a:pt x="3279025" y="202615"/>
                  </a:lnTo>
                  <a:lnTo>
                    <a:pt x="3275546" y="204482"/>
                  </a:lnTo>
                  <a:lnTo>
                    <a:pt x="3282188" y="203504"/>
                  </a:lnTo>
                  <a:close/>
                </a:path>
                <a:path w="3413760" h="295909">
                  <a:moveTo>
                    <a:pt x="3282188" y="122656"/>
                  </a:moveTo>
                  <a:lnTo>
                    <a:pt x="3279025" y="121767"/>
                  </a:lnTo>
                  <a:lnTo>
                    <a:pt x="3275546" y="123634"/>
                  </a:lnTo>
                  <a:lnTo>
                    <a:pt x="3282188" y="122656"/>
                  </a:lnTo>
                  <a:close/>
                </a:path>
                <a:path w="3413760" h="295909">
                  <a:moveTo>
                    <a:pt x="3282188" y="41795"/>
                  </a:moveTo>
                  <a:lnTo>
                    <a:pt x="3279025" y="40906"/>
                  </a:lnTo>
                  <a:lnTo>
                    <a:pt x="3275546" y="42773"/>
                  </a:lnTo>
                  <a:lnTo>
                    <a:pt x="3282188" y="41795"/>
                  </a:lnTo>
                  <a:close/>
                </a:path>
                <a:path w="3413760" h="295909">
                  <a:moveTo>
                    <a:pt x="3293821" y="233349"/>
                  </a:moveTo>
                  <a:lnTo>
                    <a:pt x="3293389" y="229463"/>
                  </a:lnTo>
                  <a:lnTo>
                    <a:pt x="3291078" y="229463"/>
                  </a:lnTo>
                  <a:lnTo>
                    <a:pt x="3293821" y="233349"/>
                  </a:lnTo>
                  <a:close/>
                </a:path>
                <a:path w="3413760" h="295909">
                  <a:moveTo>
                    <a:pt x="3293821" y="152501"/>
                  </a:moveTo>
                  <a:lnTo>
                    <a:pt x="3293389" y="148615"/>
                  </a:lnTo>
                  <a:lnTo>
                    <a:pt x="3291078" y="148615"/>
                  </a:lnTo>
                  <a:lnTo>
                    <a:pt x="3293821" y="152501"/>
                  </a:lnTo>
                  <a:close/>
                </a:path>
                <a:path w="3413760" h="295909">
                  <a:moveTo>
                    <a:pt x="3293821" y="71640"/>
                  </a:moveTo>
                  <a:lnTo>
                    <a:pt x="3293389" y="67754"/>
                  </a:lnTo>
                  <a:lnTo>
                    <a:pt x="3291078" y="67754"/>
                  </a:lnTo>
                  <a:lnTo>
                    <a:pt x="3293821" y="71640"/>
                  </a:lnTo>
                  <a:close/>
                </a:path>
                <a:path w="3413760" h="295909">
                  <a:moveTo>
                    <a:pt x="3309924" y="244906"/>
                  </a:moveTo>
                  <a:lnTo>
                    <a:pt x="3309670" y="242557"/>
                  </a:lnTo>
                  <a:lnTo>
                    <a:pt x="3304006" y="246113"/>
                  </a:lnTo>
                  <a:lnTo>
                    <a:pt x="3309924" y="244906"/>
                  </a:lnTo>
                  <a:close/>
                </a:path>
                <a:path w="3413760" h="295909">
                  <a:moveTo>
                    <a:pt x="3309924" y="164058"/>
                  </a:moveTo>
                  <a:lnTo>
                    <a:pt x="3309670" y="161709"/>
                  </a:lnTo>
                  <a:lnTo>
                    <a:pt x="3304006" y="165265"/>
                  </a:lnTo>
                  <a:lnTo>
                    <a:pt x="3309924" y="164058"/>
                  </a:lnTo>
                  <a:close/>
                </a:path>
                <a:path w="3413760" h="295909">
                  <a:moveTo>
                    <a:pt x="3309924" y="83210"/>
                  </a:moveTo>
                  <a:lnTo>
                    <a:pt x="3309670" y="80873"/>
                  </a:lnTo>
                  <a:lnTo>
                    <a:pt x="3304006" y="84416"/>
                  </a:lnTo>
                  <a:lnTo>
                    <a:pt x="3309924" y="83210"/>
                  </a:lnTo>
                  <a:close/>
                </a:path>
                <a:path w="3413760" h="295909">
                  <a:moveTo>
                    <a:pt x="3309924" y="2349"/>
                  </a:moveTo>
                  <a:lnTo>
                    <a:pt x="3309670" y="0"/>
                  </a:lnTo>
                  <a:lnTo>
                    <a:pt x="3304006" y="3556"/>
                  </a:lnTo>
                  <a:lnTo>
                    <a:pt x="3309924" y="2349"/>
                  </a:lnTo>
                  <a:close/>
                </a:path>
                <a:path w="3413760" h="295909">
                  <a:moveTo>
                    <a:pt x="3310725" y="252577"/>
                  </a:moveTo>
                  <a:lnTo>
                    <a:pt x="3306356" y="253555"/>
                  </a:lnTo>
                  <a:lnTo>
                    <a:pt x="3307080" y="255739"/>
                  </a:lnTo>
                  <a:lnTo>
                    <a:pt x="3310725" y="252577"/>
                  </a:lnTo>
                  <a:close/>
                </a:path>
                <a:path w="3413760" h="295909">
                  <a:moveTo>
                    <a:pt x="3310725" y="171742"/>
                  </a:moveTo>
                  <a:lnTo>
                    <a:pt x="3306356" y="172707"/>
                  </a:lnTo>
                  <a:lnTo>
                    <a:pt x="3307080" y="174891"/>
                  </a:lnTo>
                  <a:lnTo>
                    <a:pt x="3310725" y="171742"/>
                  </a:lnTo>
                  <a:close/>
                </a:path>
                <a:path w="3413760" h="295909">
                  <a:moveTo>
                    <a:pt x="3310725" y="90881"/>
                  </a:moveTo>
                  <a:lnTo>
                    <a:pt x="3306356" y="91859"/>
                  </a:lnTo>
                  <a:lnTo>
                    <a:pt x="3307080" y="94043"/>
                  </a:lnTo>
                  <a:lnTo>
                    <a:pt x="3310725" y="90881"/>
                  </a:lnTo>
                  <a:close/>
                </a:path>
                <a:path w="3413760" h="295909">
                  <a:moveTo>
                    <a:pt x="3310725" y="10033"/>
                  </a:moveTo>
                  <a:lnTo>
                    <a:pt x="3306356" y="10998"/>
                  </a:lnTo>
                  <a:lnTo>
                    <a:pt x="3307080" y="13182"/>
                  </a:lnTo>
                  <a:lnTo>
                    <a:pt x="3310725" y="10033"/>
                  </a:lnTo>
                  <a:close/>
                </a:path>
                <a:path w="3413760" h="295909">
                  <a:moveTo>
                    <a:pt x="3319538" y="253555"/>
                  </a:moveTo>
                  <a:lnTo>
                    <a:pt x="3314941" y="254927"/>
                  </a:lnTo>
                  <a:lnTo>
                    <a:pt x="3318814" y="255739"/>
                  </a:lnTo>
                  <a:lnTo>
                    <a:pt x="3319538" y="253555"/>
                  </a:lnTo>
                  <a:close/>
                </a:path>
                <a:path w="3413760" h="295909">
                  <a:moveTo>
                    <a:pt x="3319538" y="172707"/>
                  </a:moveTo>
                  <a:lnTo>
                    <a:pt x="3314941" y="174078"/>
                  </a:lnTo>
                  <a:lnTo>
                    <a:pt x="3318814" y="174891"/>
                  </a:lnTo>
                  <a:lnTo>
                    <a:pt x="3319538" y="172707"/>
                  </a:lnTo>
                  <a:close/>
                </a:path>
                <a:path w="3413760" h="295909">
                  <a:moveTo>
                    <a:pt x="3319538" y="91859"/>
                  </a:moveTo>
                  <a:lnTo>
                    <a:pt x="3314941" y="93230"/>
                  </a:lnTo>
                  <a:lnTo>
                    <a:pt x="3318814" y="94043"/>
                  </a:lnTo>
                  <a:lnTo>
                    <a:pt x="3319538" y="91859"/>
                  </a:lnTo>
                  <a:close/>
                </a:path>
                <a:path w="3413760" h="295909">
                  <a:moveTo>
                    <a:pt x="3319538" y="10998"/>
                  </a:moveTo>
                  <a:lnTo>
                    <a:pt x="3314941" y="12369"/>
                  </a:lnTo>
                  <a:lnTo>
                    <a:pt x="3318814" y="13182"/>
                  </a:lnTo>
                  <a:lnTo>
                    <a:pt x="3319538" y="10998"/>
                  </a:lnTo>
                  <a:close/>
                </a:path>
                <a:path w="3413760" h="295909">
                  <a:moveTo>
                    <a:pt x="3322612" y="243928"/>
                  </a:moveTo>
                  <a:lnTo>
                    <a:pt x="3319462" y="243039"/>
                  </a:lnTo>
                  <a:lnTo>
                    <a:pt x="3315970" y="244906"/>
                  </a:lnTo>
                  <a:lnTo>
                    <a:pt x="3322612" y="243928"/>
                  </a:lnTo>
                  <a:close/>
                </a:path>
                <a:path w="3413760" h="295909">
                  <a:moveTo>
                    <a:pt x="3322612" y="163080"/>
                  </a:moveTo>
                  <a:lnTo>
                    <a:pt x="3319462" y="162204"/>
                  </a:lnTo>
                  <a:lnTo>
                    <a:pt x="3315970" y="164058"/>
                  </a:lnTo>
                  <a:lnTo>
                    <a:pt x="3322612" y="163080"/>
                  </a:lnTo>
                  <a:close/>
                </a:path>
                <a:path w="3413760" h="295909">
                  <a:moveTo>
                    <a:pt x="3322612" y="82232"/>
                  </a:moveTo>
                  <a:lnTo>
                    <a:pt x="3319462" y="81343"/>
                  </a:lnTo>
                  <a:lnTo>
                    <a:pt x="3315970" y="83210"/>
                  </a:lnTo>
                  <a:lnTo>
                    <a:pt x="3322612" y="82232"/>
                  </a:lnTo>
                  <a:close/>
                </a:path>
                <a:path w="3413760" h="295909">
                  <a:moveTo>
                    <a:pt x="3322612" y="1371"/>
                  </a:moveTo>
                  <a:lnTo>
                    <a:pt x="3319462" y="482"/>
                  </a:lnTo>
                  <a:lnTo>
                    <a:pt x="3315970" y="2349"/>
                  </a:lnTo>
                  <a:lnTo>
                    <a:pt x="3322612" y="1371"/>
                  </a:lnTo>
                  <a:close/>
                </a:path>
                <a:path w="3413760" h="295909">
                  <a:moveTo>
                    <a:pt x="3322688" y="233349"/>
                  </a:moveTo>
                  <a:lnTo>
                    <a:pt x="3322612" y="226872"/>
                  </a:lnTo>
                  <a:lnTo>
                    <a:pt x="3322116" y="230035"/>
                  </a:lnTo>
                  <a:lnTo>
                    <a:pt x="3322688" y="233349"/>
                  </a:lnTo>
                  <a:close/>
                </a:path>
                <a:path w="3413760" h="295909">
                  <a:moveTo>
                    <a:pt x="3322688" y="152501"/>
                  </a:moveTo>
                  <a:lnTo>
                    <a:pt x="3322612" y="146024"/>
                  </a:lnTo>
                  <a:lnTo>
                    <a:pt x="3322116" y="149186"/>
                  </a:lnTo>
                  <a:lnTo>
                    <a:pt x="3322688" y="152501"/>
                  </a:lnTo>
                  <a:close/>
                </a:path>
                <a:path w="3413760" h="295909">
                  <a:moveTo>
                    <a:pt x="3322688" y="71640"/>
                  </a:moveTo>
                  <a:lnTo>
                    <a:pt x="3322612" y="65163"/>
                  </a:lnTo>
                  <a:lnTo>
                    <a:pt x="3322116" y="68313"/>
                  </a:lnTo>
                  <a:lnTo>
                    <a:pt x="3322688" y="71640"/>
                  </a:lnTo>
                  <a:close/>
                </a:path>
                <a:path w="3413760" h="295909">
                  <a:moveTo>
                    <a:pt x="3332391" y="265201"/>
                  </a:moveTo>
                  <a:lnTo>
                    <a:pt x="3330206" y="261315"/>
                  </a:lnTo>
                  <a:lnTo>
                    <a:pt x="3328276" y="262610"/>
                  </a:lnTo>
                  <a:lnTo>
                    <a:pt x="3332391" y="265201"/>
                  </a:lnTo>
                  <a:close/>
                </a:path>
                <a:path w="3413760" h="295909">
                  <a:moveTo>
                    <a:pt x="3332391" y="184353"/>
                  </a:moveTo>
                  <a:lnTo>
                    <a:pt x="3330206" y="180467"/>
                  </a:lnTo>
                  <a:lnTo>
                    <a:pt x="3328276" y="181762"/>
                  </a:lnTo>
                  <a:lnTo>
                    <a:pt x="3332391" y="184353"/>
                  </a:lnTo>
                  <a:close/>
                </a:path>
                <a:path w="3413760" h="295909">
                  <a:moveTo>
                    <a:pt x="3332391" y="103505"/>
                  </a:moveTo>
                  <a:lnTo>
                    <a:pt x="3330206" y="99618"/>
                  </a:lnTo>
                  <a:lnTo>
                    <a:pt x="3328276" y="100914"/>
                  </a:lnTo>
                  <a:lnTo>
                    <a:pt x="3332391" y="103505"/>
                  </a:lnTo>
                  <a:close/>
                </a:path>
                <a:path w="3413760" h="295909">
                  <a:moveTo>
                    <a:pt x="3332391" y="22644"/>
                  </a:moveTo>
                  <a:lnTo>
                    <a:pt x="3330206" y="18757"/>
                  </a:lnTo>
                  <a:lnTo>
                    <a:pt x="3328276" y="20053"/>
                  </a:lnTo>
                  <a:lnTo>
                    <a:pt x="3332391" y="22644"/>
                  </a:lnTo>
                  <a:close/>
                </a:path>
                <a:path w="3413760" h="295909">
                  <a:moveTo>
                    <a:pt x="3350336" y="285330"/>
                  </a:moveTo>
                  <a:lnTo>
                    <a:pt x="3350095" y="282981"/>
                  </a:lnTo>
                  <a:lnTo>
                    <a:pt x="3344430" y="286537"/>
                  </a:lnTo>
                  <a:lnTo>
                    <a:pt x="3350336" y="285330"/>
                  </a:lnTo>
                  <a:close/>
                </a:path>
                <a:path w="3413760" h="295909">
                  <a:moveTo>
                    <a:pt x="3350336" y="204482"/>
                  </a:moveTo>
                  <a:lnTo>
                    <a:pt x="3350095" y="202133"/>
                  </a:lnTo>
                  <a:lnTo>
                    <a:pt x="3344430" y="205689"/>
                  </a:lnTo>
                  <a:lnTo>
                    <a:pt x="3350336" y="204482"/>
                  </a:lnTo>
                  <a:close/>
                </a:path>
                <a:path w="3413760" h="295909">
                  <a:moveTo>
                    <a:pt x="3350336" y="123634"/>
                  </a:moveTo>
                  <a:lnTo>
                    <a:pt x="3350095" y="121285"/>
                  </a:lnTo>
                  <a:lnTo>
                    <a:pt x="3344430" y="124841"/>
                  </a:lnTo>
                  <a:lnTo>
                    <a:pt x="3350336" y="123634"/>
                  </a:lnTo>
                  <a:close/>
                </a:path>
                <a:path w="3413760" h="295909">
                  <a:moveTo>
                    <a:pt x="3350336" y="42773"/>
                  </a:moveTo>
                  <a:lnTo>
                    <a:pt x="3350095" y="40424"/>
                  </a:lnTo>
                  <a:lnTo>
                    <a:pt x="3344430" y="43980"/>
                  </a:lnTo>
                  <a:lnTo>
                    <a:pt x="3350336" y="42773"/>
                  </a:lnTo>
                  <a:close/>
                </a:path>
                <a:path w="3413760" h="295909">
                  <a:moveTo>
                    <a:pt x="3354552" y="273761"/>
                  </a:moveTo>
                  <a:lnTo>
                    <a:pt x="3353447" y="265595"/>
                  </a:lnTo>
                  <a:lnTo>
                    <a:pt x="3351403" y="265595"/>
                  </a:lnTo>
                  <a:lnTo>
                    <a:pt x="3354552" y="273761"/>
                  </a:lnTo>
                  <a:close/>
                </a:path>
                <a:path w="3413760" h="295909">
                  <a:moveTo>
                    <a:pt x="3354552" y="192925"/>
                  </a:moveTo>
                  <a:lnTo>
                    <a:pt x="3353447" y="184746"/>
                  </a:lnTo>
                  <a:lnTo>
                    <a:pt x="3351403" y="184746"/>
                  </a:lnTo>
                  <a:lnTo>
                    <a:pt x="3354552" y="192925"/>
                  </a:lnTo>
                  <a:close/>
                </a:path>
                <a:path w="3413760" h="295909">
                  <a:moveTo>
                    <a:pt x="3354552" y="112064"/>
                  </a:moveTo>
                  <a:lnTo>
                    <a:pt x="3353447" y="103898"/>
                  </a:lnTo>
                  <a:lnTo>
                    <a:pt x="3351403" y="103898"/>
                  </a:lnTo>
                  <a:lnTo>
                    <a:pt x="3354552" y="112064"/>
                  </a:lnTo>
                  <a:close/>
                </a:path>
                <a:path w="3413760" h="295909">
                  <a:moveTo>
                    <a:pt x="3354552" y="31216"/>
                  </a:moveTo>
                  <a:lnTo>
                    <a:pt x="3353447" y="23037"/>
                  </a:lnTo>
                  <a:lnTo>
                    <a:pt x="3351403" y="23037"/>
                  </a:lnTo>
                  <a:lnTo>
                    <a:pt x="3354552" y="31216"/>
                  </a:lnTo>
                  <a:close/>
                </a:path>
                <a:path w="3413760" h="295909">
                  <a:moveTo>
                    <a:pt x="3359962" y="293979"/>
                  </a:moveTo>
                  <a:lnTo>
                    <a:pt x="3355594" y="293014"/>
                  </a:lnTo>
                  <a:lnTo>
                    <a:pt x="3355352" y="295351"/>
                  </a:lnTo>
                  <a:lnTo>
                    <a:pt x="3359962" y="293979"/>
                  </a:lnTo>
                  <a:close/>
                </a:path>
                <a:path w="3413760" h="295909">
                  <a:moveTo>
                    <a:pt x="3359962" y="213131"/>
                  </a:moveTo>
                  <a:lnTo>
                    <a:pt x="3355594" y="212166"/>
                  </a:lnTo>
                  <a:lnTo>
                    <a:pt x="3355352" y="214503"/>
                  </a:lnTo>
                  <a:lnTo>
                    <a:pt x="3359962" y="213131"/>
                  </a:lnTo>
                  <a:close/>
                </a:path>
                <a:path w="3413760" h="295909">
                  <a:moveTo>
                    <a:pt x="3359962" y="132283"/>
                  </a:moveTo>
                  <a:lnTo>
                    <a:pt x="3355594" y="131318"/>
                  </a:lnTo>
                  <a:lnTo>
                    <a:pt x="3355352" y="133654"/>
                  </a:lnTo>
                  <a:lnTo>
                    <a:pt x="3359962" y="132283"/>
                  </a:lnTo>
                  <a:close/>
                </a:path>
                <a:path w="3413760" h="295909">
                  <a:moveTo>
                    <a:pt x="3359962" y="51422"/>
                  </a:moveTo>
                  <a:lnTo>
                    <a:pt x="3355594" y="50457"/>
                  </a:lnTo>
                  <a:lnTo>
                    <a:pt x="3355352" y="52806"/>
                  </a:lnTo>
                  <a:lnTo>
                    <a:pt x="3359962" y="51422"/>
                  </a:lnTo>
                  <a:close/>
                </a:path>
                <a:path w="3413760" h="295909">
                  <a:moveTo>
                    <a:pt x="3363036" y="284353"/>
                  </a:moveTo>
                  <a:lnTo>
                    <a:pt x="3359886" y="283464"/>
                  </a:lnTo>
                  <a:lnTo>
                    <a:pt x="3356406" y="285330"/>
                  </a:lnTo>
                  <a:lnTo>
                    <a:pt x="3363036" y="284353"/>
                  </a:lnTo>
                  <a:close/>
                </a:path>
                <a:path w="3413760" h="295909">
                  <a:moveTo>
                    <a:pt x="3363036" y="203504"/>
                  </a:moveTo>
                  <a:lnTo>
                    <a:pt x="3359886" y="202615"/>
                  </a:lnTo>
                  <a:lnTo>
                    <a:pt x="3356406" y="204482"/>
                  </a:lnTo>
                  <a:lnTo>
                    <a:pt x="3363036" y="203504"/>
                  </a:lnTo>
                  <a:close/>
                </a:path>
                <a:path w="3413760" h="295909">
                  <a:moveTo>
                    <a:pt x="3363036" y="122656"/>
                  </a:moveTo>
                  <a:lnTo>
                    <a:pt x="3359886" y="121767"/>
                  </a:lnTo>
                  <a:lnTo>
                    <a:pt x="3356406" y="123634"/>
                  </a:lnTo>
                  <a:lnTo>
                    <a:pt x="3363036" y="122656"/>
                  </a:lnTo>
                  <a:close/>
                </a:path>
                <a:path w="3413760" h="295909">
                  <a:moveTo>
                    <a:pt x="3363036" y="41795"/>
                  </a:moveTo>
                  <a:lnTo>
                    <a:pt x="3359886" y="40906"/>
                  </a:lnTo>
                  <a:lnTo>
                    <a:pt x="3356406" y="42773"/>
                  </a:lnTo>
                  <a:lnTo>
                    <a:pt x="3363036" y="41795"/>
                  </a:lnTo>
                  <a:close/>
                </a:path>
                <a:path w="3413760" h="295909">
                  <a:moveTo>
                    <a:pt x="3374669" y="233349"/>
                  </a:moveTo>
                  <a:lnTo>
                    <a:pt x="3374250" y="229463"/>
                  </a:lnTo>
                  <a:lnTo>
                    <a:pt x="3371939" y="229463"/>
                  </a:lnTo>
                  <a:lnTo>
                    <a:pt x="3374669" y="233349"/>
                  </a:lnTo>
                  <a:close/>
                </a:path>
                <a:path w="3413760" h="295909">
                  <a:moveTo>
                    <a:pt x="3374669" y="152501"/>
                  </a:moveTo>
                  <a:lnTo>
                    <a:pt x="3374250" y="148615"/>
                  </a:lnTo>
                  <a:lnTo>
                    <a:pt x="3371939" y="148615"/>
                  </a:lnTo>
                  <a:lnTo>
                    <a:pt x="3374669" y="152501"/>
                  </a:lnTo>
                  <a:close/>
                </a:path>
                <a:path w="3413760" h="295909">
                  <a:moveTo>
                    <a:pt x="3374669" y="71640"/>
                  </a:moveTo>
                  <a:lnTo>
                    <a:pt x="3374250" y="67754"/>
                  </a:lnTo>
                  <a:lnTo>
                    <a:pt x="3371939" y="67754"/>
                  </a:lnTo>
                  <a:lnTo>
                    <a:pt x="3374669" y="71640"/>
                  </a:lnTo>
                  <a:close/>
                </a:path>
                <a:path w="3413760" h="295909">
                  <a:moveTo>
                    <a:pt x="3390760" y="244906"/>
                  </a:moveTo>
                  <a:lnTo>
                    <a:pt x="3390519" y="242557"/>
                  </a:lnTo>
                  <a:lnTo>
                    <a:pt x="3384854" y="246113"/>
                  </a:lnTo>
                  <a:lnTo>
                    <a:pt x="3390760" y="244906"/>
                  </a:lnTo>
                  <a:close/>
                </a:path>
                <a:path w="3413760" h="295909">
                  <a:moveTo>
                    <a:pt x="3390760" y="164058"/>
                  </a:moveTo>
                  <a:lnTo>
                    <a:pt x="3390519" y="161709"/>
                  </a:lnTo>
                  <a:lnTo>
                    <a:pt x="3384854" y="165265"/>
                  </a:lnTo>
                  <a:lnTo>
                    <a:pt x="3390760" y="164058"/>
                  </a:lnTo>
                  <a:close/>
                </a:path>
                <a:path w="3413760" h="295909">
                  <a:moveTo>
                    <a:pt x="3390760" y="83210"/>
                  </a:moveTo>
                  <a:lnTo>
                    <a:pt x="3390519" y="80873"/>
                  </a:lnTo>
                  <a:lnTo>
                    <a:pt x="3384854" y="84416"/>
                  </a:lnTo>
                  <a:lnTo>
                    <a:pt x="3390760" y="83210"/>
                  </a:lnTo>
                  <a:close/>
                </a:path>
                <a:path w="3413760" h="295909">
                  <a:moveTo>
                    <a:pt x="3390760" y="2349"/>
                  </a:moveTo>
                  <a:lnTo>
                    <a:pt x="3390519" y="0"/>
                  </a:lnTo>
                  <a:lnTo>
                    <a:pt x="3384854" y="3556"/>
                  </a:lnTo>
                  <a:lnTo>
                    <a:pt x="3390760" y="2349"/>
                  </a:lnTo>
                  <a:close/>
                </a:path>
                <a:path w="3413760" h="295909">
                  <a:moveTo>
                    <a:pt x="3391573" y="252577"/>
                  </a:moveTo>
                  <a:lnTo>
                    <a:pt x="3387217" y="253555"/>
                  </a:lnTo>
                  <a:lnTo>
                    <a:pt x="3387941" y="255739"/>
                  </a:lnTo>
                  <a:lnTo>
                    <a:pt x="3391573" y="252577"/>
                  </a:lnTo>
                  <a:close/>
                </a:path>
                <a:path w="3413760" h="295909">
                  <a:moveTo>
                    <a:pt x="3391573" y="171742"/>
                  </a:moveTo>
                  <a:lnTo>
                    <a:pt x="3387217" y="172707"/>
                  </a:lnTo>
                  <a:lnTo>
                    <a:pt x="3387941" y="174891"/>
                  </a:lnTo>
                  <a:lnTo>
                    <a:pt x="3391573" y="171742"/>
                  </a:lnTo>
                  <a:close/>
                </a:path>
                <a:path w="3413760" h="295909">
                  <a:moveTo>
                    <a:pt x="3391573" y="90881"/>
                  </a:moveTo>
                  <a:lnTo>
                    <a:pt x="3387217" y="91859"/>
                  </a:lnTo>
                  <a:lnTo>
                    <a:pt x="3387941" y="94043"/>
                  </a:lnTo>
                  <a:lnTo>
                    <a:pt x="3391573" y="90881"/>
                  </a:lnTo>
                  <a:close/>
                </a:path>
                <a:path w="3413760" h="295909">
                  <a:moveTo>
                    <a:pt x="3391573" y="10033"/>
                  </a:moveTo>
                  <a:lnTo>
                    <a:pt x="3387217" y="10998"/>
                  </a:lnTo>
                  <a:lnTo>
                    <a:pt x="3387941" y="13182"/>
                  </a:lnTo>
                  <a:lnTo>
                    <a:pt x="3391573" y="10033"/>
                  </a:lnTo>
                  <a:close/>
                </a:path>
                <a:path w="3413760" h="295909">
                  <a:moveTo>
                    <a:pt x="3400387" y="253555"/>
                  </a:moveTo>
                  <a:lnTo>
                    <a:pt x="3395776" y="254927"/>
                  </a:lnTo>
                  <a:lnTo>
                    <a:pt x="3399663" y="255739"/>
                  </a:lnTo>
                  <a:lnTo>
                    <a:pt x="3400387" y="253555"/>
                  </a:lnTo>
                  <a:close/>
                </a:path>
                <a:path w="3413760" h="295909">
                  <a:moveTo>
                    <a:pt x="3400387" y="172707"/>
                  </a:moveTo>
                  <a:lnTo>
                    <a:pt x="3395776" y="174078"/>
                  </a:lnTo>
                  <a:lnTo>
                    <a:pt x="3399663" y="174891"/>
                  </a:lnTo>
                  <a:lnTo>
                    <a:pt x="3400387" y="172707"/>
                  </a:lnTo>
                  <a:close/>
                </a:path>
                <a:path w="3413760" h="295909">
                  <a:moveTo>
                    <a:pt x="3400387" y="91859"/>
                  </a:moveTo>
                  <a:lnTo>
                    <a:pt x="3395776" y="93230"/>
                  </a:lnTo>
                  <a:lnTo>
                    <a:pt x="3399663" y="94043"/>
                  </a:lnTo>
                  <a:lnTo>
                    <a:pt x="3400387" y="91859"/>
                  </a:lnTo>
                  <a:close/>
                </a:path>
                <a:path w="3413760" h="295909">
                  <a:moveTo>
                    <a:pt x="3400387" y="10998"/>
                  </a:moveTo>
                  <a:lnTo>
                    <a:pt x="3395776" y="12369"/>
                  </a:lnTo>
                  <a:lnTo>
                    <a:pt x="3399663" y="13182"/>
                  </a:lnTo>
                  <a:lnTo>
                    <a:pt x="3400387" y="10998"/>
                  </a:lnTo>
                  <a:close/>
                </a:path>
                <a:path w="3413760" h="295909">
                  <a:moveTo>
                    <a:pt x="3403460" y="243928"/>
                  </a:moveTo>
                  <a:lnTo>
                    <a:pt x="3400310" y="243039"/>
                  </a:lnTo>
                  <a:lnTo>
                    <a:pt x="3396831" y="244906"/>
                  </a:lnTo>
                  <a:lnTo>
                    <a:pt x="3403460" y="243928"/>
                  </a:lnTo>
                  <a:close/>
                </a:path>
                <a:path w="3413760" h="295909">
                  <a:moveTo>
                    <a:pt x="3403460" y="163080"/>
                  </a:moveTo>
                  <a:lnTo>
                    <a:pt x="3400310" y="162204"/>
                  </a:lnTo>
                  <a:lnTo>
                    <a:pt x="3396831" y="164058"/>
                  </a:lnTo>
                  <a:lnTo>
                    <a:pt x="3403460" y="163080"/>
                  </a:lnTo>
                  <a:close/>
                </a:path>
                <a:path w="3413760" h="295909">
                  <a:moveTo>
                    <a:pt x="3403460" y="82232"/>
                  </a:moveTo>
                  <a:lnTo>
                    <a:pt x="3400310" y="81343"/>
                  </a:lnTo>
                  <a:lnTo>
                    <a:pt x="3396831" y="83210"/>
                  </a:lnTo>
                  <a:lnTo>
                    <a:pt x="3403460" y="82232"/>
                  </a:lnTo>
                  <a:close/>
                </a:path>
                <a:path w="3413760" h="295909">
                  <a:moveTo>
                    <a:pt x="3403460" y="1371"/>
                  </a:moveTo>
                  <a:lnTo>
                    <a:pt x="3400310" y="482"/>
                  </a:lnTo>
                  <a:lnTo>
                    <a:pt x="3396831" y="2349"/>
                  </a:lnTo>
                  <a:lnTo>
                    <a:pt x="3403460" y="1371"/>
                  </a:lnTo>
                  <a:close/>
                </a:path>
                <a:path w="3413760" h="295909">
                  <a:moveTo>
                    <a:pt x="3403549" y="233349"/>
                  </a:moveTo>
                  <a:lnTo>
                    <a:pt x="3403460" y="226872"/>
                  </a:lnTo>
                  <a:lnTo>
                    <a:pt x="3402977" y="230035"/>
                  </a:lnTo>
                  <a:lnTo>
                    <a:pt x="3403549" y="233349"/>
                  </a:lnTo>
                  <a:close/>
                </a:path>
                <a:path w="3413760" h="295909">
                  <a:moveTo>
                    <a:pt x="3403549" y="152501"/>
                  </a:moveTo>
                  <a:lnTo>
                    <a:pt x="3403460" y="146024"/>
                  </a:lnTo>
                  <a:lnTo>
                    <a:pt x="3402977" y="149186"/>
                  </a:lnTo>
                  <a:lnTo>
                    <a:pt x="3403549" y="152501"/>
                  </a:lnTo>
                  <a:close/>
                </a:path>
                <a:path w="3413760" h="295909">
                  <a:moveTo>
                    <a:pt x="3403549" y="71640"/>
                  </a:moveTo>
                  <a:lnTo>
                    <a:pt x="3403460" y="65163"/>
                  </a:lnTo>
                  <a:lnTo>
                    <a:pt x="3402977" y="68313"/>
                  </a:lnTo>
                  <a:lnTo>
                    <a:pt x="3403549" y="71640"/>
                  </a:lnTo>
                  <a:close/>
                </a:path>
                <a:path w="3413760" h="295909">
                  <a:moveTo>
                    <a:pt x="3413239" y="265201"/>
                  </a:moveTo>
                  <a:lnTo>
                    <a:pt x="3411067" y="261315"/>
                  </a:lnTo>
                  <a:lnTo>
                    <a:pt x="3409111" y="262610"/>
                  </a:lnTo>
                  <a:lnTo>
                    <a:pt x="3413239" y="265201"/>
                  </a:lnTo>
                  <a:close/>
                </a:path>
                <a:path w="3413760" h="295909">
                  <a:moveTo>
                    <a:pt x="3413239" y="184353"/>
                  </a:moveTo>
                  <a:lnTo>
                    <a:pt x="3411067" y="180467"/>
                  </a:lnTo>
                  <a:lnTo>
                    <a:pt x="3409111" y="181762"/>
                  </a:lnTo>
                  <a:lnTo>
                    <a:pt x="3413239" y="184353"/>
                  </a:lnTo>
                  <a:close/>
                </a:path>
                <a:path w="3413760" h="295909">
                  <a:moveTo>
                    <a:pt x="3413239" y="103505"/>
                  </a:moveTo>
                  <a:lnTo>
                    <a:pt x="3411067" y="99618"/>
                  </a:lnTo>
                  <a:lnTo>
                    <a:pt x="3409111" y="100914"/>
                  </a:lnTo>
                  <a:lnTo>
                    <a:pt x="3413239" y="103505"/>
                  </a:lnTo>
                  <a:close/>
                </a:path>
                <a:path w="3413760" h="295909">
                  <a:moveTo>
                    <a:pt x="3413239" y="22644"/>
                  </a:moveTo>
                  <a:lnTo>
                    <a:pt x="3411067" y="18757"/>
                  </a:lnTo>
                  <a:lnTo>
                    <a:pt x="3409111" y="20053"/>
                  </a:lnTo>
                  <a:lnTo>
                    <a:pt x="3413239" y="2264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479062" y="230301"/>
              <a:ext cx="2594240" cy="40872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828238" y="421170"/>
              <a:ext cx="1378645" cy="131281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09651" y="320765"/>
              <a:ext cx="1668358" cy="322926"/>
            </a:xfrm>
            <a:prstGeom prst="rect">
              <a:avLst/>
            </a:prstGeom>
          </p:spPr>
        </p:pic>
      </p:grpSp>
      <p:pic>
        <p:nvPicPr>
          <p:cNvPr id="138" name="object 138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2512695" y="10394977"/>
            <a:ext cx="2534592" cy="57268"/>
          </a:xfrm>
          <a:prstGeom prst="rect">
            <a:avLst/>
          </a:prstGeom>
        </p:spPr>
      </p:pic>
      <p:grpSp>
        <p:nvGrpSpPr>
          <p:cNvPr id="139" name="object 139"/>
          <p:cNvGrpSpPr/>
          <p:nvPr/>
        </p:nvGrpSpPr>
        <p:grpSpPr>
          <a:xfrm>
            <a:off x="44723" y="709713"/>
            <a:ext cx="7470775" cy="9741535"/>
            <a:chOff x="44723" y="709713"/>
            <a:chExt cx="7470775" cy="9741535"/>
          </a:xfrm>
        </p:grpSpPr>
        <p:sp>
          <p:nvSpPr>
            <p:cNvPr id="140" name="object 140"/>
            <p:cNvSpPr/>
            <p:nvPr/>
          </p:nvSpPr>
          <p:spPr>
            <a:xfrm>
              <a:off x="47250" y="712240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80">
                  <a:moveTo>
                    <a:pt x="7465466" y="2392324"/>
                  </a:moveTo>
                  <a:lnTo>
                    <a:pt x="0" y="2392324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24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47250" y="3139178"/>
              <a:ext cx="7465695" cy="2392680"/>
            </a:xfrm>
            <a:custGeom>
              <a:avLst/>
              <a:gdLst/>
              <a:ahLst/>
              <a:cxnLst/>
              <a:rect l="l" t="t" r="r" b="b"/>
              <a:pathLst>
                <a:path w="7465695" h="2392679">
                  <a:moveTo>
                    <a:pt x="7465466" y="2392324"/>
                  </a:moveTo>
                  <a:lnTo>
                    <a:pt x="0" y="2392324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2392324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47250" y="5566105"/>
              <a:ext cx="7465695" cy="4819650"/>
            </a:xfrm>
            <a:custGeom>
              <a:avLst/>
              <a:gdLst/>
              <a:ahLst/>
              <a:cxnLst/>
              <a:rect l="l" t="t" r="r" b="b"/>
              <a:pathLst>
                <a:path w="7465695" h="4819650">
                  <a:moveTo>
                    <a:pt x="7465466" y="4819281"/>
                  </a:moveTo>
                  <a:lnTo>
                    <a:pt x="0" y="4819281"/>
                  </a:lnTo>
                  <a:lnTo>
                    <a:pt x="0" y="0"/>
                  </a:lnTo>
                  <a:lnTo>
                    <a:pt x="7465466" y="0"/>
                  </a:lnTo>
                  <a:lnTo>
                    <a:pt x="7465466" y="4819281"/>
                  </a:lnTo>
                  <a:close/>
                </a:path>
              </a:pathLst>
            </a:custGeom>
            <a:ln w="5054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329678" y="10390022"/>
              <a:ext cx="127635" cy="61594"/>
            </a:xfrm>
            <a:custGeom>
              <a:avLst/>
              <a:gdLst/>
              <a:ahLst/>
              <a:cxnLst/>
              <a:rect l="l" t="t" r="r" b="b"/>
              <a:pathLst>
                <a:path w="127634" h="61595">
                  <a:moveTo>
                    <a:pt x="19177" y="2997"/>
                  </a:moveTo>
                  <a:lnTo>
                    <a:pt x="0" y="30530"/>
                  </a:lnTo>
                  <a:lnTo>
                    <a:pt x="1460" y="41440"/>
                  </a:lnTo>
                  <a:lnTo>
                    <a:pt x="5143" y="49809"/>
                  </a:lnTo>
                  <a:lnTo>
                    <a:pt x="9994" y="56172"/>
                  </a:lnTo>
                  <a:lnTo>
                    <a:pt x="14960" y="61061"/>
                  </a:lnTo>
                  <a:lnTo>
                    <a:pt x="19177" y="58077"/>
                  </a:lnTo>
                  <a:lnTo>
                    <a:pt x="14897" y="53733"/>
                  </a:lnTo>
                  <a:lnTo>
                    <a:pt x="10604" y="47980"/>
                  </a:lnTo>
                  <a:lnTo>
                    <a:pt x="7302" y="40386"/>
                  </a:lnTo>
                  <a:lnTo>
                    <a:pt x="5981" y="30530"/>
                  </a:lnTo>
                  <a:lnTo>
                    <a:pt x="7302" y="20675"/>
                  </a:lnTo>
                  <a:lnTo>
                    <a:pt x="10604" y="13081"/>
                  </a:lnTo>
                  <a:lnTo>
                    <a:pt x="14897" y="7327"/>
                  </a:lnTo>
                  <a:lnTo>
                    <a:pt x="19177" y="2997"/>
                  </a:lnTo>
                  <a:close/>
                </a:path>
                <a:path w="127634" h="61595">
                  <a:moveTo>
                    <a:pt x="83146" y="12331"/>
                  </a:moveTo>
                  <a:lnTo>
                    <a:pt x="75349" y="6807"/>
                  </a:lnTo>
                  <a:lnTo>
                    <a:pt x="60566" y="6807"/>
                  </a:lnTo>
                  <a:lnTo>
                    <a:pt x="53568" y="7823"/>
                  </a:lnTo>
                  <a:lnTo>
                    <a:pt x="46393" y="16230"/>
                  </a:lnTo>
                  <a:lnTo>
                    <a:pt x="45986" y="19583"/>
                  </a:lnTo>
                  <a:lnTo>
                    <a:pt x="45669" y="23406"/>
                  </a:lnTo>
                  <a:lnTo>
                    <a:pt x="54114" y="23406"/>
                  </a:lnTo>
                  <a:lnTo>
                    <a:pt x="54584" y="12979"/>
                  </a:lnTo>
                  <a:lnTo>
                    <a:pt x="71780" y="12979"/>
                  </a:lnTo>
                  <a:lnTo>
                    <a:pt x="74485" y="16916"/>
                  </a:lnTo>
                  <a:lnTo>
                    <a:pt x="74485" y="24612"/>
                  </a:lnTo>
                  <a:lnTo>
                    <a:pt x="72009" y="26657"/>
                  </a:lnTo>
                  <a:lnTo>
                    <a:pt x="62382" y="32639"/>
                  </a:lnTo>
                  <a:lnTo>
                    <a:pt x="53619" y="38354"/>
                  </a:lnTo>
                  <a:lnTo>
                    <a:pt x="48336" y="43002"/>
                  </a:lnTo>
                  <a:lnTo>
                    <a:pt x="45554" y="47980"/>
                  </a:lnTo>
                  <a:lnTo>
                    <a:pt x="44246" y="54698"/>
                  </a:lnTo>
                  <a:lnTo>
                    <a:pt x="82918" y="54698"/>
                  </a:lnTo>
                  <a:lnTo>
                    <a:pt x="82918" y="48526"/>
                  </a:lnTo>
                  <a:lnTo>
                    <a:pt x="53632" y="48526"/>
                  </a:lnTo>
                  <a:lnTo>
                    <a:pt x="55460" y="44208"/>
                  </a:lnTo>
                  <a:lnTo>
                    <a:pt x="58966" y="41986"/>
                  </a:lnTo>
                  <a:lnTo>
                    <a:pt x="67157" y="37211"/>
                  </a:lnTo>
                  <a:lnTo>
                    <a:pt x="78778" y="30403"/>
                  </a:lnTo>
                  <a:lnTo>
                    <a:pt x="83146" y="27419"/>
                  </a:lnTo>
                  <a:lnTo>
                    <a:pt x="83146" y="12331"/>
                  </a:lnTo>
                  <a:close/>
                </a:path>
                <a:path w="127634" h="61595">
                  <a:moveTo>
                    <a:pt x="127330" y="30530"/>
                  </a:moveTo>
                  <a:lnTo>
                    <a:pt x="125844" y="19621"/>
                  </a:lnTo>
                  <a:lnTo>
                    <a:pt x="122148" y="11252"/>
                  </a:lnTo>
                  <a:lnTo>
                    <a:pt x="117297" y="4889"/>
                  </a:lnTo>
                  <a:lnTo>
                    <a:pt x="112382" y="0"/>
                  </a:lnTo>
                  <a:lnTo>
                    <a:pt x="108153" y="2984"/>
                  </a:lnTo>
                  <a:lnTo>
                    <a:pt x="112420" y="7327"/>
                  </a:lnTo>
                  <a:lnTo>
                    <a:pt x="116725" y="13081"/>
                  </a:lnTo>
                  <a:lnTo>
                    <a:pt x="120040" y="20675"/>
                  </a:lnTo>
                  <a:lnTo>
                    <a:pt x="121373" y="30530"/>
                  </a:lnTo>
                  <a:lnTo>
                    <a:pt x="120040" y="40386"/>
                  </a:lnTo>
                  <a:lnTo>
                    <a:pt x="116725" y="47980"/>
                  </a:lnTo>
                  <a:lnTo>
                    <a:pt x="112420" y="53733"/>
                  </a:lnTo>
                  <a:lnTo>
                    <a:pt x="108153" y="58077"/>
                  </a:lnTo>
                  <a:lnTo>
                    <a:pt x="112382" y="61061"/>
                  </a:lnTo>
                  <a:lnTo>
                    <a:pt x="117297" y="56172"/>
                  </a:lnTo>
                  <a:lnTo>
                    <a:pt x="122148" y="49809"/>
                  </a:lnTo>
                  <a:lnTo>
                    <a:pt x="125844" y="41440"/>
                  </a:lnTo>
                  <a:lnTo>
                    <a:pt x="127330" y="3053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愛知小選挙区_第06区_1m</dc:title>
  <dcterms:created xsi:type="dcterms:W3CDTF">2026-10-29T13:58:13Z</dcterms:created>
  <dcterms:modified xsi:type="dcterms:W3CDTF">2026-10-29T13:58:13Z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Creator">
    <vt:lpwstr>Adobe Illustrator 30.1 (Macintosh)</vt:lpwstr>
  </property>
  <property fmtid="{D5CDD505-2E9C-101B-9397-08002B2CF9AE}" pid="4" name="GTS_PDFXConformance">
    <vt:lpwstr>PDF/X-1a:2001</vt:lpwstr>
  </property>
  <property fmtid="{D5CDD505-2E9C-101B-9397-08002B2CF9AE}" pid="5" name="GTS_PDFXVersion">
    <vt:lpwstr>PDF/X-1:2001</vt:lpwstr>
  </property>
  <property fmtid="{D5CDD505-2E9C-101B-9397-08002B2CF9AE}" pid="6" name="LastSaved">
    <vt:filetime>2026-10-29T00:00:00Z</vt:filetime>
  </property>
  <property fmtid="{D5CDD505-2E9C-101B-9397-08002B2CF9AE}" pid="7" name="Producer">
    <vt:lpwstr>Adobe PDF library 17.00</vt:lpwstr>
  </property>
</Properties>
</file>